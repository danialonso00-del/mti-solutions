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60" r:id="rId4"/>
    <p:sldId id="261" r:id="rId5"/>
    <p:sldId id="259" r:id="rId6"/>
    <p:sldId id="262" r:id="rId7"/>
    <p:sldId id="263" r:id="rId8"/>
    <p:sldId id="258" r:id="rId9"/>
    <p:sldId id="264" r:id="rId10"/>
    <p:sldId id="269" r:id="rId11"/>
    <p:sldId id="265" r:id="rId12"/>
    <p:sldId id="266" r:id="rId13"/>
    <p:sldId id="267" r:id="rId14"/>
    <p:sldId id="268" r:id="rId15"/>
    <p:sldId id="270" r:id="rId16"/>
    <p:sldId id="271" r:id="rId17"/>
    <p:sldId id="273" r:id="rId18"/>
    <p:sldId id="272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B2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4828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7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7.jpeg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jpeg"/><Relationship Id="rId11" Type="http://schemas.openxmlformats.org/officeDocument/2006/relationships/image" Target="../media/image6.png"/><Relationship Id="rId5" Type="http://schemas.openxmlformats.org/officeDocument/2006/relationships/image" Target="../media/image19.jpeg"/><Relationship Id="rId10" Type="http://schemas.openxmlformats.org/officeDocument/2006/relationships/image" Target="../media/image23.png"/><Relationship Id="rId4" Type="http://schemas.openxmlformats.org/officeDocument/2006/relationships/image" Target="../media/image18.jpeg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7.png"/><Relationship Id="rId21" Type="http://schemas.openxmlformats.org/officeDocument/2006/relationships/image" Target="../media/image41.png"/><Relationship Id="rId7" Type="http://schemas.openxmlformats.org/officeDocument/2006/relationships/image" Target="../media/image27.png"/><Relationship Id="rId12" Type="http://schemas.openxmlformats.org/officeDocument/2006/relationships/image" Target="../media/image32.jpeg"/><Relationship Id="rId17" Type="http://schemas.openxmlformats.org/officeDocument/2006/relationships/image" Target="../media/image37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6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24" Type="http://schemas.openxmlformats.org/officeDocument/2006/relationships/image" Target="../media/image6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23" Type="http://schemas.openxmlformats.org/officeDocument/2006/relationships/image" Target="../media/image43.png"/><Relationship Id="rId10" Type="http://schemas.openxmlformats.org/officeDocument/2006/relationships/image" Target="../media/image30.jpeg"/><Relationship Id="rId19" Type="http://schemas.openxmlformats.org/officeDocument/2006/relationships/image" Target="../media/image39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Relationship Id="rId22" Type="http://schemas.openxmlformats.org/officeDocument/2006/relationships/image" Target="../media/image4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7.png"/><Relationship Id="rId7" Type="http://schemas.openxmlformats.org/officeDocument/2006/relationships/image" Target="../media/image51.pn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56.jpe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7.png"/><Relationship Id="rId4" Type="http://schemas.openxmlformats.org/officeDocument/2006/relationships/image" Target="../media/image5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60.jpeg"/><Relationship Id="rId7" Type="http://schemas.openxmlformats.org/officeDocument/2006/relationships/image" Target="../media/image63.pn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7.png"/><Relationship Id="rId9" Type="http://schemas.openxmlformats.org/officeDocument/2006/relationships/image" Target="../media/image6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8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11" Type="http://schemas.openxmlformats.org/officeDocument/2006/relationships/image" Target="../media/image6.png"/><Relationship Id="rId5" Type="http://schemas.openxmlformats.org/officeDocument/2006/relationships/image" Target="../media/image70.png"/><Relationship Id="rId10" Type="http://schemas.openxmlformats.org/officeDocument/2006/relationships/image" Target="../media/image73.png"/><Relationship Id="rId4" Type="http://schemas.openxmlformats.org/officeDocument/2006/relationships/image" Target="../media/image69.jpeg"/><Relationship Id="rId9" Type="http://schemas.openxmlformats.org/officeDocument/2006/relationships/image" Target="../media/image6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4.jpe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11" Type="http://schemas.openxmlformats.org/officeDocument/2006/relationships/image" Target="../media/image6.png"/><Relationship Id="rId5" Type="http://schemas.openxmlformats.org/officeDocument/2006/relationships/image" Target="../media/image7.png"/><Relationship Id="rId10" Type="http://schemas.openxmlformats.org/officeDocument/2006/relationships/image" Target="../media/image80.png"/><Relationship Id="rId4" Type="http://schemas.openxmlformats.org/officeDocument/2006/relationships/image" Target="../media/image75.png"/><Relationship Id="rId9" Type="http://schemas.openxmlformats.org/officeDocument/2006/relationships/image" Target="../media/image7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45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2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5" Type="http://schemas.openxmlformats.org/officeDocument/2006/relationships/image" Target="../media/image23.png"/><Relationship Id="rId10" Type="http://schemas.openxmlformats.org/officeDocument/2006/relationships/image" Target="../media/image6.png"/><Relationship Id="rId4" Type="http://schemas.openxmlformats.org/officeDocument/2006/relationships/image" Target="../media/image7.png"/><Relationship Id="rId9" Type="http://schemas.openxmlformats.org/officeDocument/2006/relationships/image" Target="../media/image8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7.pn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10" Type="http://schemas.openxmlformats.org/officeDocument/2006/relationships/image" Target="../media/image6.png"/><Relationship Id="rId4" Type="http://schemas.openxmlformats.org/officeDocument/2006/relationships/image" Target="../media/image58.png"/><Relationship Id="rId9" Type="http://schemas.openxmlformats.org/officeDocument/2006/relationships/image" Target="../media/image9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jpeg"/><Relationship Id="rId5" Type="http://schemas.openxmlformats.org/officeDocument/2006/relationships/image" Target="../media/image5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7.png"/><Relationship Id="rId7" Type="http://schemas.openxmlformats.org/officeDocument/2006/relationships/image" Target="../media/image9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11" Type="http://schemas.openxmlformats.org/officeDocument/2006/relationships/image" Target="../media/image6.png"/><Relationship Id="rId5" Type="http://schemas.openxmlformats.org/officeDocument/2006/relationships/image" Target="../media/image94.png"/><Relationship Id="rId10" Type="http://schemas.openxmlformats.org/officeDocument/2006/relationships/image" Target="../media/image99.png"/><Relationship Id="rId4" Type="http://schemas.openxmlformats.org/officeDocument/2006/relationships/image" Target="../media/image58.png"/><Relationship Id="rId9" Type="http://schemas.openxmlformats.org/officeDocument/2006/relationships/image" Target="../media/image9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5" Type="http://schemas.openxmlformats.org/officeDocument/2006/relationships/image" Target="../media/image61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10.png"/><Relationship Id="rId3" Type="http://schemas.openxmlformats.org/officeDocument/2006/relationships/image" Target="../media/image102.png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5" Type="http://schemas.openxmlformats.org/officeDocument/2006/relationships/image" Target="../media/image76.png"/><Relationship Id="rId10" Type="http://schemas.openxmlformats.org/officeDocument/2006/relationships/image" Target="../media/image107.png"/><Relationship Id="rId4" Type="http://schemas.openxmlformats.org/officeDocument/2006/relationships/image" Target="../media/image7.png"/><Relationship Id="rId9" Type="http://schemas.openxmlformats.org/officeDocument/2006/relationships/image" Target="../media/image106.png"/><Relationship Id="rId1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18.png"/><Relationship Id="rId4" Type="http://schemas.openxmlformats.org/officeDocument/2006/relationships/image" Target="../media/image117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4" Type="http://schemas.openxmlformats.org/officeDocument/2006/relationships/image" Target="../media/image1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25.png"/><Relationship Id="rId4" Type="http://schemas.openxmlformats.org/officeDocument/2006/relationships/image" Target="../media/image124.jpe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126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9.png"/><Relationship Id="rId5" Type="http://schemas.openxmlformats.org/officeDocument/2006/relationships/image" Target="../media/image128.jpeg"/><Relationship Id="rId10" Type="http://schemas.openxmlformats.org/officeDocument/2006/relationships/image" Target="../media/image6.png"/><Relationship Id="rId4" Type="http://schemas.openxmlformats.org/officeDocument/2006/relationships/image" Target="../media/image127.jpeg"/><Relationship Id="rId9" Type="http://schemas.openxmlformats.org/officeDocument/2006/relationships/image" Target="../media/image130.jfi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7.png"/><Relationship Id="rId7" Type="http://schemas.openxmlformats.org/officeDocument/2006/relationships/image" Target="../media/image1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10" Type="http://schemas.openxmlformats.org/officeDocument/2006/relationships/image" Target="../media/image6.png"/><Relationship Id="rId4" Type="http://schemas.openxmlformats.org/officeDocument/2006/relationships/image" Target="../media/image10.png"/><Relationship Id="rId9" Type="http://schemas.openxmlformats.org/officeDocument/2006/relationships/image" Target="../media/image13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136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8.png"/><Relationship Id="rId11" Type="http://schemas.openxmlformats.org/officeDocument/2006/relationships/image" Target="../media/image142.png"/><Relationship Id="rId5" Type="http://schemas.openxmlformats.org/officeDocument/2006/relationships/image" Target="../media/image137.png"/><Relationship Id="rId10" Type="http://schemas.openxmlformats.org/officeDocument/2006/relationships/image" Target="../media/image141.png"/><Relationship Id="rId4" Type="http://schemas.openxmlformats.org/officeDocument/2006/relationships/image" Target="../media/image3.png"/><Relationship Id="rId9" Type="http://schemas.openxmlformats.org/officeDocument/2006/relationships/image" Target="../media/image1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4f22f86c42c16f885fa1e0750d014cf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9abb05feb99af83b03476f16580ae94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" name="Image 3" descr="gen-dedup-1473232738e87a88a640e54005ce6f59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143000" y="9620402"/>
            <a:ext cx="16002000" cy="9144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5240305" y="914400"/>
            <a:ext cx="2095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 · 2016</a:t>
            </a:r>
            <a:endParaRPr lang="en-US" sz="900" dirty="0"/>
          </a:p>
        </p:txBody>
      </p:sp>
      <p:sp>
        <p:nvSpPr>
          <p:cNvPr id="7" name="Text 1"/>
          <p:cNvSpPr txBox="1"/>
          <p:nvPr/>
        </p:nvSpPr>
        <p:spPr>
          <a:xfrm>
            <a:off x="15240305" y="1123798"/>
            <a:ext cx="2095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Barcelona · Spain</a:t>
            </a:r>
            <a:endParaRPr lang="en-US" sz="900" dirty="0"/>
          </a:p>
        </p:txBody>
      </p:sp>
      <p:sp>
        <p:nvSpPr>
          <p:cNvPr id="8" name="Shape 2"/>
          <p:cNvSpPr/>
          <p:nvPr/>
        </p:nvSpPr>
        <p:spPr>
          <a:xfrm>
            <a:off x="5974690" y="3429000"/>
            <a:ext cx="6344107" cy="437998"/>
          </a:xfrm>
          <a:prstGeom prst="roundRect">
            <a:avLst>
              <a:gd name="adj" fmla="val 50104"/>
            </a:avLst>
          </a:prstGeom>
          <a:solidFill>
            <a:srgbClr val="E6A817">
              <a:alpha val="10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3"/>
          <p:cNvSpPr/>
          <p:nvPr/>
        </p:nvSpPr>
        <p:spPr>
          <a:xfrm>
            <a:off x="5974690" y="3429000"/>
            <a:ext cx="6344107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254000" tIns="114300" rIns="254000" bIns="114300" rtlCol="0" anchor="ctr"/>
          <a:lstStyle/>
          <a:p>
            <a:pPr marL="0" indent="0" algn="ctr">
              <a:buNone/>
            </a:pPr>
            <a:r>
              <a:rPr lang="en-US" sz="1200" b="1" kern="0" spc="33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Systems Integrator · Since 2016</a:t>
            </a:r>
            <a:endParaRPr lang="en-US" sz="1200" dirty="0"/>
          </a:p>
        </p:txBody>
      </p:sp>
      <p:sp>
        <p:nvSpPr>
          <p:cNvPr id="10" name="Text 4"/>
          <p:cNvSpPr txBox="1"/>
          <p:nvPr/>
        </p:nvSpPr>
        <p:spPr>
          <a:xfrm>
            <a:off x="0" y="4531145"/>
            <a:ext cx="18288000" cy="1267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0" b="1" kern="0" spc="-29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</a:t>
            </a:r>
            <a:endParaRPr lang="en-US" sz="8000" dirty="0"/>
          </a:p>
        </p:txBody>
      </p:sp>
      <p:sp>
        <p:nvSpPr>
          <p:cNvPr id="11" name="Text 5"/>
          <p:cNvSpPr txBox="1"/>
          <p:nvPr/>
        </p:nvSpPr>
        <p:spPr>
          <a:xfrm>
            <a:off x="0" y="5619902"/>
            <a:ext cx="18288000" cy="12673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s-ES" sz="8000" b="1" kern="0" spc="-292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</a:rPr>
              <a:t>that</a:t>
            </a:r>
            <a:r>
              <a:rPr lang="es-ES" sz="8000" b="1" kern="0" spc="-292" dirty="0">
                <a:solidFill>
                  <a:srgbClr val="E6A817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es-ES" sz="8000" b="1" kern="0" spc="-292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</a:rPr>
              <a:t>transforms</a:t>
            </a:r>
            <a:r>
              <a:rPr lang="es-ES" sz="8000" b="1" kern="0" spc="-292" dirty="0">
                <a:solidFill>
                  <a:srgbClr val="E6A817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es-ES" sz="8000" b="1" kern="0" spc="-292" dirty="0" err="1">
                <a:solidFill>
                  <a:srgbClr val="E6A817"/>
                </a:solidFill>
                <a:latin typeface="Inter" pitchFamily="34" charset="0"/>
                <a:ea typeface="Inter" pitchFamily="34" charset="-122"/>
              </a:rPr>
              <a:t>operations</a:t>
            </a:r>
            <a:endParaRPr lang="en-US" sz="8000" dirty="0"/>
          </a:p>
        </p:txBody>
      </p:sp>
      <p:sp>
        <p:nvSpPr>
          <p:cNvPr id="12" name="Text 6"/>
          <p:cNvSpPr txBox="1"/>
          <p:nvPr/>
        </p:nvSpPr>
        <p:spPr>
          <a:xfrm>
            <a:off x="3429000" y="7296912"/>
            <a:ext cx="1143000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25"/>
              </a:lnSpc>
              <a:buNone/>
            </a:pPr>
            <a:r>
              <a:rPr lang="en-US" sz="1900" dirty="0">
                <a:solidFill>
                  <a:srgbClr val="FFFFFF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Systems integration, Agentic AI, IoT and Smart Cities for organisations</a:t>
            </a:r>
            <a:endParaRPr lang="en-US" sz="1900" dirty="0"/>
          </a:p>
          <a:p>
            <a:pPr marL="0" indent="0" algn="ctr">
              <a:lnSpc>
                <a:spcPts val="2925"/>
              </a:lnSpc>
              <a:buNone/>
            </a:pPr>
            <a:r>
              <a:rPr lang="en-US" sz="1900" dirty="0">
                <a:solidFill>
                  <a:srgbClr val="FFFFFF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 cannot afford to fail. End-to-end. Mission-critical. Measurable ROI.</a:t>
            </a:r>
            <a:endParaRPr lang="en-US" sz="1900" dirty="0"/>
          </a:p>
        </p:txBody>
      </p:sp>
      <p:sp>
        <p:nvSpPr>
          <p:cNvPr id="13" name="Text 7"/>
          <p:cNvSpPr txBox="1"/>
          <p:nvPr/>
        </p:nvSpPr>
        <p:spPr>
          <a:xfrm>
            <a:off x="1143000" y="8858707"/>
            <a:ext cx="16002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25+ Countries </a:t>
            </a:r>
            <a:r>
              <a:rPr lang="en-US" sz="110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AI Expertise </a:t>
            </a:r>
            <a:r>
              <a:rPr lang="en-US" sz="110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150K+ IoT Devices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1143000" y="9810598"/>
            <a:ext cx="7620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176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www.mingothings.com · info@mingothings.com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16383305" y="9810598"/>
            <a:ext cx="762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kern="0" spc="176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7FBE123-6348-0F89-6EE2-CCF6F2EAF7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7179" y="174358"/>
            <a:ext cx="3473641" cy="34736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8a4746f7ae18871903d6c6f0da58ca57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8762695"/>
            <a:ext cx="16002000" cy="9144"/>
          </a:xfrm>
          <a:prstGeom prst="rect">
            <a:avLst/>
          </a:prstGeom>
        </p:spPr>
      </p:pic>
      <p:pic>
        <p:nvPicPr>
          <p:cNvPr id="3" name="Image 1" descr="gen-dedup-3fc9b6bd6bd01734c54b10a0f11af3f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  <p:pic>
        <p:nvPicPr>
          <p:cNvPr id="4" name="Image 2" descr="gen-dedup-07d4da1bf1910daef42c9babebc62b73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1143000" y="3810305"/>
            <a:ext cx="914400" cy="38405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Manifesto · 02</a:t>
            </a:r>
            <a:endParaRPr lang="en-US" sz="900" dirty="0"/>
          </a:p>
        </p:txBody>
      </p:sp>
      <p:sp>
        <p:nvSpPr>
          <p:cNvPr id="6" name="Text 1"/>
          <p:cNvSpPr txBox="1"/>
          <p:nvPr/>
        </p:nvSpPr>
        <p:spPr>
          <a:xfrm>
            <a:off x="1143000" y="4095598"/>
            <a:ext cx="3810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15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believe</a:t>
            </a:r>
            <a:endParaRPr lang="en-US" sz="1100" dirty="0"/>
          </a:p>
        </p:txBody>
      </p:sp>
      <p:sp>
        <p:nvSpPr>
          <p:cNvPr id="7" name="Text 2"/>
          <p:cNvSpPr txBox="1"/>
          <p:nvPr/>
        </p:nvSpPr>
        <p:spPr>
          <a:xfrm>
            <a:off x="1143000" y="4667098"/>
            <a:ext cx="3810305" cy="1886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500" b="1" kern="0" spc="-67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500" dirty="0"/>
          </a:p>
        </p:txBody>
      </p:sp>
      <p:sp>
        <p:nvSpPr>
          <p:cNvPr id="8" name="Text 3"/>
          <p:cNvSpPr txBox="1"/>
          <p:nvPr/>
        </p:nvSpPr>
        <p:spPr>
          <a:xfrm>
            <a:off x="1143000" y="6667805"/>
            <a:ext cx="3810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Since 2016 · Barcelona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6096305" y="2667305"/>
            <a:ext cx="11239805" cy="422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500" kern="0" spc="-11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build technology </a:t>
            </a:r>
            <a:endParaRPr lang="en-US" sz="5500" dirty="0"/>
          </a:p>
          <a:p>
            <a:pPr marL="0" indent="0" algn="l">
              <a:buNone/>
            </a:pPr>
            <a:r>
              <a:rPr lang="en-US" sz="5500" kern="0" spc="-11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 </a:t>
            </a:r>
            <a:r>
              <a:rPr lang="en-US" sz="5500" b="1" kern="0" spc="-11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operates where </a:t>
            </a:r>
            <a:endParaRPr lang="en-US" sz="5500" dirty="0"/>
          </a:p>
          <a:p>
            <a:pPr marL="0" indent="0" algn="l">
              <a:buNone/>
            </a:pPr>
            <a:r>
              <a:rPr lang="en-US" sz="5500" b="1" kern="0" spc="-11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matters most</a:t>
            </a:r>
            <a:r>
              <a:rPr lang="en-US" sz="5500" kern="0" spc="-11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</a:t>
            </a:r>
            <a:endParaRPr lang="en-US" sz="5500" dirty="0"/>
          </a:p>
          <a:p>
            <a:pPr marL="0" indent="0" algn="l">
              <a:buNone/>
            </a:pPr>
            <a:r>
              <a:rPr lang="en-US" sz="5500" kern="0" spc="-11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moments organisations </a:t>
            </a:r>
            <a:r>
              <a:rPr lang="en-US" sz="5500" b="1" kern="0" spc="-11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cannot afford to fail.</a:t>
            </a:r>
            <a:endParaRPr lang="en-US" sz="5500" dirty="0"/>
          </a:p>
        </p:txBody>
      </p:sp>
      <p:sp>
        <p:nvSpPr>
          <p:cNvPr id="10" name="Text 5"/>
          <p:cNvSpPr txBox="1"/>
          <p:nvPr/>
        </p:nvSpPr>
        <p:spPr>
          <a:xfrm>
            <a:off x="1143000" y="9048902"/>
            <a:ext cx="3810305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Certified</a:t>
            </a:r>
            <a:endParaRPr lang="en-US" sz="4200" dirty="0"/>
          </a:p>
        </p:txBody>
      </p:sp>
      <p:sp>
        <p:nvSpPr>
          <p:cNvPr id="11" name="Text 6"/>
          <p:cNvSpPr txBox="1"/>
          <p:nvPr/>
        </p:nvSpPr>
        <p:spPr>
          <a:xfrm>
            <a:off x="1143000" y="9658807"/>
            <a:ext cx="3810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Certified quality management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5333695" y="9048902"/>
            <a:ext cx="28575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25+</a:t>
            </a:r>
            <a:endParaRPr lang="en-US" sz="4200" dirty="0"/>
          </a:p>
        </p:txBody>
      </p:sp>
      <p:sp>
        <p:nvSpPr>
          <p:cNvPr id="13" name="Text 8"/>
          <p:cNvSpPr txBox="1"/>
          <p:nvPr/>
        </p:nvSpPr>
        <p:spPr>
          <a:xfrm>
            <a:off x="5333695" y="9658807"/>
            <a:ext cx="2857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Countries of operation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8572500" y="9048902"/>
            <a:ext cx="3238805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150K+</a:t>
            </a:r>
            <a:endParaRPr lang="en-US" sz="4200" dirty="0"/>
          </a:p>
        </p:txBody>
      </p:sp>
      <p:sp>
        <p:nvSpPr>
          <p:cNvPr id="15" name="Text 10"/>
          <p:cNvSpPr txBox="1"/>
          <p:nvPr/>
        </p:nvSpPr>
        <p:spPr>
          <a:xfrm>
            <a:off x="8572500" y="9658807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 devices connected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12191695" y="9048902"/>
            <a:ext cx="3810305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Hubs</a:t>
            </a:r>
            <a:endParaRPr lang="en-US" sz="4200" dirty="0"/>
          </a:p>
        </p:txBody>
      </p:sp>
      <p:sp>
        <p:nvSpPr>
          <p:cNvPr id="17" name="Text 12"/>
          <p:cNvSpPr txBox="1"/>
          <p:nvPr/>
        </p:nvSpPr>
        <p:spPr>
          <a:xfrm>
            <a:off x="12191695" y="9658807"/>
            <a:ext cx="3810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engineering + delivery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d5ead705bd3332e96ed1c40e0ec4d6f3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2" descr="gen-dedup-07d4da1bf1910daef42c9babebc62b7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43000" y="1904695"/>
            <a:ext cx="914400" cy="38405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presence · 05</a:t>
            </a:r>
            <a:endParaRPr lang="en-US" sz="900" dirty="0"/>
          </a:p>
        </p:txBody>
      </p:sp>
      <p:sp>
        <p:nvSpPr>
          <p:cNvPr id="7" name="Text 1"/>
          <p:cNvSpPr txBox="1"/>
          <p:nvPr/>
        </p:nvSpPr>
        <p:spPr>
          <a:xfrm>
            <a:off x="1143000" y="2190902"/>
            <a:ext cx="9525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reach · local execution</a:t>
            </a:r>
            <a:endParaRPr lang="en-US" sz="1100" dirty="0"/>
          </a:p>
        </p:txBody>
      </p:sp>
      <p:sp>
        <p:nvSpPr>
          <p:cNvPr id="8" name="Text 2"/>
          <p:cNvSpPr txBox="1"/>
          <p:nvPr/>
        </p:nvSpPr>
        <p:spPr>
          <a:xfrm>
            <a:off x="1143000" y="2619756"/>
            <a:ext cx="14287500" cy="7434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500" b="1" kern="0" spc="-16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Eight hubs. </a:t>
            </a:r>
            <a:r>
              <a:rPr lang="en-US" sz="5500" b="1" kern="0" spc="-16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delivery model.</a:t>
            </a:r>
            <a:endParaRPr lang="en-US" sz="5500" dirty="0"/>
          </a:p>
        </p:txBody>
      </p:sp>
      <p:sp>
        <p:nvSpPr>
          <p:cNvPr id="9" name="Text 3"/>
          <p:cNvSpPr txBox="1"/>
          <p:nvPr/>
        </p:nvSpPr>
        <p:spPr>
          <a:xfrm>
            <a:off x="1142999" y="3610966"/>
            <a:ext cx="1619219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Barcelona HQ we deliver mission-critical projects across three continents — with regional teams that speak the local language and know the local regulation.</a:t>
            </a:r>
            <a:endParaRPr lang="en-US" sz="1600" dirty="0"/>
          </a:p>
        </p:txBody>
      </p:sp>
      <p:sp>
        <p:nvSpPr>
          <p:cNvPr id="10" name="Shape 4"/>
          <p:cNvSpPr/>
          <p:nvPr/>
        </p:nvSpPr>
        <p:spPr>
          <a:xfrm>
            <a:off x="571500" y="9853574"/>
            <a:ext cx="95098" cy="95098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5"/>
          <p:cNvSpPr txBox="1"/>
          <p:nvPr/>
        </p:nvSpPr>
        <p:spPr>
          <a:xfrm>
            <a:off x="743407" y="9810598"/>
            <a:ext cx="243779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98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 · Full delivery capability</a:t>
            </a:r>
            <a:endParaRPr lang="en-US" sz="900" dirty="0"/>
          </a:p>
        </p:txBody>
      </p:sp>
      <p:sp>
        <p:nvSpPr>
          <p:cNvPr id="12" name="Shape 6"/>
          <p:cNvSpPr/>
          <p:nvPr/>
        </p:nvSpPr>
        <p:spPr>
          <a:xfrm>
            <a:off x="3088843" y="9862718"/>
            <a:ext cx="75895" cy="75895"/>
          </a:xfrm>
          <a:prstGeom prst="ellipse">
            <a:avLst/>
          </a:prstGeom>
          <a:solidFill>
            <a:srgbClr val="E6A817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7"/>
          <p:cNvSpPr txBox="1"/>
          <p:nvPr/>
        </p:nvSpPr>
        <p:spPr>
          <a:xfrm>
            <a:off x="3241548" y="9810598"/>
            <a:ext cx="241035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kern="0" spc="98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development office</a:t>
            </a:r>
            <a:endParaRPr lang="en-US" sz="900" dirty="0"/>
          </a:p>
        </p:txBody>
      </p:sp>
      <p:sp>
        <p:nvSpPr>
          <p:cNvPr id="14" name="Text 8"/>
          <p:cNvSpPr txBox="1"/>
          <p:nvPr/>
        </p:nvSpPr>
        <p:spPr>
          <a:xfrm>
            <a:off x="12859207" y="9810598"/>
            <a:ext cx="4763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hubs · 25+ countries · one team</a:t>
            </a:r>
            <a:endParaRPr lang="en-US" sz="1000" dirty="0"/>
          </a:p>
        </p:txBody>
      </p:sp>
      <p:grpSp>
        <p:nvGrpSpPr>
          <p:cNvPr id="391" name="Google Shape;183;p30">
            <a:extLst>
              <a:ext uri="{FF2B5EF4-FFF2-40B4-BE49-F238E27FC236}">
                <a16:creationId xmlns:a16="http://schemas.microsoft.com/office/drawing/2014/main" id="{06D1D403-4F80-9BE7-0D05-87BDD9CD2B6F}"/>
              </a:ext>
            </a:extLst>
          </p:cNvPr>
          <p:cNvGrpSpPr/>
          <p:nvPr/>
        </p:nvGrpSpPr>
        <p:grpSpPr>
          <a:xfrm>
            <a:off x="4038416" y="4111923"/>
            <a:ext cx="10193524" cy="5980545"/>
            <a:chOff x="-341711" y="-621047"/>
            <a:chExt cx="9985772" cy="6380273"/>
          </a:xfrm>
          <a:noFill/>
        </p:grpSpPr>
        <p:sp>
          <p:nvSpPr>
            <p:cNvPr id="392" name="Google Shape;184;p30">
              <a:extLst>
                <a:ext uri="{FF2B5EF4-FFF2-40B4-BE49-F238E27FC236}">
                  <a16:creationId xmlns:a16="http://schemas.microsoft.com/office/drawing/2014/main" id="{B2CC2846-BF8D-887E-9A15-B5BBC3F5C724}"/>
                </a:ext>
              </a:extLst>
            </p:cNvPr>
            <p:cNvSpPr/>
            <p:nvPr/>
          </p:nvSpPr>
          <p:spPr>
            <a:xfrm>
              <a:off x="7160860" y="3288754"/>
              <a:ext cx="211665" cy="250783"/>
            </a:xfrm>
            <a:custGeom>
              <a:avLst/>
              <a:gdLst/>
              <a:ahLst/>
              <a:cxnLst/>
              <a:rect l="l" t="t" r="r" b="b"/>
              <a:pathLst>
                <a:path w="282220" h="334378" extrusionOk="0">
                  <a:moveTo>
                    <a:pt x="74991" y="0"/>
                  </a:moveTo>
                  <a:lnTo>
                    <a:pt x="80892" y="7868"/>
                  </a:lnTo>
                  <a:lnTo>
                    <a:pt x="84515" y="7143"/>
                  </a:lnTo>
                  <a:lnTo>
                    <a:pt x="104968" y="34413"/>
                  </a:lnTo>
                  <a:lnTo>
                    <a:pt x="117750" y="63629"/>
                  </a:lnTo>
                  <a:lnTo>
                    <a:pt x="154528" y="63629"/>
                  </a:lnTo>
                  <a:lnTo>
                    <a:pt x="157469" y="70772"/>
                  </a:lnTo>
                  <a:lnTo>
                    <a:pt x="164052" y="70772"/>
                  </a:lnTo>
                  <a:lnTo>
                    <a:pt x="179959" y="109404"/>
                  </a:lnTo>
                  <a:lnTo>
                    <a:pt x="154962" y="113949"/>
                  </a:lnTo>
                  <a:lnTo>
                    <a:pt x="148982" y="129894"/>
                  </a:lnTo>
                  <a:lnTo>
                    <a:pt x="181797" y="145438"/>
                  </a:lnTo>
                  <a:lnTo>
                    <a:pt x="184776" y="149481"/>
                  </a:lnTo>
                  <a:lnTo>
                    <a:pt x="191321" y="152581"/>
                  </a:lnTo>
                  <a:lnTo>
                    <a:pt x="223136" y="195758"/>
                  </a:lnTo>
                  <a:lnTo>
                    <a:pt x="245861" y="234390"/>
                  </a:lnTo>
                  <a:lnTo>
                    <a:pt x="273130" y="259387"/>
                  </a:lnTo>
                  <a:lnTo>
                    <a:pt x="282220" y="286656"/>
                  </a:lnTo>
                  <a:lnTo>
                    <a:pt x="277675" y="325288"/>
                  </a:lnTo>
                  <a:lnTo>
                    <a:pt x="239043" y="309381"/>
                  </a:lnTo>
                  <a:lnTo>
                    <a:pt x="223136" y="334378"/>
                  </a:lnTo>
                  <a:lnTo>
                    <a:pt x="195866" y="318471"/>
                  </a:lnTo>
                  <a:lnTo>
                    <a:pt x="196666" y="317351"/>
                  </a:lnTo>
                  <a:lnTo>
                    <a:pt x="186342" y="311328"/>
                  </a:lnTo>
                  <a:lnTo>
                    <a:pt x="197705" y="295421"/>
                  </a:lnTo>
                  <a:lnTo>
                    <a:pt x="197705" y="263606"/>
                  </a:lnTo>
                  <a:lnTo>
                    <a:pt x="170435" y="231792"/>
                  </a:lnTo>
                  <a:lnTo>
                    <a:pt x="165890" y="193160"/>
                  </a:lnTo>
                  <a:lnTo>
                    <a:pt x="144743" y="168488"/>
                  </a:lnTo>
                  <a:lnTo>
                    <a:pt x="120875" y="168488"/>
                  </a:lnTo>
                  <a:lnTo>
                    <a:pt x="116330" y="179851"/>
                  </a:lnTo>
                  <a:lnTo>
                    <a:pt x="89060" y="184396"/>
                  </a:lnTo>
                  <a:lnTo>
                    <a:pt x="85786" y="176211"/>
                  </a:lnTo>
                  <a:lnTo>
                    <a:pt x="79536" y="177253"/>
                  </a:lnTo>
                  <a:lnTo>
                    <a:pt x="79008" y="175932"/>
                  </a:lnTo>
                  <a:lnTo>
                    <a:pt x="41339" y="195758"/>
                  </a:lnTo>
                  <a:lnTo>
                    <a:pt x="41339" y="183602"/>
                  </a:lnTo>
                  <a:lnTo>
                    <a:pt x="31815" y="188615"/>
                  </a:lnTo>
                  <a:lnTo>
                    <a:pt x="31815" y="156800"/>
                  </a:lnTo>
                  <a:lnTo>
                    <a:pt x="41619" y="123465"/>
                  </a:lnTo>
                  <a:lnTo>
                    <a:pt x="25431" y="120767"/>
                  </a:lnTo>
                  <a:lnTo>
                    <a:pt x="25431" y="115211"/>
                  </a:lnTo>
                  <a:lnTo>
                    <a:pt x="15907" y="113624"/>
                  </a:lnTo>
                  <a:lnTo>
                    <a:pt x="15907" y="92600"/>
                  </a:lnTo>
                  <a:lnTo>
                    <a:pt x="9524" y="88952"/>
                  </a:lnTo>
                  <a:lnTo>
                    <a:pt x="9896" y="87464"/>
                  </a:lnTo>
                  <a:lnTo>
                    <a:pt x="0" y="81809"/>
                  </a:lnTo>
                  <a:lnTo>
                    <a:pt x="4545" y="63629"/>
                  </a:lnTo>
                  <a:lnTo>
                    <a:pt x="36359" y="38632"/>
                  </a:lnTo>
                  <a:lnTo>
                    <a:pt x="43177" y="47722"/>
                  </a:lnTo>
                  <a:lnTo>
                    <a:pt x="43405" y="47722"/>
                  </a:lnTo>
                  <a:lnTo>
                    <a:pt x="45883" y="45775"/>
                  </a:lnTo>
                  <a:lnTo>
                    <a:pt x="47343" y="47722"/>
                  </a:lnTo>
                  <a:lnTo>
                    <a:pt x="59084" y="47722"/>
                  </a:lnTo>
                  <a:lnTo>
                    <a:pt x="52267" y="454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185;p30">
              <a:extLst>
                <a:ext uri="{FF2B5EF4-FFF2-40B4-BE49-F238E27FC236}">
                  <a16:creationId xmlns:a16="http://schemas.microsoft.com/office/drawing/2014/main" id="{2B7ECBAF-3546-4293-90E6-D8CED10D403B}"/>
                </a:ext>
              </a:extLst>
            </p:cNvPr>
            <p:cNvSpPr/>
            <p:nvPr/>
          </p:nvSpPr>
          <p:spPr>
            <a:xfrm>
              <a:off x="7082378" y="3341427"/>
              <a:ext cx="226760" cy="426413"/>
            </a:xfrm>
            <a:custGeom>
              <a:avLst/>
              <a:gdLst/>
              <a:ahLst/>
              <a:cxnLst/>
              <a:rect l="l" t="t" r="r" b="b"/>
              <a:pathLst>
                <a:path w="302346" h="568550" extrusionOk="0">
                  <a:moveTo>
                    <a:pt x="102261" y="0"/>
                  </a:moveTo>
                  <a:lnTo>
                    <a:pt x="118168" y="15907"/>
                  </a:lnTo>
                  <a:lnTo>
                    <a:pt x="118168" y="23050"/>
                  </a:lnTo>
                  <a:lnTo>
                    <a:pt x="120549" y="25431"/>
                  </a:lnTo>
                  <a:lnTo>
                    <a:pt x="120549" y="39029"/>
                  </a:lnTo>
                  <a:lnTo>
                    <a:pt x="145438" y="43177"/>
                  </a:lnTo>
                  <a:lnTo>
                    <a:pt x="142879" y="51878"/>
                  </a:lnTo>
                  <a:lnTo>
                    <a:pt x="147819" y="52701"/>
                  </a:lnTo>
                  <a:lnTo>
                    <a:pt x="136456" y="91333"/>
                  </a:lnTo>
                  <a:lnTo>
                    <a:pt x="139561" y="113070"/>
                  </a:lnTo>
                  <a:lnTo>
                    <a:pt x="177252" y="90899"/>
                  </a:lnTo>
                  <a:lnTo>
                    <a:pt x="188614" y="97716"/>
                  </a:lnTo>
                  <a:lnTo>
                    <a:pt x="209067" y="97716"/>
                  </a:lnTo>
                  <a:lnTo>
                    <a:pt x="213611" y="86354"/>
                  </a:lnTo>
                  <a:lnTo>
                    <a:pt x="240881" y="86354"/>
                  </a:lnTo>
                  <a:lnTo>
                    <a:pt x="272695" y="118168"/>
                  </a:lnTo>
                  <a:lnTo>
                    <a:pt x="272695" y="125311"/>
                  </a:lnTo>
                  <a:lnTo>
                    <a:pt x="275076" y="127692"/>
                  </a:lnTo>
                  <a:lnTo>
                    <a:pt x="275076" y="159578"/>
                  </a:lnTo>
                  <a:lnTo>
                    <a:pt x="299965" y="188615"/>
                  </a:lnTo>
                  <a:lnTo>
                    <a:pt x="299965" y="195361"/>
                  </a:lnTo>
                  <a:lnTo>
                    <a:pt x="302346" y="198139"/>
                  </a:lnTo>
                  <a:lnTo>
                    <a:pt x="302346" y="229953"/>
                  </a:lnTo>
                  <a:lnTo>
                    <a:pt x="290984" y="245860"/>
                  </a:lnTo>
                  <a:lnTo>
                    <a:pt x="259169" y="241316"/>
                  </a:lnTo>
                  <a:lnTo>
                    <a:pt x="211448" y="252678"/>
                  </a:lnTo>
                  <a:lnTo>
                    <a:pt x="184178" y="279947"/>
                  </a:lnTo>
                  <a:lnTo>
                    <a:pt x="195540" y="327669"/>
                  </a:lnTo>
                  <a:lnTo>
                    <a:pt x="163726" y="311762"/>
                  </a:lnTo>
                  <a:lnTo>
                    <a:pt x="129639" y="311762"/>
                  </a:lnTo>
                  <a:lnTo>
                    <a:pt x="131680" y="302238"/>
                  </a:lnTo>
                  <a:lnTo>
                    <a:pt x="127258" y="302238"/>
                  </a:lnTo>
                  <a:lnTo>
                    <a:pt x="132034" y="279947"/>
                  </a:lnTo>
                  <a:lnTo>
                    <a:pt x="104642" y="279947"/>
                  </a:lnTo>
                  <a:lnTo>
                    <a:pt x="97824" y="323124"/>
                  </a:lnTo>
                  <a:lnTo>
                    <a:pt x="81917" y="375391"/>
                  </a:lnTo>
                  <a:lnTo>
                    <a:pt x="66010" y="407205"/>
                  </a:lnTo>
                  <a:lnTo>
                    <a:pt x="68968" y="424951"/>
                  </a:lnTo>
                  <a:lnTo>
                    <a:pt x="90898" y="424951"/>
                  </a:lnTo>
                  <a:lnTo>
                    <a:pt x="106806" y="463583"/>
                  </a:lnTo>
                  <a:lnTo>
                    <a:pt x="107854" y="469869"/>
                  </a:lnTo>
                  <a:lnTo>
                    <a:pt x="109187" y="473107"/>
                  </a:lnTo>
                  <a:lnTo>
                    <a:pt x="112323" y="491921"/>
                  </a:lnTo>
                  <a:lnTo>
                    <a:pt x="134075" y="515849"/>
                  </a:lnTo>
                  <a:lnTo>
                    <a:pt x="154527" y="515849"/>
                  </a:lnTo>
                  <a:lnTo>
                    <a:pt x="177252" y="538574"/>
                  </a:lnTo>
                  <a:lnTo>
                    <a:pt x="174276" y="542741"/>
                  </a:lnTo>
                  <a:lnTo>
                    <a:pt x="179633" y="548098"/>
                  </a:lnTo>
                  <a:lnTo>
                    <a:pt x="168271" y="564005"/>
                  </a:lnTo>
                  <a:lnTo>
                    <a:pt x="141001" y="568550"/>
                  </a:lnTo>
                  <a:lnTo>
                    <a:pt x="141001" y="558629"/>
                  </a:lnTo>
                  <a:lnTo>
                    <a:pt x="138620" y="559026"/>
                  </a:lnTo>
                  <a:lnTo>
                    <a:pt x="138620" y="546908"/>
                  </a:lnTo>
                  <a:lnTo>
                    <a:pt x="109187" y="532191"/>
                  </a:lnTo>
                  <a:lnTo>
                    <a:pt x="104642" y="536736"/>
                  </a:lnTo>
                  <a:lnTo>
                    <a:pt x="88735" y="525373"/>
                  </a:lnTo>
                  <a:lnTo>
                    <a:pt x="81917" y="504921"/>
                  </a:lnTo>
                  <a:lnTo>
                    <a:pt x="61465" y="484469"/>
                  </a:lnTo>
                  <a:lnTo>
                    <a:pt x="45558" y="466289"/>
                  </a:lnTo>
                  <a:lnTo>
                    <a:pt x="38740" y="489014"/>
                  </a:lnTo>
                  <a:lnTo>
                    <a:pt x="29651" y="466289"/>
                  </a:lnTo>
                  <a:lnTo>
                    <a:pt x="30161" y="463994"/>
                  </a:lnTo>
                  <a:lnTo>
                    <a:pt x="27270" y="456765"/>
                  </a:lnTo>
                  <a:lnTo>
                    <a:pt x="31814" y="436313"/>
                  </a:lnTo>
                  <a:lnTo>
                    <a:pt x="43177" y="397681"/>
                  </a:lnTo>
                  <a:lnTo>
                    <a:pt x="63629" y="361322"/>
                  </a:lnTo>
                  <a:lnTo>
                    <a:pt x="79271" y="330036"/>
                  </a:lnTo>
                  <a:lnTo>
                    <a:pt x="70555" y="300400"/>
                  </a:lnTo>
                  <a:lnTo>
                    <a:pt x="70555" y="298971"/>
                  </a:lnTo>
                  <a:lnTo>
                    <a:pt x="68174" y="290876"/>
                  </a:lnTo>
                  <a:lnTo>
                    <a:pt x="68174" y="274968"/>
                  </a:lnTo>
                  <a:lnTo>
                    <a:pt x="65427" y="261233"/>
                  </a:lnTo>
                  <a:lnTo>
                    <a:pt x="38740" y="236771"/>
                  </a:lnTo>
                  <a:lnTo>
                    <a:pt x="36942" y="227781"/>
                  </a:lnTo>
                  <a:lnTo>
                    <a:pt x="36359" y="227247"/>
                  </a:lnTo>
                  <a:lnTo>
                    <a:pt x="31814" y="204522"/>
                  </a:lnTo>
                  <a:lnTo>
                    <a:pt x="43177" y="199977"/>
                  </a:lnTo>
                  <a:lnTo>
                    <a:pt x="57619" y="171093"/>
                  </a:lnTo>
                  <a:lnTo>
                    <a:pt x="45558" y="150417"/>
                  </a:lnTo>
                  <a:lnTo>
                    <a:pt x="22833" y="123147"/>
                  </a:lnTo>
                  <a:lnTo>
                    <a:pt x="2381" y="91333"/>
                  </a:lnTo>
                  <a:lnTo>
                    <a:pt x="4945" y="89501"/>
                  </a:lnTo>
                  <a:lnTo>
                    <a:pt x="0" y="81809"/>
                  </a:lnTo>
                  <a:lnTo>
                    <a:pt x="15907" y="70447"/>
                  </a:lnTo>
                  <a:lnTo>
                    <a:pt x="31814" y="31815"/>
                  </a:lnTo>
                  <a:lnTo>
                    <a:pt x="59084" y="27270"/>
                  </a:lnTo>
                  <a:lnTo>
                    <a:pt x="79536" y="1136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186;p30">
              <a:extLst>
                <a:ext uri="{FF2B5EF4-FFF2-40B4-BE49-F238E27FC236}">
                  <a16:creationId xmlns:a16="http://schemas.microsoft.com/office/drawing/2014/main" id="{BEC28750-3B36-3656-A0E7-91A2D8E5B781}"/>
                </a:ext>
              </a:extLst>
            </p:cNvPr>
            <p:cNvSpPr/>
            <p:nvPr/>
          </p:nvSpPr>
          <p:spPr>
            <a:xfrm>
              <a:off x="6850669" y="3109715"/>
              <a:ext cx="88626" cy="53079"/>
            </a:xfrm>
            <a:custGeom>
              <a:avLst/>
              <a:gdLst/>
              <a:ahLst/>
              <a:cxnLst/>
              <a:rect l="l" t="t" r="r" b="b"/>
              <a:pathLst>
                <a:path w="118168" h="70772" extrusionOk="0">
                  <a:moveTo>
                    <a:pt x="40904" y="0"/>
                  </a:moveTo>
                  <a:lnTo>
                    <a:pt x="68174" y="4545"/>
                  </a:lnTo>
                  <a:lnTo>
                    <a:pt x="84081" y="11362"/>
                  </a:lnTo>
                  <a:lnTo>
                    <a:pt x="99988" y="20452"/>
                  </a:lnTo>
                  <a:lnTo>
                    <a:pt x="118168" y="31815"/>
                  </a:lnTo>
                  <a:lnTo>
                    <a:pt x="118168" y="38958"/>
                  </a:lnTo>
                  <a:lnTo>
                    <a:pt x="118168" y="59084"/>
                  </a:lnTo>
                  <a:lnTo>
                    <a:pt x="118168" y="66227"/>
                  </a:lnTo>
                  <a:lnTo>
                    <a:pt x="84081" y="66227"/>
                  </a:lnTo>
                  <a:lnTo>
                    <a:pt x="52267" y="66227"/>
                  </a:lnTo>
                  <a:lnTo>
                    <a:pt x="31814" y="70772"/>
                  </a:lnTo>
                  <a:lnTo>
                    <a:pt x="0" y="54865"/>
                  </a:lnTo>
                  <a:lnTo>
                    <a:pt x="0" y="47722"/>
                  </a:lnTo>
                  <a:lnTo>
                    <a:pt x="0" y="45775"/>
                  </a:lnTo>
                  <a:lnTo>
                    <a:pt x="0" y="38632"/>
                  </a:lnTo>
                  <a:lnTo>
                    <a:pt x="20452" y="1136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187;p30">
              <a:extLst>
                <a:ext uri="{FF2B5EF4-FFF2-40B4-BE49-F238E27FC236}">
                  <a16:creationId xmlns:a16="http://schemas.microsoft.com/office/drawing/2014/main" id="{D0709252-8A84-E322-DD38-729819B41AD7}"/>
                </a:ext>
              </a:extLst>
            </p:cNvPr>
            <p:cNvSpPr/>
            <p:nvPr/>
          </p:nvSpPr>
          <p:spPr>
            <a:xfrm>
              <a:off x="6823317" y="3164174"/>
              <a:ext cx="133102" cy="179201"/>
            </a:xfrm>
            <a:custGeom>
              <a:avLst/>
              <a:gdLst/>
              <a:ahLst/>
              <a:cxnLst/>
              <a:rect l="l" t="t" r="r" b="b"/>
              <a:pathLst>
                <a:path w="177469" h="238934" extrusionOk="0">
                  <a:moveTo>
                    <a:pt x="27487" y="0"/>
                  </a:moveTo>
                  <a:lnTo>
                    <a:pt x="54756" y="15907"/>
                  </a:lnTo>
                  <a:lnTo>
                    <a:pt x="70663" y="15907"/>
                  </a:lnTo>
                  <a:lnTo>
                    <a:pt x="75208" y="47722"/>
                  </a:lnTo>
                  <a:lnTo>
                    <a:pt x="107023" y="54539"/>
                  </a:lnTo>
                  <a:lnTo>
                    <a:pt x="145655" y="54539"/>
                  </a:lnTo>
                  <a:lnTo>
                    <a:pt x="166107" y="59084"/>
                  </a:lnTo>
                  <a:lnTo>
                    <a:pt x="150199" y="90899"/>
                  </a:lnTo>
                  <a:lnTo>
                    <a:pt x="148684" y="91548"/>
                  </a:lnTo>
                  <a:lnTo>
                    <a:pt x="145437" y="98042"/>
                  </a:lnTo>
                  <a:lnTo>
                    <a:pt x="129530" y="104859"/>
                  </a:lnTo>
                  <a:lnTo>
                    <a:pt x="118811" y="118641"/>
                  </a:lnTo>
                  <a:lnTo>
                    <a:pt x="136508" y="138305"/>
                  </a:lnTo>
                  <a:lnTo>
                    <a:pt x="140893" y="120766"/>
                  </a:lnTo>
                  <a:lnTo>
                    <a:pt x="143869" y="120766"/>
                  </a:lnTo>
                  <a:lnTo>
                    <a:pt x="145655" y="113623"/>
                  </a:lnTo>
                  <a:lnTo>
                    <a:pt x="157017" y="113623"/>
                  </a:lnTo>
                  <a:lnTo>
                    <a:pt x="177469" y="177252"/>
                  </a:lnTo>
                  <a:lnTo>
                    <a:pt x="177469" y="204522"/>
                  </a:lnTo>
                  <a:lnTo>
                    <a:pt x="172707" y="203161"/>
                  </a:lnTo>
                  <a:lnTo>
                    <a:pt x="172707" y="211665"/>
                  </a:lnTo>
                  <a:lnTo>
                    <a:pt x="162829" y="208842"/>
                  </a:lnTo>
                  <a:lnTo>
                    <a:pt x="166107" y="231791"/>
                  </a:lnTo>
                  <a:lnTo>
                    <a:pt x="157112" y="209305"/>
                  </a:lnTo>
                  <a:lnTo>
                    <a:pt x="161345" y="238934"/>
                  </a:lnTo>
                  <a:lnTo>
                    <a:pt x="152255" y="216210"/>
                  </a:lnTo>
                  <a:lnTo>
                    <a:pt x="145437" y="195757"/>
                  </a:lnTo>
                  <a:lnTo>
                    <a:pt x="140893" y="179850"/>
                  </a:lnTo>
                  <a:lnTo>
                    <a:pt x="124985" y="152581"/>
                  </a:lnTo>
                  <a:lnTo>
                    <a:pt x="99974" y="152581"/>
                  </a:lnTo>
                  <a:lnTo>
                    <a:pt x="102478" y="161345"/>
                  </a:lnTo>
                  <a:lnTo>
                    <a:pt x="97647" y="168246"/>
                  </a:lnTo>
                  <a:lnTo>
                    <a:pt x="97716" y="168488"/>
                  </a:lnTo>
                  <a:lnTo>
                    <a:pt x="81809" y="191213"/>
                  </a:lnTo>
                  <a:lnTo>
                    <a:pt x="70446" y="184395"/>
                  </a:lnTo>
                  <a:lnTo>
                    <a:pt x="65901" y="191213"/>
                  </a:lnTo>
                  <a:lnTo>
                    <a:pt x="49994" y="184395"/>
                  </a:lnTo>
                  <a:lnTo>
                    <a:pt x="38632" y="179850"/>
                  </a:lnTo>
                  <a:lnTo>
                    <a:pt x="34087" y="152581"/>
                  </a:lnTo>
                  <a:lnTo>
                    <a:pt x="22725" y="120766"/>
                  </a:lnTo>
                  <a:lnTo>
                    <a:pt x="27270" y="98042"/>
                  </a:lnTo>
                  <a:lnTo>
                    <a:pt x="0" y="82134"/>
                  </a:lnTo>
                  <a:lnTo>
                    <a:pt x="6266" y="75868"/>
                  </a:lnTo>
                  <a:lnTo>
                    <a:pt x="4762" y="74991"/>
                  </a:lnTo>
                  <a:lnTo>
                    <a:pt x="16124" y="63629"/>
                  </a:lnTo>
                  <a:lnTo>
                    <a:pt x="31460" y="52894"/>
                  </a:lnTo>
                  <a:lnTo>
                    <a:pt x="6817" y="34413"/>
                  </a:lnTo>
                  <a:lnTo>
                    <a:pt x="22725" y="7143"/>
                  </a:lnTo>
                  <a:lnTo>
                    <a:pt x="23169" y="740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188;p30">
              <a:extLst>
                <a:ext uri="{FF2B5EF4-FFF2-40B4-BE49-F238E27FC236}">
                  <a16:creationId xmlns:a16="http://schemas.microsoft.com/office/drawing/2014/main" id="{D417B978-F858-019E-78A2-A1B090249E14}"/>
                </a:ext>
              </a:extLst>
            </p:cNvPr>
            <p:cNvSpPr/>
            <p:nvPr/>
          </p:nvSpPr>
          <p:spPr>
            <a:xfrm>
              <a:off x="6431397" y="2179217"/>
              <a:ext cx="1692427" cy="1233957"/>
            </a:xfrm>
            <a:custGeom>
              <a:avLst/>
              <a:gdLst/>
              <a:ahLst/>
              <a:cxnLst/>
              <a:rect l="l" t="t" r="r" b="b"/>
              <a:pathLst>
                <a:path w="993" h="724" extrusionOk="0">
                  <a:moveTo>
                    <a:pt x="593" y="715"/>
                  </a:moveTo>
                  <a:lnTo>
                    <a:pt x="593" y="715"/>
                  </a:lnTo>
                  <a:lnTo>
                    <a:pt x="579" y="724"/>
                  </a:lnTo>
                  <a:lnTo>
                    <a:pt x="565" y="720"/>
                  </a:lnTo>
                  <a:lnTo>
                    <a:pt x="565" y="703"/>
                  </a:lnTo>
                  <a:lnTo>
                    <a:pt x="574" y="696"/>
                  </a:lnTo>
                  <a:lnTo>
                    <a:pt x="591" y="691"/>
                  </a:lnTo>
                  <a:lnTo>
                    <a:pt x="600" y="691"/>
                  </a:lnTo>
                  <a:lnTo>
                    <a:pt x="603" y="698"/>
                  </a:lnTo>
                  <a:lnTo>
                    <a:pt x="596" y="706"/>
                  </a:lnTo>
                  <a:lnTo>
                    <a:pt x="593" y="715"/>
                  </a:lnTo>
                  <a:moveTo>
                    <a:pt x="872" y="97"/>
                  </a:moveTo>
                  <a:lnTo>
                    <a:pt x="872" y="97"/>
                  </a:lnTo>
                  <a:lnTo>
                    <a:pt x="901" y="104"/>
                  </a:lnTo>
                  <a:lnTo>
                    <a:pt x="920" y="121"/>
                  </a:lnTo>
                  <a:lnTo>
                    <a:pt x="927" y="145"/>
                  </a:lnTo>
                  <a:lnTo>
                    <a:pt x="950" y="145"/>
                  </a:lnTo>
                  <a:lnTo>
                    <a:pt x="965" y="135"/>
                  </a:lnTo>
                  <a:lnTo>
                    <a:pt x="993" y="128"/>
                  </a:lnTo>
                  <a:lnTo>
                    <a:pt x="984" y="149"/>
                  </a:lnTo>
                  <a:lnTo>
                    <a:pt x="976" y="159"/>
                  </a:lnTo>
                  <a:lnTo>
                    <a:pt x="972" y="185"/>
                  </a:lnTo>
                  <a:lnTo>
                    <a:pt x="960" y="206"/>
                  </a:lnTo>
                  <a:lnTo>
                    <a:pt x="941" y="201"/>
                  </a:lnTo>
                  <a:lnTo>
                    <a:pt x="927" y="211"/>
                  </a:lnTo>
                  <a:lnTo>
                    <a:pt x="931" y="230"/>
                  </a:lnTo>
                  <a:lnTo>
                    <a:pt x="929" y="256"/>
                  </a:lnTo>
                  <a:lnTo>
                    <a:pt x="922" y="256"/>
                  </a:lnTo>
                  <a:lnTo>
                    <a:pt x="922" y="268"/>
                  </a:lnTo>
                  <a:lnTo>
                    <a:pt x="910" y="253"/>
                  </a:lnTo>
                  <a:lnTo>
                    <a:pt x="905" y="268"/>
                  </a:lnTo>
                  <a:lnTo>
                    <a:pt x="879" y="275"/>
                  </a:lnTo>
                  <a:lnTo>
                    <a:pt x="882" y="287"/>
                  </a:lnTo>
                  <a:lnTo>
                    <a:pt x="868" y="287"/>
                  </a:lnTo>
                  <a:lnTo>
                    <a:pt x="861" y="279"/>
                  </a:lnTo>
                  <a:lnTo>
                    <a:pt x="849" y="294"/>
                  </a:lnTo>
                  <a:lnTo>
                    <a:pt x="832" y="308"/>
                  </a:lnTo>
                  <a:lnTo>
                    <a:pt x="818" y="320"/>
                  </a:lnTo>
                  <a:lnTo>
                    <a:pt x="797" y="327"/>
                  </a:lnTo>
                  <a:lnTo>
                    <a:pt x="785" y="334"/>
                  </a:lnTo>
                  <a:lnTo>
                    <a:pt x="766" y="341"/>
                  </a:lnTo>
                  <a:lnTo>
                    <a:pt x="775" y="332"/>
                  </a:lnTo>
                  <a:lnTo>
                    <a:pt x="771" y="324"/>
                  </a:lnTo>
                  <a:lnTo>
                    <a:pt x="785" y="310"/>
                  </a:lnTo>
                  <a:lnTo>
                    <a:pt x="775" y="298"/>
                  </a:lnTo>
                  <a:lnTo>
                    <a:pt x="761" y="306"/>
                  </a:lnTo>
                  <a:lnTo>
                    <a:pt x="742" y="320"/>
                  </a:lnTo>
                  <a:lnTo>
                    <a:pt x="733" y="334"/>
                  </a:lnTo>
                  <a:lnTo>
                    <a:pt x="719" y="334"/>
                  </a:lnTo>
                  <a:lnTo>
                    <a:pt x="709" y="346"/>
                  </a:lnTo>
                  <a:lnTo>
                    <a:pt x="719" y="358"/>
                  </a:lnTo>
                  <a:lnTo>
                    <a:pt x="730" y="362"/>
                  </a:lnTo>
                  <a:lnTo>
                    <a:pt x="733" y="372"/>
                  </a:lnTo>
                  <a:lnTo>
                    <a:pt x="745" y="377"/>
                  </a:lnTo>
                  <a:lnTo>
                    <a:pt x="761" y="362"/>
                  </a:lnTo>
                  <a:lnTo>
                    <a:pt x="778" y="369"/>
                  </a:lnTo>
                  <a:lnTo>
                    <a:pt x="787" y="372"/>
                  </a:lnTo>
                  <a:lnTo>
                    <a:pt x="790" y="381"/>
                  </a:lnTo>
                  <a:lnTo>
                    <a:pt x="766" y="386"/>
                  </a:lnTo>
                  <a:lnTo>
                    <a:pt x="759" y="398"/>
                  </a:lnTo>
                  <a:lnTo>
                    <a:pt x="745" y="407"/>
                  </a:lnTo>
                  <a:lnTo>
                    <a:pt x="735" y="421"/>
                  </a:lnTo>
                  <a:lnTo>
                    <a:pt x="752" y="433"/>
                  </a:lnTo>
                  <a:lnTo>
                    <a:pt x="759" y="452"/>
                  </a:lnTo>
                  <a:lnTo>
                    <a:pt x="768" y="469"/>
                  </a:lnTo>
                  <a:lnTo>
                    <a:pt x="780" y="483"/>
                  </a:lnTo>
                  <a:lnTo>
                    <a:pt x="780" y="497"/>
                  </a:lnTo>
                  <a:lnTo>
                    <a:pt x="768" y="502"/>
                  </a:lnTo>
                  <a:lnTo>
                    <a:pt x="773" y="511"/>
                  </a:lnTo>
                  <a:lnTo>
                    <a:pt x="782" y="519"/>
                  </a:lnTo>
                  <a:lnTo>
                    <a:pt x="780" y="533"/>
                  </a:lnTo>
                  <a:lnTo>
                    <a:pt x="775" y="549"/>
                  </a:lnTo>
                  <a:lnTo>
                    <a:pt x="766" y="549"/>
                  </a:lnTo>
                  <a:lnTo>
                    <a:pt x="756" y="571"/>
                  </a:lnTo>
                  <a:lnTo>
                    <a:pt x="742" y="592"/>
                  </a:lnTo>
                  <a:lnTo>
                    <a:pt x="728" y="613"/>
                  </a:lnTo>
                  <a:lnTo>
                    <a:pt x="704" y="630"/>
                  </a:lnTo>
                  <a:lnTo>
                    <a:pt x="683" y="644"/>
                  </a:lnTo>
                  <a:lnTo>
                    <a:pt x="664" y="646"/>
                  </a:lnTo>
                  <a:lnTo>
                    <a:pt x="655" y="656"/>
                  </a:lnTo>
                  <a:lnTo>
                    <a:pt x="650" y="649"/>
                  </a:lnTo>
                  <a:lnTo>
                    <a:pt x="641" y="658"/>
                  </a:lnTo>
                  <a:lnTo>
                    <a:pt x="617" y="665"/>
                  </a:lnTo>
                  <a:lnTo>
                    <a:pt x="600" y="670"/>
                  </a:lnTo>
                  <a:lnTo>
                    <a:pt x="596" y="687"/>
                  </a:lnTo>
                  <a:lnTo>
                    <a:pt x="586" y="689"/>
                  </a:lnTo>
                  <a:lnTo>
                    <a:pt x="581" y="677"/>
                  </a:lnTo>
                  <a:lnTo>
                    <a:pt x="586" y="670"/>
                  </a:lnTo>
                  <a:lnTo>
                    <a:pt x="562" y="663"/>
                  </a:lnTo>
                  <a:lnTo>
                    <a:pt x="555" y="665"/>
                  </a:lnTo>
                  <a:lnTo>
                    <a:pt x="539" y="661"/>
                  </a:lnTo>
                  <a:lnTo>
                    <a:pt x="532" y="656"/>
                  </a:lnTo>
                  <a:lnTo>
                    <a:pt x="534" y="644"/>
                  </a:lnTo>
                  <a:lnTo>
                    <a:pt x="520" y="642"/>
                  </a:lnTo>
                  <a:lnTo>
                    <a:pt x="510" y="635"/>
                  </a:lnTo>
                  <a:lnTo>
                    <a:pt x="499" y="644"/>
                  </a:lnTo>
                  <a:lnTo>
                    <a:pt x="482" y="646"/>
                  </a:lnTo>
                  <a:lnTo>
                    <a:pt x="468" y="646"/>
                  </a:lnTo>
                  <a:lnTo>
                    <a:pt x="461" y="651"/>
                  </a:lnTo>
                  <a:lnTo>
                    <a:pt x="451" y="653"/>
                  </a:lnTo>
                  <a:lnTo>
                    <a:pt x="454" y="672"/>
                  </a:lnTo>
                  <a:lnTo>
                    <a:pt x="447" y="672"/>
                  </a:lnTo>
                  <a:lnTo>
                    <a:pt x="444" y="668"/>
                  </a:lnTo>
                  <a:lnTo>
                    <a:pt x="444" y="661"/>
                  </a:lnTo>
                  <a:lnTo>
                    <a:pt x="432" y="665"/>
                  </a:lnTo>
                  <a:lnTo>
                    <a:pt x="425" y="663"/>
                  </a:lnTo>
                  <a:lnTo>
                    <a:pt x="413" y="656"/>
                  </a:lnTo>
                  <a:lnTo>
                    <a:pt x="418" y="642"/>
                  </a:lnTo>
                  <a:lnTo>
                    <a:pt x="409" y="639"/>
                  </a:lnTo>
                  <a:lnTo>
                    <a:pt x="404" y="623"/>
                  </a:lnTo>
                  <a:lnTo>
                    <a:pt x="387" y="625"/>
                  </a:lnTo>
                  <a:lnTo>
                    <a:pt x="390" y="604"/>
                  </a:lnTo>
                  <a:lnTo>
                    <a:pt x="404" y="590"/>
                  </a:lnTo>
                  <a:lnTo>
                    <a:pt x="404" y="575"/>
                  </a:lnTo>
                  <a:lnTo>
                    <a:pt x="404" y="561"/>
                  </a:lnTo>
                  <a:lnTo>
                    <a:pt x="397" y="556"/>
                  </a:lnTo>
                  <a:lnTo>
                    <a:pt x="392" y="547"/>
                  </a:lnTo>
                  <a:lnTo>
                    <a:pt x="383" y="547"/>
                  </a:lnTo>
                  <a:lnTo>
                    <a:pt x="364" y="545"/>
                  </a:lnTo>
                  <a:lnTo>
                    <a:pt x="371" y="537"/>
                  </a:lnTo>
                  <a:lnTo>
                    <a:pt x="361" y="526"/>
                  </a:lnTo>
                  <a:lnTo>
                    <a:pt x="352" y="533"/>
                  </a:lnTo>
                  <a:lnTo>
                    <a:pt x="338" y="528"/>
                  </a:lnTo>
                  <a:lnTo>
                    <a:pt x="319" y="540"/>
                  </a:lnTo>
                  <a:lnTo>
                    <a:pt x="305" y="554"/>
                  </a:lnTo>
                  <a:lnTo>
                    <a:pt x="290" y="556"/>
                  </a:lnTo>
                  <a:lnTo>
                    <a:pt x="283" y="552"/>
                  </a:lnTo>
                  <a:lnTo>
                    <a:pt x="276" y="549"/>
                  </a:lnTo>
                  <a:lnTo>
                    <a:pt x="264" y="547"/>
                  </a:lnTo>
                  <a:lnTo>
                    <a:pt x="255" y="552"/>
                  </a:lnTo>
                  <a:lnTo>
                    <a:pt x="246" y="566"/>
                  </a:lnTo>
                  <a:lnTo>
                    <a:pt x="243" y="549"/>
                  </a:lnTo>
                  <a:lnTo>
                    <a:pt x="234" y="554"/>
                  </a:lnTo>
                  <a:lnTo>
                    <a:pt x="215" y="552"/>
                  </a:lnTo>
                  <a:lnTo>
                    <a:pt x="196" y="549"/>
                  </a:lnTo>
                  <a:lnTo>
                    <a:pt x="184" y="540"/>
                  </a:lnTo>
                  <a:lnTo>
                    <a:pt x="170" y="537"/>
                  </a:lnTo>
                  <a:lnTo>
                    <a:pt x="165" y="528"/>
                  </a:lnTo>
                  <a:lnTo>
                    <a:pt x="156" y="526"/>
                  </a:lnTo>
                  <a:lnTo>
                    <a:pt x="139" y="514"/>
                  </a:lnTo>
                  <a:lnTo>
                    <a:pt x="127" y="507"/>
                  </a:lnTo>
                  <a:lnTo>
                    <a:pt x="120" y="511"/>
                  </a:lnTo>
                  <a:lnTo>
                    <a:pt x="97" y="500"/>
                  </a:lnTo>
                  <a:lnTo>
                    <a:pt x="82" y="488"/>
                  </a:lnTo>
                  <a:lnTo>
                    <a:pt x="78" y="466"/>
                  </a:lnTo>
                  <a:lnTo>
                    <a:pt x="89" y="469"/>
                  </a:lnTo>
                  <a:lnTo>
                    <a:pt x="89" y="459"/>
                  </a:lnTo>
                  <a:lnTo>
                    <a:pt x="82" y="448"/>
                  </a:lnTo>
                  <a:lnTo>
                    <a:pt x="85" y="433"/>
                  </a:lnTo>
                  <a:lnTo>
                    <a:pt x="68" y="410"/>
                  </a:lnTo>
                  <a:lnTo>
                    <a:pt x="40" y="403"/>
                  </a:lnTo>
                  <a:lnTo>
                    <a:pt x="35" y="386"/>
                  </a:lnTo>
                  <a:lnTo>
                    <a:pt x="23" y="377"/>
                  </a:lnTo>
                  <a:lnTo>
                    <a:pt x="21" y="372"/>
                  </a:lnTo>
                  <a:lnTo>
                    <a:pt x="18" y="360"/>
                  </a:lnTo>
                  <a:lnTo>
                    <a:pt x="18" y="353"/>
                  </a:lnTo>
                  <a:lnTo>
                    <a:pt x="9" y="348"/>
                  </a:lnTo>
                  <a:lnTo>
                    <a:pt x="4" y="350"/>
                  </a:lnTo>
                  <a:lnTo>
                    <a:pt x="0" y="332"/>
                  </a:lnTo>
                  <a:lnTo>
                    <a:pt x="4" y="324"/>
                  </a:lnTo>
                  <a:lnTo>
                    <a:pt x="2" y="320"/>
                  </a:lnTo>
                  <a:lnTo>
                    <a:pt x="18" y="310"/>
                  </a:lnTo>
                  <a:lnTo>
                    <a:pt x="28" y="308"/>
                  </a:lnTo>
                  <a:lnTo>
                    <a:pt x="44" y="310"/>
                  </a:lnTo>
                  <a:lnTo>
                    <a:pt x="52" y="296"/>
                  </a:lnTo>
                  <a:lnTo>
                    <a:pt x="73" y="294"/>
                  </a:lnTo>
                  <a:lnTo>
                    <a:pt x="78" y="284"/>
                  </a:lnTo>
                  <a:lnTo>
                    <a:pt x="104" y="272"/>
                  </a:lnTo>
                  <a:lnTo>
                    <a:pt x="106" y="268"/>
                  </a:lnTo>
                  <a:lnTo>
                    <a:pt x="104" y="256"/>
                  </a:lnTo>
                  <a:lnTo>
                    <a:pt x="115" y="249"/>
                  </a:lnTo>
                  <a:lnTo>
                    <a:pt x="101" y="211"/>
                  </a:lnTo>
                  <a:lnTo>
                    <a:pt x="134" y="201"/>
                  </a:lnTo>
                  <a:lnTo>
                    <a:pt x="141" y="197"/>
                  </a:lnTo>
                  <a:lnTo>
                    <a:pt x="153" y="154"/>
                  </a:lnTo>
                  <a:lnTo>
                    <a:pt x="184" y="163"/>
                  </a:lnTo>
                  <a:lnTo>
                    <a:pt x="193" y="152"/>
                  </a:lnTo>
                  <a:lnTo>
                    <a:pt x="196" y="128"/>
                  </a:lnTo>
                  <a:lnTo>
                    <a:pt x="208" y="126"/>
                  </a:lnTo>
                  <a:lnTo>
                    <a:pt x="222" y="109"/>
                  </a:lnTo>
                  <a:lnTo>
                    <a:pt x="227" y="107"/>
                  </a:lnTo>
                  <a:lnTo>
                    <a:pt x="231" y="123"/>
                  </a:lnTo>
                  <a:lnTo>
                    <a:pt x="246" y="137"/>
                  </a:lnTo>
                  <a:lnTo>
                    <a:pt x="267" y="147"/>
                  </a:lnTo>
                  <a:lnTo>
                    <a:pt x="279" y="166"/>
                  </a:lnTo>
                  <a:lnTo>
                    <a:pt x="274" y="192"/>
                  </a:lnTo>
                  <a:lnTo>
                    <a:pt x="279" y="204"/>
                  </a:lnTo>
                  <a:lnTo>
                    <a:pt x="298" y="206"/>
                  </a:lnTo>
                  <a:lnTo>
                    <a:pt x="319" y="211"/>
                  </a:lnTo>
                  <a:lnTo>
                    <a:pt x="340" y="225"/>
                  </a:lnTo>
                  <a:lnTo>
                    <a:pt x="350" y="227"/>
                  </a:lnTo>
                  <a:lnTo>
                    <a:pt x="357" y="246"/>
                  </a:lnTo>
                  <a:lnTo>
                    <a:pt x="366" y="261"/>
                  </a:lnTo>
                  <a:lnTo>
                    <a:pt x="385" y="261"/>
                  </a:lnTo>
                  <a:lnTo>
                    <a:pt x="418" y="265"/>
                  </a:lnTo>
                  <a:lnTo>
                    <a:pt x="439" y="261"/>
                  </a:lnTo>
                  <a:lnTo>
                    <a:pt x="456" y="265"/>
                  </a:lnTo>
                  <a:lnTo>
                    <a:pt x="480" y="277"/>
                  </a:lnTo>
                  <a:lnTo>
                    <a:pt x="499" y="277"/>
                  </a:lnTo>
                  <a:lnTo>
                    <a:pt x="506" y="284"/>
                  </a:lnTo>
                  <a:lnTo>
                    <a:pt x="525" y="272"/>
                  </a:lnTo>
                  <a:lnTo>
                    <a:pt x="551" y="265"/>
                  </a:lnTo>
                  <a:lnTo>
                    <a:pt x="574" y="265"/>
                  </a:lnTo>
                  <a:lnTo>
                    <a:pt x="593" y="256"/>
                  </a:lnTo>
                  <a:lnTo>
                    <a:pt x="605" y="246"/>
                  </a:lnTo>
                  <a:lnTo>
                    <a:pt x="617" y="237"/>
                  </a:lnTo>
                  <a:lnTo>
                    <a:pt x="615" y="230"/>
                  </a:lnTo>
                  <a:lnTo>
                    <a:pt x="610" y="223"/>
                  </a:lnTo>
                  <a:lnTo>
                    <a:pt x="617" y="206"/>
                  </a:lnTo>
                  <a:lnTo>
                    <a:pt x="626" y="208"/>
                  </a:lnTo>
                  <a:lnTo>
                    <a:pt x="643" y="213"/>
                  </a:lnTo>
                  <a:lnTo>
                    <a:pt x="659" y="201"/>
                  </a:lnTo>
                  <a:lnTo>
                    <a:pt x="683" y="192"/>
                  </a:lnTo>
                  <a:lnTo>
                    <a:pt x="695" y="178"/>
                  </a:lnTo>
                  <a:lnTo>
                    <a:pt x="707" y="171"/>
                  </a:lnTo>
                  <a:lnTo>
                    <a:pt x="730" y="166"/>
                  </a:lnTo>
                  <a:lnTo>
                    <a:pt x="745" y="171"/>
                  </a:lnTo>
                  <a:lnTo>
                    <a:pt x="745" y="161"/>
                  </a:lnTo>
                  <a:lnTo>
                    <a:pt x="730" y="145"/>
                  </a:lnTo>
                  <a:lnTo>
                    <a:pt x="719" y="137"/>
                  </a:lnTo>
                  <a:lnTo>
                    <a:pt x="704" y="147"/>
                  </a:lnTo>
                  <a:lnTo>
                    <a:pt x="690" y="142"/>
                  </a:lnTo>
                  <a:lnTo>
                    <a:pt x="681" y="145"/>
                  </a:lnTo>
                  <a:lnTo>
                    <a:pt x="676" y="135"/>
                  </a:lnTo>
                  <a:lnTo>
                    <a:pt x="688" y="111"/>
                  </a:lnTo>
                  <a:lnTo>
                    <a:pt x="695" y="92"/>
                  </a:lnTo>
                  <a:lnTo>
                    <a:pt x="714" y="102"/>
                  </a:lnTo>
                  <a:lnTo>
                    <a:pt x="738" y="85"/>
                  </a:lnTo>
                  <a:lnTo>
                    <a:pt x="738" y="76"/>
                  </a:lnTo>
                  <a:lnTo>
                    <a:pt x="752" y="48"/>
                  </a:lnTo>
                  <a:lnTo>
                    <a:pt x="761" y="40"/>
                  </a:lnTo>
                  <a:lnTo>
                    <a:pt x="761" y="26"/>
                  </a:lnTo>
                  <a:lnTo>
                    <a:pt x="752" y="19"/>
                  </a:lnTo>
                  <a:lnTo>
                    <a:pt x="766" y="5"/>
                  </a:lnTo>
                  <a:lnTo>
                    <a:pt x="785" y="0"/>
                  </a:lnTo>
                  <a:lnTo>
                    <a:pt x="806" y="0"/>
                  </a:lnTo>
                  <a:lnTo>
                    <a:pt x="832" y="7"/>
                  </a:lnTo>
                  <a:lnTo>
                    <a:pt x="846" y="17"/>
                  </a:lnTo>
                  <a:lnTo>
                    <a:pt x="856" y="45"/>
                  </a:lnTo>
                  <a:lnTo>
                    <a:pt x="863" y="55"/>
                  </a:lnTo>
                  <a:lnTo>
                    <a:pt x="868" y="71"/>
                  </a:lnTo>
                  <a:lnTo>
                    <a:pt x="872" y="97"/>
                  </a:lnTo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189;p30">
              <a:extLst>
                <a:ext uri="{FF2B5EF4-FFF2-40B4-BE49-F238E27FC236}">
                  <a16:creationId xmlns:a16="http://schemas.microsoft.com/office/drawing/2014/main" id="{AD69D818-D8FB-0CC3-21FC-9DD5C5303800}"/>
                </a:ext>
              </a:extLst>
            </p:cNvPr>
            <p:cNvSpPr/>
            <p:nvPr/>
          </p:nvSpPr>
          <p:spPr>
            <a:xfrm>
              <a:off x="7213532" y="3257914"/>
              <a:ext cx="203062" cy="429821"/>
            </a:xfrm>
            <a:custGeom>
              <a:avLst/>
              <a:gdLst/>
              <a:ahLst/>
              <a:cxnLst/>
              <a:rect l="l" t="t" r="r" b="b"/>
              <a:pathLst>
                <a:path w="270749" h="573095" extrusionOk="0">
                  <a:moveTo>
                    <a:pt x="118494" y="0"/>
                  </a:moveTo>
                  <a:lnTo>
                    <a:pt x="141218" y="15907"/>
                  </a:lnTo>
                  <a:lnTo>
                    <a:pt x="173033" y="24997"/>
                  </a:lnTo>
                  <a:lnTo>
                    <a:pt x="168488" y="47722"/>
                  </a:lnTo>
                  <a:lnTo>
                    <a:pt x="184395" y="63629"/>
                  </a:lnTo>
                  <a:lnTo>
                    <a:pt x="220755" y="74992"/>
                  </a:lnTo>
                  <a:lnTo>
                    <a:pt x="208749" y="82996"/>
                  </a:lnTo>
                  <a:lnTo>
                    <a:pt x="213612" y="84516"/>
                  </a:lnTo>
                  <a:lnTo>
                    <a:pt x="165890" y="116330"/>
                  </a:lnTo>
                  <a:lnTo>
                    <a:pt x="140865" y="144929"/>
                  </a:lnTo>
                  <a:lnTo>
                    <a:pt x="136674" y="165890"/>
                  </a:lnTo>
                  <a:lnTo>
                    <a:pt x="161671" y="209067"/>
                  </a:lnTo>
                  <a:lnTo>
                    <a:pt x="195758" y="256789"/>
                  </a:lnTo>
                  <a:lnTo>
                    <a:pt x="232117" y="284058"/>
                  </a:lnTo>
                  <a:lnTo>
                    <a:pt x="254842" y="311328"/>
                  </a:lnTo>
                  <a:lnTo>
                    <a:pt x="270749" y="381774"/>
                  </a:lnTo>
                  <a:lnTo>
                    <a:pt x="263932" y="449948"/>
                  </a:lnTo>
                  <a:lnTo>
                    <a:pt x="257265" y="454710"/>
                  </a:lnTo>
                  <a:lnTo>
                    <a:pt x="256789" y="459472"/>
                  </a:lnTo>
                  <a:lnTo>
                    <a:pt x="224974" y="482197"/>
                  </a:lnTo>
                  <a:lnTo>
                    <a:pt x="188615" y="509466"/>
                  </a:lnTo>
                  <a:lnTo>
                    <a:pt x="154528" y="541281"/>
                  </a:lnTo>
                  <a:lnTo>
                    <a:pt x="106806" y="573095"/>
                  </a:lnTo>
                  <a:lnTo>
                    <a:pt x="95444" y="545826"/>
                  </a:lnTo>
                  <a:lnTo>
                    <a:pt x="106806" y="525373"/>
                  </a:lnTo>
                  <a:lnTo>
                    <a:pt x="79536" y="502649"/>
                  </a:lnTo>
                  <a:lnTo>
                    <a:pt x="91144" y="496845"/>
                  </a:lnTo>
                  <a:lnTo>
                    <a:pt x="86679" y="493125"/>
                  </a:lnTo>
                  <a:lnTo>
                    <a:pt x="118494" y="477218"/>
                  </a:lnTo>
                  <a:lnTo>
                    <a:pt x="144427" y="477218"/>
                  </a:lnTo>
                  <a:lnTo>
                    <a:pt x="134075" y="459472"/>
                  </a:lnTo>
                  <a:lnTo>
                    <a:pt x="144260" y="455163"/>
                  </a:lnTo>
                  <a:lnTo>
                    <a:pt x="141218" y="449948"/>
                  </a:lnTo>
                  <a:lnTo>
                    <a:pt x="193876" y="427670"/>
                  </a:lnTo>
                  <a:lnTo>
                    <a:pt x="197704" y="391298"/>
                  </a:lnTo>
                  <a:lnTo>
                    <a:pt x="193160" y="364029"/>
                  </a:lnTo>
                  <a:lnTo>
                    <a:pt x="197704" y="325397"/>
                  </a:lnTo>
                  <a:lnTo>
                    <a:pt x="188615" y="298127"/>
                  </a:lnTo>
                  <a:lnTo>
                    <a:pt x="161345" y="273130"/>
                  </a:lnTo>
                  <a:lnTo>
                    <a:pt x="138620" y="239043"/>
                  </a:lnTo>
                  <a:lnTo>
                    <a:pt x="106806" y="191321"/>
                  </a:lnTo>
                  <a:lnTo>
                    <a:pt x="63629" y="170869"/>
                  </a:lnTo>
                  <a:lnTo>
                    <a:pt x="72387" y="162110"/>
                  </a:lnTo>
                  <a:lnTo>
                    <a:pt x="70772" y="161345"/>
                  </a:lnTo>
                  <a:lnTo>
                    <a:pt x="82134" y="149983"/>
                  </a:lnTo>
                  <a:lnTo>
                    <a:pt x="93582" y="143623"/>
                  </a:lnTo>
                  <a:lnTo>
                    <a:pt x="79536" y="109513"/>
                  </a:lnTo>
                  <a:lnTo>
                    <a:pt x="36359" y="109513"/>
                  </a:lnTo>
                  <a:lnTo>
                    <a:pt x="20452" y="77698"/>
                  </a:lnTo>
                  <a:lnTo>
                    <a:pt x="0" y="45884"/>
                  </a:lnTo>
                  <a:lnTo>
                    <a:pt x="9775" y="40453"/>
                  </a:lnTo>
                  <a:lnTo>
                    <a:pt x="7143" y="36360"/>
                  </a:lnTo>
                  <a:lnTo>
                    <a:pt x="27595" y="24997"/>
                  </a:lnTo>
                  <a:lnTo>
                    <a:pt x="54865" y="24997"/>
                  </a:lnTo>
                  <a:lnTo>
                    <a:pt x="93497" y="2499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190;p30">
              <a:extLst>
                <a:ext uri="{FF2B5EF4-FFF2-40B4-BE49-F238E27FC236}">
                  <a16:creationId xmlns:a16="http://schemas.microsoft.com/office/drawing/2014/main" id="{3AE49275-AA4D-8B70-8F61-B040B42948D6}"/>
                </a:ext>
              </a:extLst>
            </p:cNvPr>
            <p:cNvSpPr/>
            <p:nvPr/>
          </p:nvSpPr>
          <p:spPr>
            <a:xfrm>
              <a:off x="5360978" y="2973448"/>
              <a:ext cx="17125" cy="40904"/>
            </a:xfrm>
            <a:custGeom>
              <a:avLst/>
              <a:gdLst/>
              <a:ahLst/>
              <a:cxnLst/>
              <a:rect l="l" t="t" r="r" b="b"/>
              <a:pathLst>
                <a:path w="22834" h="54539" extrusionOk="0">
                  <a:moveTo>
                    <a:pt x="4545" y="0"/>
                  </a:moveTo>
                  <a:lnTo>
                    <a:pt x="6719" y="1553"/>
                  </a:lnTo>
                  <a:lnTo>
                    <a:pt x="6926" y="0"/>
                  </a:lnTo>
                  <a:lnTo>
                    <a:pt x="22834" y="11362"/>
                  </a:lnTo>
                  <a:lnTo>
                    <a:pt x="22834" y="38632"/>
                  </a:lnTo>
                  <a:lnTo>
                    <a:pt x="18289" y="49994"/>
                  </a:lnTo>
                  <a:lnTo>
                    <a:pt x="2381" y="54539"/>
                  </a:lnTo>
                  <a:lnTo>
                    <a:pt x="2381" y="53859"/>
                  </a:lnTo>
                  <a:lnTo>
                    <a:pt x="0" y="54539"/>
                  </a:lnTo>
                  <a:lnTo>
                    <a:pt x="0" y="43177"/>
                  </a:lnTo>
                  <a:lnTo>
                    <a:pt x="9090" y="38632"/>
                  </a:lnTo>
                  <a:lnTo>
                    <a:pt x="0" y="3408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191;p30">
              <a:extLst>
                <a:ext uri="{FF2B5EF4-FFF2-40B4-BE49-F238E27FC236}">
                  <a16:creationId xmlns:a16="http://schemas.microsoft.com/office/drawing/2014/main" id="{68469593-5B21-547E-F42A-E4BA63608344}"/>
                </a:ext>
              </a:extLst>
            </p:cNvPr>
            <p:cNvSpPr/>
            <p:nvPr/>
          </p:nvSpPr>
          <p:spPr>
            <a:xfrm>
              <a:off x="5359194" y="2947803"/>
              <a:ext cx="121253" cy="138296"/>
            </a:xfrm>
            <a:custGeom>
              <a:avLst/>
              <a:gdLst/>
              <a:ahLst/>
              <a:cxnLst/>
              <a:rect l="l" t="t" r="r" b="b"/>
              <a:pathLst>
                <a:path w="161671" h="184395" extrusionOk="0">
                  <a:moveTo>
                    <a:pt x="138621" y="0"/>
                  </a:moveTo>
                  <a:lnTo>
                    <a:pt x="141471" y="9774"/>
                  </a:lnTo>
                  <a:lnTo>
                    <a:pt x="145764" y="7143"/>
                  </a:lnTo>
                  <a:lnTo>
                    <a:pt x="161671" y="61682"/>
                  </a:lnTo>
                  <a:lnTo>
                    <a:pt x="157126" y="66227"/>
                  </a:lnTo>
                  <a:lnTo>
                    <a:pt x="82135" y="88952"/>
                  </a:lnTo>
                  <a:lnTo>
                    <a:pt x="104227" y="111044"/>
                  </a:lnTo>
                  <a:lnTo>
                    <a:pt x="118494" y="125311"/>
                  </a:lnTo>
                  <a:lnTo>
                    <a:pt x="102587" y="136673"/>
                  </a:lnTo>
                  <a:lnTo>
                    <a:pt x="98042" y="152581"/>
                  </a:lnTo>
                  <a:lnTo>
                    <a:pt x="70772" y="159398"/>
                  </a:lnTo>
                  <a:lnTo>
                    <a:pt x="59410" y="168488"/>
                  </a:lnTo>
                  <a:lnTo>
                    <a:pt x="43503" y="184395"/>
                  </a:lnTo>
                  <a:lnTo>
                    <a:pt x="7143" y="175305"/>
                  </a:lnTo>
                  <a:lnTo>
                    <a:pt x="7143" y="169948"/>
                  </a:lnTo>
                  <a:lnTo>
                    <a:pt x="0" y="168162"/>
                  </a:lnTo>
                  <a:lnTo>
                    <a:pt x="0" y="161345"/>
                  </a:lnTo>
                  <a:lnTo>
                    <a:pt x="15908" y="97716"/>
                  </a:lnTo>
                  <a:lnTo>
                    <a:pt x="15908" y="81809"/>
                  </a:lnTo>
                  <a:lnTo>
                    <a:pt x="20452" y="65902"/>
                  </a:lnTo>
                  <a:lnTo>
                    <a:pt x="20452" y="43177"/>
                  </a:lnTo>
                  <a:lnTo>
                    <a:pt x="27270" y="27270"/>
                  </a:lnTo>
                  <a:lnTo>
                    <a:pt x="68174" y="4317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192;p30">
              <a:extLst>
                <a:ext uri="{FF2B5EF4-FFF2-40B4-BE49-F238E27FC236}">
                  <a16:creationId xmlns:a16="http://schemas.microsoft.com/office/drawing/2014/main" id="{29743792-50D1-3C70-9DCA-7F5202109E6C}"/>
                </a:ext>
              </a:extLst>
            </p:cNvPr>
            <p:cNvSpPr/>
            <p:nvPr/>
          </p:nvSpPr>
          <p:spPr>
            <a:xfrm>
              <a:off x="5366173" y="2910387"/>
              <a:ext cx="42690" cy="51293"/>
            </a:xfrm>
            <a:custGeom>
              <a:avLst/>
              <a:gdLst/>
              <a:ahLst/>
              <a:cxnLst/>
              <a:rect l="l" t="t" r="r" b="b"/>
              <a:pathLst>
                <a:path w="56920" h="68391" extrusionOk="0">
                  <a:moveTo>
                    <a:pt x="31815" y="0"/>
                  </a:moveTo>
                  <a:lnTo>
                    <a:pt x="47722" y="0"/>
                  </a:lnTo>
                  <a:lnTo>
                    <a:pt x="49763" y="4762"/>
                  </a:lnTo>
                  <a:lnTo>
                    <a:pt x="50103" y="4762"/>
                  </a:lnTo>
                  <a:lnTo>
                    <a:pt x="56920" y="20669"/>
                  </a:lnTo>
                  <a:lnTo>
                    <a:pt x="41013" y="36577"/>
                  </a:lnTo>
                  <a:lnTo>
                    <a:pt x="29651" y="57029"/>
                  </a:lnTo>
                  <a:lnTo>
                    <a:pt x="18288" y="63846"/>
                  </a:lnTo>
                  <a:lnTo>
                    <a:pt x="13744" y="68391"/>
                  </a:lnTo>
                  <a:lnTo>
                    <a:pt x="2381" y="68391"/>
                  </a:lnTo>
                  <a:lnTo>
                    <a:pt x="4082" y="63629"/>
                  </a:lnTo>
                  <a:lnTo>
                    <a:pt x="0" y="63629"/>
                  </a:lnTo>
                  <a:lnTo>
                    <a:pt x="11363" y="31815"/>
                  </a:lnTo>
                  <a:close/>
                </a:path>
              </a:pathLst>
            </a:custGeom>
            <a:grpFill/>
            <a:ln w="9525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193;p30">
              <a:extLst>
                <a:ext uri="{FF2B5EF4-FFF2-40B4-BE49-F238E27FC236}">
                  <a16:creationId xmlns:a16="http://schemas.microsoft.com/office/drawing/2014/main" id="{7D8A43E2-881E-6D56-1D5E-3D4666461061}"/>
                </a:ext>
              </a:extLst>
            </p:cNvPr>
            <p:cNvSpPr/>
            <p:nvPr/>
          </p:nvSpPr>
          <p:spPr>
            <a:xfrm>
              <a:off x="5383217" y="2814861"/>
              <a:ext cx="180661" cy="170680"/>
            </a:xfrm>
            <a:custGeom>
              <a:avLst/>
              <a:gdLst/>
              <a:ahLst/>
              <a:cxnLst/>
              <a:rect l="l" t="t" r="r" b="b"/>
              <a:pathLst>
                <a:path w="240881" h="227573" extrusionOk="0">
                  <a:moveTo>
                    <a:pt x="240881" y="0"/>
                  </a:moveTo>
                  <a:lnTo>
                    <a:pt x="235354" y="8598"/>
                  </a:lnTo>
                  <a:lnTo>
                    <a:pt x="240881" y="7143"/>
                  </a:lnTo>
                  <a:lnTo>
                    <a:pt x="220429" y="38958"/>
                  </a:lnTo>
                  <a:lnTo>
                    <a:pt x="203599" y="49476"/>
                  </a:lnTo>
                  <a:lnTo>
                    <a:pt x="209067" y="74992"/>
                  </a:lnTo>
                  <a:lnTo>
                    <a:pt x="208184" y="78017"/>
                  </a:lnTo>
                  <a:lnTo>
                    <a:pt x="209067" y="82135"/>
                  </a:lnTo>
                  <a:lnTo>
                    <a:pt x="193160" y="136674"/>
                  </a:lnTo>
                  <a:lnTo>
                    <a:pt x="111351" y="184396"/>
                  </a:lnTo>
                  <a:lnTo>
                    <a:pt x="40905" y="227573"/>
                  </a:lnTo>
                  <a:lnTo>
                    <a:pt x="0" y="211666"/>
                  </a:lnTo>
                  <a:lnTo>
                    <a:pt x="4545" y="207121"/>
                  </a:lnTo>
                  <a:lnTo>
                    <a:pt x="4545" y="206290"/>
                  </a:lnTo>
                  <a:lnTo>
                    <a:pt x="0" y="204523"/>
                  </a:lnTo>
                  <a:lnTo>
                    <a:pt x="4545" y="199978"/>
                  </a:lnTo>
                  <a:lnTo>
                    <a:pt x="4545" y="184396"/>
                  </a:lnTo>
                  <a:lnTo>
                    <a:pt x="4545" y="177253"/>
                  </a:lnTo>
                  <a:lnTo>
                    <a:pt x="9090" y="156801"/>
                  </a:lnTo>
                  <a:lnTo>
                    <a:pt x="29460" y="142542"/>
                  </a:lnTo>
                  <a:lnTo>
                    <a:pt x="24997" y="132129"/>
                  </a:lnTo>
                  <a:lnTo>
                    <a:pt x="9090" y="125312"/>
                  </a:lnTo>
                  <a:lnTo>
                    <a:pt x="9090" y="118169"/>
                  </a:lnTo>
                  <a:lnTo>
                    <a:pt x="9090" y="93497"/>
                  </a:lnTo>
                  <a:lnTo>
                    <a:pt x="9090" y="86354"/>
                  </a:lnTo>
                  <a:lnTo>
                    <a:pt x="15907" y="65902"/>
                  </a:lnTo>
                  <a:lnTo>
                    <a:pt x="24997" y="54540"/>
                  </a:lnTo>
                  <a:lnTo>
                    <a:pt x="36360" y="47722"/>
                  </a:lnTo>
                  <a:lnTo>
                    <a:pt x="36360" y="29868"/>
                  </a:lnTo>
                  <a:lnTo>
                    <a:pt x="36360" y="22725"/>
                  </a:lnTo>
                  <a:lnTo>
                    <a:pt x="47722" y="31815"/>
                  </a:lnTo>
                  <a:lnTo>
                    <a:pt x="90899" y="15907"/>
                  </a:lnTo>
                  <a:lnTo>
                    <a:pt x="111351" y="27270"/>
                  </a:lnTo>
                  <a:lnTo>
                    <a:pt x="138620" y="27270"/>
                  </a:lnTo>
                  <a:lnTo>
                    <a:pt x="181797" y="11362"/>
                  </a:lnTo>
                  <a:lnTo>
                    <a:pt x="197704" y="1136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194;p30">
              <a:extLst>
                <a:ext uri="{FF2B5EF4-FFF2-40B4-BE49-F238E27FC236}">
                  <a16:creationId xmlns:a16="http://schemas.microsoft.com/office/drawing/2014/main" id="{AD98D474-C685-7E0E-647F-C68E9D7A27B0}"/>
                </a:ext>
              </a:extLst>
            </p:cNvPr>
            <p:cNvSpPr/>
            <p:nvPr/>
          </p:nvSpPr>
          <p:spPr>
            <a:xfrm>
              <a:off x="5461375" y="2811453"/>
              <a:ext cx="279920" cy="276186"/>
            </a:xfrm>
            <a:custGeom>
              <a:avLst/>
              <a:gdLst/>
              <a:ahLst/>
              <a:cxnLst/>
              <a:rect l="l" t="t" r="r" b="b"/>
              <a:pathLst>
                <a:path w="373227" h="368248" extrusionOk="0">
                  <a:moveTo>
                    <a:pt x="145438" y="0"/>
                  </a:moveTo>
                  <a:lnTo>
                    <a:pt x="188615" y="4545"/>
                  </a:lnTo>
                  <a:lnTo>
                    <a:pt x="189875" y="5806"/>
                  </a:lnTo>
                  <a:lnTo>
                    <a:pt x="200520" y="6926"/>
                  </a:lnTo>
                  <a:lnTo>
                    <a:pt x="210583" y="16989"/>
                  </a:lnTo>
                  <a:lnTo>
                    <a:pt x="220429" y="11362"/>
                  </a:lnTo>
                  <a:lnTo>
                    <a:pt x="223628" y="18719"/>
                  </a:lnTo>
                  <a:lnTo>
                    <a:pt x="232334" y="13743"/>
                  </a:lnTo>
                  <a:lnTo>
                    <a:pt x="255059" y="66010"/>
                  </a:lnTo>
                  <a:lnTo>
                    <a:pt x="280056" y="81917"/>
                  </a:lnTo>
                  <a:lnTo>
                    <a:pt x="280056" y="109187"/>
                  </a:lnTo>
                  <a:lnTo>
                    <a:pt x="264149" y="125094"/>
                  </a:lnTo>
                  <a:lnTo>
                    <a:pt x="255059" y="156909"/>
                  </a:lnTo>
                  <a:lnTo>
                    <a:pt x="280056" y="200086"/>
                  </a:lnTo>
                  <a:lnTo>
                    <a:pt x="323233" y="222810"/>
                  </a:lnTo>
                  <a:lnTo>
                    <a:pt x="345958" y="254625"/>
                  </a:lnTo>
                  <a:lnTo>
                    <a:pt x="341413" y="286439"/>
                  </a:lnTo>
                  <a:lnTo>
                    <a:pt x="350503" y="286439"/>
                  </a:lnTo>
                  <a:lnTo>
                    <a:pt x="350503" y="309164"/>
                  </a:lnTo>
                  <a:lnTo>
                    <a:pt x="373227" y="329616"/>
                  </a:lnTo>
                  <a:lnTo>
                    <a:pt x="350503" y="329616"/>
                  </a:lnTo>
                  <a:lnTo>
                    <a:pt x="323233" y="325071"/>
                  </a:lnTo>
                  <a:lnTo>
                    <a:pt x="298236" y="368248"/>
                  </a:lnTo>
                  <a:lnTo>
                    <a:pt x="232334" y="361431"/>
                  </a:lnTo>
                  <a:lnTo>
                    <a:pt x="230653" y="360107"/>
                  </a:lnTo>
                  <a:lnTo>
                    <a:pt x="220429" y="359050"/>
                  </a:lnTo>
                  <a:lnTo>
                    <a:pt x="113624" y="274969"/>
                  </a:lnTo>
                  <a:lnTo>
                    <a:pt x="59084" y="247699"/>
                  </a:lnTo>
                  <a:lnTo>
                    <a:pt x="15908" y="236337"/>
                  </a:lnTo>
                  <a:lnTo>
                    <a:pt x="0" y="181797"/>
                  </a:lnTo>
                  <a:lnTo>
                    <a:pt x="81809" y="134076"/>
                  </a:lnTo>
                  <a:lnTo>
                    <a:pt x="97716" y="79536"/>
                  </a:lnTo>
                  <a:lnTo>
                    <a:pt x="90899" y="47722"/>
                  </a:lnTo>
                  <a:lnTo>
                    <a:pt x="113624" y="36360"/>
                  </a:lnTo>
                  <a:lnTo>
                    <a:pt x="129531" y="1136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195;p30">
              <a:extLst>
                <a:ext uri="{FF2B5EF4-FFF2-40B4-BE49-F238E27FC236}">
                  <a16:creationId xmlns:a16="http://schemas.microsoft.com/office/drawing/2014/main" id="{4B11D9C0-85B7-2987-51C0-604DFDCA631F}"/>
                </a:ext>
              </a:extLst>
            </p:cNvPr>
            <p:cNvSpPr/>
            <p:nvPr/>
          </p:nvSpPr>
          <p:spPr>
            <a:xfrm>
              <a:off x="5611357" y="2726073"/>
              <a:ext cx="539063" cy="484361"/>
            </a:xfrm>
            <a:custGeom>
              <a:avLst/>
              <a:gdLst/>
              <a:ahLst/>
              <a:cxnLst/>
              <a:rect l="l" t="t" r="r" b="b"/>
              <a:pathLst>
                <a:path w="718750" h="645814" extrusionOk="0">
                  <a:moveTo>
                    <a:pt x="20452" y="0"/>
                  </a:moveTo>
                  <a:lnTo>
                    <a:pt x="25871" y="14450"/>
                  </a:lnTo>
                  <a:lnTo>
                    <a:pt x="34738" y="9524"/>
                  </a:lnTo>
                  <a:lnTo>
                    <a:pt x="41556" y="27704"/>
                  </a:lnTo>
                  <a:lnTo>
                    <a:pt x="53845" y="39993"/>
                  </a:lnTo>
                  <a:lnTo>
                    <a:pt x="68174" y="43177"/>
                  </a:lnTo>
                  <a:lnTo>
                    <a:pt x="86354" y="43177"/>
                  </a:lnTo>
                  <a:lnTo>
                    <a:pt x="129531" y="11362"/>
                  </a:lnTo>
                  <a:lnTo>
                    <a:pt x="138621" y="6818"/>
                  </a:lnTo>
                  <a:lnTo>
                    <a:pt x="147393" y="19099"/>
                  </a:lnTo>
                  <a:lnTo>
                    <a:pt x="152907" y="16342"/>
                  </a:lnTo>
                  <a:lnTo>
                    <a:pt x="164269" y="32249"/>
                  </a:lnTo>
                  <a:lnTo>
                    <a:pt x="152907" y="52701"/>
                  </a:lnTo>
                  <a:lnTo>
                    <a:pt x="166107" y="65902"/>
                  </a:lnTo>
                  <a:lnTo>
                    <a:pt x="170435" y="65902"/>
                  </a:lnTo>
                  <a:lnTo>
                    <a:pt x="172840" y="72634"/>
                  </a:lnTo>
                  <a:lnTo>
                    <a:pt x="175631" y="75426"/>
                  </a:lnTo>
                  <a:lnTo>
                    <a:pt x="184721" y="75426"/>
                  </a:lnTo>
                  <a:lnTo>
                    <a:pt x="193959" y="101293"/>
                  </a:lnTo>
                  <a:lnTo>
                    <a:pt x="220429" y="109078"/>
                  </a:lnTo>
                  <a:lnTo>
                    <a:pt x="232104" y="117834"/>
                  </a:lnTo>
                  <a:lnTo>
                    <a:pt x="234715" y="118602"/>
                  </a:lnTo>
                  <a:lnTo>
                    <a:pt x="250024" y="130084"/>
                  </a:lnTo>
                  <a:lnTo>
                    <a:pt x="295421" y="140893"/>
                  </a:lnTo>
                  <a:lnTo>
                    <a:pt x="354505" y="129531"/>
                  </a:lnTo>
                  <a:lnTo>
                    <a:pt x="359050" y="120441"/>
                  </a:lnTo>
                  <a:lnTo>
                    <a:pt x="390864" y="109078"/>
                  </a:lnTo>
                  <a:lnTo>
                    <a:pt x="418134" y="81809"/>
                  </a:lnTo>
                  <a:lnTo>
                    <a:pt x="440858" y="81809"/>
                  </a:lnTo>
                  <a:lnTo>
                    <a:pt x="456766" y="77264"/>
                  </a:lnTo>
                  <a:lnTo>
                    <a:pt x="484035" y="81809"/>
                  </a:lnTo>
                  <a:lnTo>
                    <a:pt x="520395" y="102261"/>
                  </a:lnTo>
                  <a:lnTo>
                    <a:pt x="552209" y="109078"/>
                  </a:lnTo>
                  <a:lnTo>
                    <a:pt x="562503" y="117747"/>
                  </a:lnTo>
                  <a:lnTo>
                    <a:pt x="566495" y="118602"/>
                  </a:lnTo>
                  <a:lnTo>
                    <a:pt x="599619" y="146496"/>
                  </a:lnTo>
                  <a:lnTo>
                    <a:pt x="622655" y="152255"/>
                  </a:lnTo>
                  <a:lnTo>
                    <a:pt x="622655" y="158208"/>
                  </a:lnTo>
                  <a:lnTo>
                    <a:pt x="636941" y="161779"/>
                  </a:lnTo>
                  <a:lnTo>
                    <a:pt x="636941" y="198139"/>
                  </a:lnTo>
                  <a:lnTo>
                    <a:pt x="625579" y="252678"/>
                  </a:lnTo>
                  <a:lnTo>
                    <a:pt x="617355" y="281462"/>
                  </a:lnTo>
                  <a:lnTo>
                    <a:pt x="618111" y="281786"/>
                  </a:lnTo>
                  <a:lnTo>
                    <a:pt x="616572" y="284204"/>
                  </a:lnTo>
                  <a:lnTo>
                    <a:pt x="616489" y="284492"/>
                  </a:lnTo>
                  <a:lnTo>
                    <a:pt x="632397" y="291310"/>
                  </a:lnTo>
                  <a:lnTo>
                    <a:pt x="616489" y="316307"/>
                  </a:lnTo>
                  <a:lnTo>
                    <a:pt x="625579" y="350394"/>
                  </a:lnTo>
                  <a:lnTo>
                    <a:pt x="630655" y="369003"/>
                  </a:lnTo>
                  <a:lnTo>
                    <a:pt x="645380" y="372684"/>
                  </a:lnTo>
                  <a:lnTo>
                    <a:pt x="645380" y="378637"/>
                  </a:lnTo>
                  <a:lnTo>
                    <a:pt x="659666" y="382208"/>
                  </a:lnTo>
                  <a:lnTo>
                    <a:pt x="659666" y="414023"/>
                  </a:lnTo>
                  <a:lnTo>
                    <a:pt x="625579" y="452655"/>
                  </a:lnTo>
                  <a:lnTo>
                    <a:pt x="641486" y="473107"/>
                  </a:lnTo>
                  <a:lnTo>
                    <a:pt x="656585" y="495754"/>
                  </a:lnTo>
                  <a:lnTo>
                    <a:pt x="681740" y="506760"/>
                  </a:lnTo>
                  <a:lnTo>
                    <a:pt x="681740" y="510034"/>
                  </a:lnTo>
                  <a:lnTo>
                    <a:pt x="696026" y="516284"/>
                  </a:lnTo>
                  <a:lnTo>
                    <a:pt x="696026" y="549473"/>
                  </a:lnTo>
                  <a:lnTo>
                    <a:pt x="697647" y="549937"/>
                  </a:lnTo>
                  <a:lnTo>
                    <a:pt x="699652" y="555952"/>
                  </a:lnTo>
                  <a:lnTo>
                    <a:pt x="711933" y="559461"/>
                  </a:lnTo>
                  <a:lnTo>
                    <a:pt x="718750" y="579913"/>
                  </a:lnTo>
                  <a:lnTo>
                    <a:pt x="664211" y="602637"/>
                  </a:lnTo>
                  <a:lnTo>
                    <a:pt x="648304" y="645814"/>
                  </a:lnTo>
                  <a:lnTo>
                    <a:pt x="582402" y="634452"/>
                  </a:lnTo>
                  <a:lnTo>
                    <a:pt x="541498" y="629907"/>
                  </a:lnTo>
                  <a:lnTo>
                    <a:pt x="498321" y="623090"/>
                  </a:lnTo>
                  <a:lnTo>
                    <a:pt x="496685" y="615563"/>
                  </a:lnTo>
                  <a:lnTo>
                    <a:pt x="484035" y="613566"/>
                  </a:lnTo>
                  <a:lnTo>
                    <a:pt x="473891" y="566903"/>
                  </a:lnTo>
                  <a:lnTo>
                    <a:pt x="464234" y="564006"/>
                  </a:lnTo>
                  <a:lnTo>
                    <a:pt x="439237" y="570823"/>
                  </a:lnTo>
                  <a:lnTo>
                    <a:pt x="400605" y="591275"/>
                  </a:lnTo>
                  <a:lnTo>
                    <a:pt x="357428" y="575368"/>
                  </a:lnTo>
                  <a:lnTo>
                    <a:pt x="349017" y="568008"/>
                  </a:lnTo>
                  <a:lnTo>
                    <a:pt x="343142" y="565844"/>
                  </a:lnTo>
                  <a:lnTo>
                    <a:pt x="315945" y="542046"/>
                  </a:lnTo>
                  <a:lnTo>
                    <a:pt x="282437" y="532191"/>
                  </a:lnTo>
                  <a:lnTo>
                    <a:pt x="279100" y="525887"/>
                  </a:lnTo>
                  <a:lnTo>
                    <a:pt x="268151" y="522667"/>
                  </a:lnTo>
                  <a:lnTo>
                    <a:pt x="247699" y="484035"/>
                  </a:lnTo>
                  <a:lnTo>
                    <a:pt x="226679" y="438493"/>
                  </a:lnTo>
                  <a:lnTo>
                    <a:pt x="211991" y="445837"/>
                  </a:lnTo>
                  <a:lnTo>
                    <a:pt x="198947" y="435692"/>
                  </a:lnTo>
                  <a:lnTo>
                    <a:pt x="197705" y="436313"/>
                  </a:lnTo>
                  <a:lnTo>
                    <a:pt x="190645" y="430823"/>
                  </a:lnTo>
                  <a:lnTo>
                    <a:pt x="175631" y="445837"/>
                  </a:lnTo>
                  <a:lnTo>
                    <a:pt x="163100" y="434559"/>
                  </a:lnTo>
                  <a:lnTo>
                    <a:pt x="161345" y="436313"/>
                  </a:lnTo>
                  <a:lnTo>
                    <a:pt x="138621" y="415861"/>
                  </a:lnTo>
                  <a:lnTo>
                    <a:pt x="138621" y="393136"/>
                  </a:lnTo>
                  <a:lnTo>
                    <a:pt x="129531" y="393136"/>
                  </a:lnTo>
                  <a:lnTo>
                    <a:pt x="134076" y="361322"/>
                  </a:lnTo>
                  <a:lnTo>
                    <a:pt x="120129" y="333429"/>
                  </a:lnTo>
                  <a:lnTo>
                    <a:pt x="82460" y="316307"/>
                  </a:lnTo>
                  <a:lnTo>
                    <a:pt x="80079" y="312194"/>
                  </a:lnTo>
                  <a:lnTo>
                    <a:pt x="68174" y="306783"/>
                  </a:lnTo>
                  <a:lnTo>
                    <a:pt x="43177" y="263606"/>
                  </a:lnTo>
                  <a:lnTo>
                    <a:pt x="52267" y="227247"/>
                  </a:lnTo>
                  <a:lnTo>
                    <a:pt x="68174" y="211339"/>
                  </a:lnTo>
                  <a:lnTo>
                    <a:pt x="68174" y="189048"/>
                  </a:lnTo>
                  <a:lnTo>
                    <a:pt x="57463" y="182231"/>
                  </a:lnTo>
                  <a:lnTo>
                    <a:pt x="57203" y="181633"/>
                  </a:lnTo>
                  <a:lnTo>
                    <a:pt x="43177" y="172707"/>
                  </a:lnTo>
                  <a:lnTo>
                    <a:pt x="20452" y="120441"/>
                  </a:lnTo>
                  <a:lnTo>
                    <a:pt x="0" y="81809"/>
                  </a:lnTo>
                  <a:lnTo>
                    <a:pt x="4545" y="65902"/>
                  </a:lnTo>
                  <a:lnTo>
                    <a:pt x="0" y="1136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196;p30">
              <a:extLst>
                <a:ext uri="{FF2B5EF4-FFF2-40B4-BE49-F238E27FC236}">
                  <a16:creationId xmlns:a16="http://schemas.microsoft.com/office/drawing/2014/main" id="{48B14A8B-3939-F2E1-3145-F740EFEBA2BF}"/>
                </a:ext>
              </a:extLst>
            </p:cNvPr>
            <p:cNvSpPr/>
            <p:nvPr/>
          </p:nvSpPr>
          <p:spPr>
            <a:xfrm>
              <a:off x="5632054" y="2654733"/>
              <a:ext cx="153392" cy="129531"/>
            </a:xfrm>
            <a:custGeom>
              <a:avLst/>
              <a:gdLst/>
              <a:ahLst/>
              <a:cxnLst/>
              <a:rect l="l" t="t" r="r" b="b"/>
              <a:pathLst>
                <a:path w="90" h="76" extrusionOk="0">
                  <a:moveTo>
                    <a:pt x="3" y="45"/>
                  </a:moveTo>
                  <a:lnTo>
                    <a:pt x="3" y="45"/>
                  </a:lnTo>
                  <a:lnTo>
                    <a:pt x="7" y="50"/>
                  </a:lnTo>
                  <a:lnTo>
                    <a:pt x="17" y="50"/>
                  </a:lnTo>
                  <a:lnTo>
                    <a:pt x="14" y="55"/>
                  </a:lnTo>
                  <a:lnTo>
                    <a:pt x="21" y="67"/>
                  </a:lnTo>
                  <a:lnTo>
                    <a:pt x="10" y="64"/>
                  </a:lnTo>
                  <a:lnTo>
                    <a:pt x="3" y="53"/>
                  </a:lnTo>
                  <a:lnTo>
                    <a:pt x="0" y="45"/>
                  </a:lnTo>
                  <a:lnTo>
                    <a:pt x="3" y="45"/>
                  </a:lnTo>
                  <a:close/>
                  <a:moveTo>
                    <a:pt x="43" y="12"/>
                  </a:moveTo>
                  <a:lnTo>
                    <a:pt x="43" y="12"/>
                  </a:lnTo>
                  <a:lnTo>
                    <a:pt x="50" y="15"/>
                  </a:lnTo>
                  <a:lnTo>
                    <a:pt x="52" y="10"/>
                  </a:lnTo>
                  <a:lnTo>
                    <a:pt x="62" y="0"/>
                  </a:lnTo>
                  <a:lnTo>
                    <a:pt x="69" y="12"/>
                  </a:lnTo>
                  <a:lnTo>
                    <a:pt x="78" y="29"/>
                  </a:lnTo>
                  <a:lnTo>
                    <a:pt x="85" y="29"/>
                  </a:lnTo>
                  <a:lnTo>
                    <a:pt x="90" y="34"/>
                  </a:lnTo>
                  <a:lnTo>
                    <a:pt x="78" y="36"/>
                  </a:lnTo>
                  <a:lnTo>
                    <a:pt x="74" y="53"/>
                  </a:lnTo>
                  <a:lnTo>
                    <a:pt x="71" y="60"/>
                  </a:lnTo>
                  <a:lnTo>
                    <a:pt x="66" y="64"/>
                  </a:lnTo>
                  <a:lnTo>
                    <a:pt x="66" y="74"/>
                  </a:lnTo>
                  <a:lnTo>
                    <a:pt x="62" y="76"/>
                  </a:lnTo>
                  <a:lnTo>
                    <a:pt x="52" y="64"/>
                  </a:lnTo>
                  <a:lnTo>
                    <a:pt x="57" y="55"/>
                  </a:lnTo>
                  <a:lnTo>
                    <a:pt x="52" y="48"/>
                  </a:lnTo>
                  <a:lnTo>
                    <a:pt x="48" y="50"/>
                  </a:lnTo>
                  <a:lnTo>
                    <a:pt x="29" y="64"/>
                  </a:lnTo>
                  <a:lnTo>
                    <a:pt x="29" y="50"/>
                  </a:lnTo>
                  <a:lnTo>
                    <a:pt x="19" y="48"/>
                  </a:lnTo>
                  <a:lnTo>
                    <a:pt x="14" y="41"/>
                  </a:lnTo>
                  <a:lnTo>
                    <a:pt x="19" y="36"/>
                  </a:lnTo>
                  <a:lnTo>
                    <a:pt x="10" y="29"/>
                  </a:lnTo>
                  <a:lnTo>
                    <a:pt x="12" y="22"/>
                  </a:lnTo>
                  <a:lnTo>
                    <a:pt x="5" y="19"/>
                  </a:lnTo>
                  <a:lnTo>
                    <a:pt x="3" y="12"/>
                  </a:lnTo>
                  <a:lnTo>
                    <a:pt x="7" y="10"/>
                  </a:lnTo>
                  <a:lnTo>
                    <a:pt x="19" y="15"/>
                  </a:lnTo>
                  <a:lnTo>
                    <a:pt x="29" y="17"/>
                  </a:lnTo>
                  <a:lnTo>
                    <a:pt x="31" y="15"/>
                  </a:lnTo>
                  <a:lnTo>
                    <a:pt x="21" y="3"/>
                  </a:lnTo>
                  <a:lnTo>
                    <a:pt x="26" y="0"/>
                  </a:lnTo>
                  <a:lnTo>
                    <a:pt x="31" y="0"/>
                  </a:lnTo>
                  <a:lnTo>
                    <a:pt x="43" y="1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197;p30">
              <a:extLst>
                <a:ext uri="{FF2B5EF4-FFF2-40B4-BE49-F238E27FC236}">
                  <a16:creationId xmlns:a16="http://schemas.microsoft.com/office/drawing/2014/main" id="{DB7AD941-0779-7C85-FF0E-A19DAE4B7445}"/>
                </a:ext>
              </a:extLst>
            </p:cNvPr>
            <p:cNvSpPr/>
            <p:nvPr/>
          </p:nvSpPr>
          <p:spPr>
            <a:xfrm>
              <a:off x="5596100" y="2673399"/>
              <a:ext cx="90737" cy="93983"/>
            </a:xfrm>
            <a:custGeom>
              <a:avLst/>
              <a:gdLst/>
              <a:ahLst/>
              <a:cxnLst/>
              <a:rect l="l" t="t" r="r" b="b"/>
              <a:pathLst>
                <a:path w="120983" h="125311" extrusionOk="0">
                  <a:moveTo>
                    <a:pt x="84498" y="86354"/>
                  </a:moveTo>
                  <a:lnTo>
                    <a:pt x="86354" y="88952"/>
                  </a:lnTo>
                  <a:lnTo>
                    <a:pt x="91533" y="89988"/>
                  </a:lnTo>
                  <a:lnTo>
                    <a:pt x="93714" y="86354"/>
                  </a:lnTo>
                  <a:close/>
                  <a:moveTo>
                    <a:pt x="61899" y="0"/>
                  </a:moveTo>
                  <a:lnTo>
                    <a:pt x="70989" y="15907"/>
                  </a:lnTo>
                  <a:lnTo>
                    <a:pt x="82351" y="22725"/>
                  </a:lnTo>
                  <a:lnTo>
                    <a:pt x="77807" y="38632"/>
                  </a:lnTo>
                  <a:lnTo>
                    <a:pt x="98259" y="49994"/>
                  </a:lnTo>
                  <a:lnTo>
                    <a:pt x="86896" y="65902"/>
                  </a:lnTo>
                  <a:lnTo>
                    <a:pt x="98259" y="81809"/>
                  </a:lnTo>
                  <a:lnTo>
                    <a:pt x="120983" y="86354"/>
                  </a:lnTo>
                  <a:lnTo>
                    <a:pt x="120983" y="118168"/>
                  </a:lnTo>
                  <a:lnTo>
                    <a:pt x="109078" y="118168"/>
                  </a:lnTo>
                  <a:lnTo>
                    <a:pt x="109078" y="125311"/>
                  </a:lnTo>
                  <a:lnTo>
                    <a:pt x="90899" y="125311"/>
                  </a:lnTo>
                  <a:lnTo>
                    <a:pt x="74991" y="104859"/>
                  </a:lnTo>
                  <a:lnTo>
                    <a:pt x="81809" y="93497"/>
                  </a:lnTo>
                  <a:lnTo>
                    <a:pt x="65902" y="93497"/>
                  </a:lnTo>
                  <a:lnTo>
                    <a:pt x="54539" y="82134"/>
                  </a:lnTo>
                  <a:lnTo>
                    <a:pt x="43177" y="82134"/>
                  </a:lnTo>
                  <a:lnTo>
                    <a:pt x="31815" y="66227"/>
                  </a:lnTo>
                  <a:lnTo>
                    <a:pt x="0" y="57137"/>
                  </a:lnTo>
                  <a:lnTo>
                    <a:pt x="6818" y="34413"/>
                  </a:lnTo>
                  <a:lnTo>
                    <a:pt x="0" y="18505"/>
                  </a:lnTo>
                  <a:lnTo>
                    <a:pt x="13638" y="15406"/>
                  </a:lnTo>
                  <a:lnTo>
                    <a:pt x="11905" y="1136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198;p30">
              <a:extLst>
                <a:ext uri="{FF2B5EF4-FFF2-40B4-BE49-F238E27FC236}">
                  <a16:creationId xmlns:a16="http://schemas.microsoft.com/office/drawing/2014/main" id="{824650B5-7EEA-AFDC-4417-95BE1868E615}"/>
                </a:ext>
              </a:extLst>
            </p:cNvPr>
            <p:cNvSpPr/>
            <p:nvPr/>
          </p:nvSpPr>
          <p:spPr>
            <a:xfrm>
              <a:off x="5500900" y="2588101"/>
              <a:ext cx="186370" cy="100369"/>
            </a:xfrm>
            <a:custGeom>
              <a:avLst/>
              <a:gdLst/>
              <a:ahLst/>
              <a:cxnLst/>
              <a:rect l="l" t="t" r="r" b="b"/>
              <a:pathLst>
                <a:path w="248493" h="133825" extrusionOk="0">
                  <a:moveTo>
                    <a:pt x="6818" y="0"/>
                  </a:moveTo>
                  <a:lnTo>
                    <a:pt x="38632" y="9090"/>
                  </a:lnTo>
                  <a:lnTo>
                    <a:pt x="90899" y="15907"/>
                  </a:lnTo>
                  <a:lnTo>
                    <a:pt x="140893" y="43177"/>
                  </a:lnTo>
                  <a:lnTo>
                    <a:pt x="145438" y="52267"/>
                  </a:lnTo>
                  <a:lnTo>
                    <a:pt x="165890" y="43177"/>
                  </a:lnTo>
                  <a:lnTo>
                    <a:pt x="204522" y="52267"/>
                  </a:lnTo>
                  <a:lnTo>
                    <a:pt x="215885" y="74991"/>
                  </a:lnTo>
                  <a:lnTo>
                    <a:pt x="236337" y="84081"/>
                  </a:lnTo>
                  <a:lnTo>
                    <a:pt x="226036" y="90262"/>
                  </a:lnTo>
                  <a:lnTo>
                    <a:pt x="237131" y="95193"/>
                  </a:lnTo>
                  <a:lnTo>
                    <a:pt x="231413" y="98624"/>
                  </a:lnTo>
                  <a:lnTo>
                    <a:pt x="247699" y="118168"/>
                  </a:lnTo>
                  <a:lnTo>
                    <a:pt x="243154" y="122713"/>
                  </a:lnTo>
                  <a:lnTo>
                    <a:pt x="242994" y="122681"/>
                  </a:lnTo>
                  <a:lnTo>
                    <a:pt x="248493" y="129280"/>
                  </a:lnTo>
                  <a:lnTo>
                    <a:pt x="243948" y="133825"/>
                  </a:lnTo>
                  <a:lnTo>
                    <a:pt x="221224" y="129280"/>
                  </a:lnTo>
                  <a:lnTo>
                    <a:pt x="193954" y="117918"/>
                  </a:lnTo>
                  <a:lnTo>
                    <a:pt x="184864" y="129280"/>
                  </a:lnTo>
                  <a:lnTo>
                    <a:pt x="134870" y="133825"/>
                  </a:lnTo>
                  <a:lnTo>
                    <a:pt x="98510" y="113373"/>
                  </a:lnTo>
                  <a:lnTo>
                    <a:pt x="59878" y="113373"/>
                  </a:lnTo>
                  <a:lnTo>
                    <a:pt x="63212" y="102261"/>
                  </a:lnTo>
                  <a:lnTo>
                    <a:pt x="59084" y="102261"/>
                  </a:lnTo>
                  <a:lnTo>
                    <a:pt x="64452" y="84367"/>
                  </a:lnTo>
                  <a:lnTo>
                    <a:pt x="55333" y="58834"/>
                  </a:lnTo>
                  <a:lnTo>
                    <a:pt x="39426" y="36109"/>
                  </a:lnTo>
                  <a:lnTo>
                    <a:pt x="16702" y="31564"/>
                  </a:lnTo>
                  <a:lnTo>
                    <a:pt x="794" y="20202"/>
                  </a:lnTo>
                  <a:lnTo>
                    <a:pt x="5944" y="13336"/>
                  </a:lnTo>
                  <a:lnTo>
                    <a:pt x="0" y="909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199;p30">
              <a:extLst>
                <a:ext uri="{FF2B5EF4-FFF2-40B4-BE49-F238E27FC236}">
                  <a16:creationId xmlns:a16="http://schemas.microsoft.com/office/drawing/2014/main" id="{A8EEC715-B5F3-A909-9DE3-572D7B013AFE}"/>
                </a:ext>
              </a:extLst>
            </p:cNvPr>
            <p:cNvSpPr/>
            <p:nvPr/>
          </p:nvSpPr>
          <p:spPr>
            <a:xfrm>
              <a:off x="5846803" y="2620482"/>
              <a:ext cx="386888" cy="269695"/>
            </a:xfrm>
            <a:custGeom>
              <a:avLst/>
              <a:gdLst/>
              <a:ahLst/>
              <a:cxnLst/>
              <a:rect l="l" t="t" r="r" b="b"/>
              <a:pathLst>
                <a:path w="515850" h="359593" extrusionOk="0">
                  <a:moveTo>
                    <a:pt x="40905" y="31815"/>
                  </a:moveTo>
                  <a:lnTo>
                    <a:pt x="15908" y="40905"/>
                  </a:lnTo>
                  <a:lnTo>
                    <a:pt x="15204" y="44423"/>
                  </a:lnTo>
                  <a:lnTo>
                    <a:pt x="15908" y="43720"/>
                  </a:lnTo>
                  <a:lnTo>
                    <a:pt x="42414" y="35436"/>
                  </a:lnTo>
                  <a:close/>
                  <a:moveTo>
                    <a:pt x="224974" y="0"/>
                  </a:moveTo>
                  <a:lnTo>
                    <a:pt x="272696" y="24997"/>
                  </a:lnTo>
                  <a:lnTo>
                    <a:pt x="279514" y="63629"/>
                  </a:lnTo>
                  <a:lnTo>
                    <a:pt x="288604" y="74992"/>
                  </a:lnTo>
                  <a:lnTo>
                    <a:pt x="331780" y="68174"/>
                  </a:lnTo>
                  <a:lnTo>
                    <a:pt x="343143" y="79537"/>
                  </a:lnTo>
                  <a:lnTo>
                    <a:pt x="363595" y="127258"/>
                  </a:lnTo>
                  <a:lnTo>
                    <a:pt x="402227" y="161346"/>
                  </a:lnTo>
                  <a:lnTo>
                    <a:pt x="429496" y="181798"/>
                  </a:lnTo>
                  <a:lnTo>
                    <a:pt x="465856" y="209067"/>
                  </a:lnTo>
                  <a:lnTo>
                    <a:pt x="515850" y="224975"/>
                  </a:lnTo>
                  <a:lnTo>
                    <a:pt x="515850" y="236880"/>
                  </a:lnTo>
                  <a:lnTo>
                    <a:pt x="515850" y="252244"/>
                  </a:lnTo>
                  <a:lnTo>
                    <a:pt x="515850" y="264149"/>
                  </a:lnTo>
                  <a:lnTo>
                    <a:pt x="504488" y="264149"/>
                  </a:lnTo>
                  <a:lnTo>
                    <a:pt x="488581" y="252787"/>
                  </a:lnTo>
                  <a:lnTo>
                    <a:pt x="481763" y="268694"/>
                  </a:lnTo>
                  <a:lnTo>
                    <a:pt x="449949" y="275512"/>
                  </a:lnTo>
                  <a:lnTo>
                    <a:pt x="440859" y="311871"/>
                  </a:lnTo>
                  <a:lnTo>
                    <a:pt x="422679" y="327779"/>
                  </a:lnTo>
                  <a:lnTo>
                    <a:pt x="390865" y="334596"/>
                  </a:lnTo>
                  <a:lnTo>
                    <a:pt x="386320" y="355048"/>
                  </a:lnTo>
                  <a:lnTo>
                    <a:pt x="354505" y="359593"/>
                  </a:lnTo>
                  <a:lnTo>
                    <a:pt x="315873" y="343686"/>
                  </a:lnTo>
                  <a:lnTo>
                    <a:pt x="315873" y="331781"/>
                  </a:lnTo>
                  <a:lnTo>
                    <a:pt x="315873" y="307326"/>
                  </a:lnTo>
                  <a:lnTo>
                    <a:pt x="288604" y="300509"/>
                  </a:lnTo>
                  <a:lnTo>
                    <a:pt x="245427" y="264149"/>
                  </a:lnTo>
                  <a:lnTo>
                    <a:pt x="213612" y="257332"/>
                  </a:lnTo>
                  <a:lnTo>
                    <a:pt x="177253" y="236880"/>
                  </a:lnTo>
                  <a:lnTo>
                    <a:pt x="149983" y="232335"/>
                  </a:lnTo>
                  <a:lnTo>
                    <a:pt x="134076" y="236880"/>
                  </a:lnTo>
                  <a:lnTo>
                    <a:pt x="111351" y="236880"/>
                  </a:lnTo>
                  <a:lnTo>
                    <a:pt x="84082" y="264149"/>
                  </a:lnTo>
                  <a:lnTo>
                    <a:pt x="52267" y="275512"/>
                  </a:lnTo>
                  <a:lnTo>
                    <a:pt x="40905" y="241425"/>
                  </a:lnTo>
                  <a:lnTo>
                    <a:pt x="42095" y="233091"/>
                  </a:lnTo>
                  <a:lnTo>
                    <a:pt x="40905" y="229520"/>
                  </a:lnTo>
                  <a:lnTo>
                    <a:pt x="46152" y="192787"/>
                  </a:lnTo>
                  <a:lnTo>
                    <a:pt x="20452" y="177795"/>
                  </a:lnTo>
                  <a:lnTo>
                    <a:pt x="23971" y="167943"/>
                  </a:lnTo>
                  <a:lnTo>
                    <a:pt x="20452" y="165890"/>
                  </a:lnTo>
                  <a:lnTo>
                    <a:pt x="27911" y="145005"/>
                  </a:lnTo>
                  <a:lnTo>
                    <a:pt x="4545" y="139163"/>
                  </a:lnTo>
                  <a:lnTo>
                    <a:pt x="7996" y="128121"/>
                  </a:lnTo>
                  <a:lnTo>
                    <a:pt x="4545" y="127258"/>
                  </a:lnTo>
                  <a:lnTo>
                    <a:pt x="15908" y="90899"/>
                  </a:lnTo>
                  <a:lnTo>
                    <a:pt x="47722" y="102261"/>
                  </a:lnTo>
                  <a:lnTo>
                    <a:pt x="71537" y="88653"/>
                  </a:lnTo>
                  <a:lnTo>
                    <a:pt x="52267" y="70989"/>
                  </a:lnTo>
                  <a:lnTo>
                    <a:pt x="40905" y="43720"/>
                  </a:lnTo>
                  <a:lnTo>
                    <a:pt x="15908" y="52810"/>
                  </a:lnTo>
                  <a:lnTo>
                    <a:pt x="9090" y="86897"/>
                  </a:lnTo>
                  <a:lnTo>
                    <a:pt x="0" y="59627"/>
                  </a:lnTo>
                  <a:lnTo>
                    <a:pt x="2977" y="56651"/>
                  </a:lnTo>
                  <a:lnTo>
                    <a:pt x="0" y="47722"/>
                  </a:lnTo>
                  <a:lnTo>
                    <a:pt x="15908" y="31815"/>
                  </a:lnTo>
                  <a:lnTo>
                    <a:pt x="52267" y="20452"/>
                  </a:lnTo>
                  <a:lnTo>
                    <a:pt x="79537" y="31815"/>
                  </a:lnTo>
                  <a:lnTo>
                    <a:pt x="106806" y="68174"/>
                  </a:lnTo>
                  <a:lnTo>
                    <a:pt x="122713" y="68174"/>
                  </a:lnTo>
                  <a:lnTo>
                    <a:pt x="166467" y="68174"/>
                  </a:lnTo>
                  <a:lnTo>
                    <a:pt x="161345" y="52810"/>
                  </a:lnTo>
                  <a:lnTo>
                    <a:pt x="164747" y="51109"/>
                  </a:lnTo>
                  <a:lnTo>
                    <a:pt x="161345" y="40905"/>
                  </a:lnTo>
                  <a:lnTo>
                    <a:pt x="193160" y="2499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200;p30">
              <a:extLst>
                <a:ext uri="{FF2B5EF4-FFF2-40B4-BE49-F238E27FC236}">
                  <a16:creationId xmlns:a16="http://schemas.microsoft.com/office/drawing/2014/main" id="{30C9FC11-E402-7514-4487-F893DB294F79}"/>
                </a:ext>
              </a:extLst>
            </p:cNvPr>
            <p:cNvSpPr/>
            <p:nvPr/>
          </p:nvSpPr>
          <p:spPr>
            <a:xfrm>
              <a:off x="6068369" y="2770386"/>
              <a:ext cx="402226" cy="314089"/>
            </a:xfrm>
            <a:custGeom>
              <a:avLst/>
              <a:gdLst/>
              <a:ahLst/>
              <a:cxnLst/>
              <a:rect l="l" t="t" r="r" b="b"/>
              <a:pathLst>
                <a:path w="536301" h="418785" extrusionOk="0">
                  <a:moveTo>
                    <a:pt x="420069" y="91466"/>
                  </a:moveTo>
                  <a:lnTo>
                    <a:pt x="413588" y="93171"/>
                  </a:lnTo>
                  <a:lnTo>
                    <a:pt x="412499" y="94571"/>
                  </a:lnTo>
                  <a:lnTo>
                    <a:pt x="413588" y="96095"/>
                  </a:lnTo>
                  <a:close/>
                  <a:moveTo>
                    <a:pt x="374956" y="0"/>
                  </a:moveTo>
                  <a:lnTo>
                    <a:pt x="397681" y="11362"/>
                  </a:lnTo>
                  <a:lnTo>
                    <a:pt x="392638" y="23127"/>
                  </a:lnTo>
                  <a:lnTo>
                    <a:pt x="397681" y="25648"/>
                  </a:lnTo>
                  <a:lnTo>
                    <a:pt x="396986" y="27270"/>
                  </a:lnTo>
                  <a:lnTo>
                    <a:pt x="402226" y="27270"/>
                  </a:lnTo>
                  <a:lnTo>
                    <a:pt x="402226" y="41556"/>
                  </a:lnTo>
                  <a:lnTo>
                    <a:pt x="402226" y="65902"/>
                  </a:lnTo>
                  <a:lnTo>
                    <a:pt x="413588" y="81809"/>
                  </a:lnTo>
                  <a:lnTo>
                    <a:pt x="429495" y="70447"/>
                  </a:lnTo>
                  <a:lnTo>
                    <a:pt x="445403" y="65902"/>
                  </a:lnTo>
                  <a:lnTo>
                    <a:pt x="465855" y="49994"/>
                  </a:lnTo>
                  <a:lnTo>
                    <a:pt x="493124" y="49994"/>
                  </a:lnTo>
                  <a:lnTo>
                    <a:pt x="531756" y="49994"/>
                  </a:lnTo>
                  <a:lnTo>
                    <a:pt x="536301" y="65902"/>
                  </a:lnTo>
                  <a:lnTo>
                    <a:pt x="532463" y="66755"/>
                  </a:lnTo>
                  <a:lnTo>
                    <a:pt x="536301" y="80188"/>
                  </a:lnTo>
                  <a:lnTo>
                    <a:pt x="515849" y="84733"/>
                  </a:lnTo>
                  <a:lnTo>
                    <a:pt x="499942" y="91550"/>
                  </a:lnTo>
                  <a:lnTo>
                    <a:pt x="456765" y="96095"/>
                  </a:lnTo>
                  <a:lnTo>
                    <a:pt x="413588" y="107457"/>
                  </a:lnTo>
                  <a:lnTo>
                    <a:pt x="400666" y="124071"/>
                  </a:lnTo>
                  <a:lnTo>
                    <a:pt x="402226" y="129531"/>
                  </a:lnTo>
                  <a:lnTo>
                    <a:pt x="406771" y="152255"/>
                  </a:lnTo>
                  <a:lnTo>
                    <a:pt x="404498" y="155177"/>
                  </a:lnTo>
                  <a:lnTo>
                    <a:pt x="406771" y="166541"/>
                  </a:lnTo>
                  <a:lnTo>
                    <a:pt x="390863" y="186994"/>
                  </a:lnTo>
                  <a:lnTo>
                    <a:pt x="390863" y="188615"/>
                  </a:lnTo>
                  <a:lnTo>
                    <a:pt x="390863" y="202901"/>
                  </a:lnTo>
                  <a:lnTo>
                    <a:pt x="381774" y="218808"/>
                  </a:lnTo>
                  <a:lnTo>
                    <a:pt x="350731" y="215156"/>
                  </a:lnTo>
                  <a:lnTo>
                    <a:pt x="359049" y="231792"/>
                  </a:lnTo>
                  <a:lnTo>
                    <a:pt x="353459" y="234897"/>
                  </a:lnTo>
                  <a:lnTo>
                    <a:pt x="359049" y="246078"/>
                  </a:lnTo>
                  <a:lnTo>
                    <a:pt x="338597" y="257440"/>
                  </a:lnTo>
                  <a:lnTo>
                    <a:pt x="322690" y="284710"/>
                  </a:lnTo>
                  <a:lnTo>
                    <a:pt x="322690" y="297693"/>
                  </a:lnTo>
                  <a:lnTo>
                    <a:pt x="322690" y="311979"/>
                  </a:lnTo>
                  <a:lnTo>
                    <a:pt x="304510" y="321069"/>
                  </a:lnTo>
                  <a:lnTo>
                    <a:pt x="295420" y="316524"/>
                  </a:lnTo>
                  <a:lnTo>
                    <a:pt x="268151" y="321069"/>
                  </a:lnTo>
                  <a:lnTo>
                    <a:pt x="263606" y="339249"/>
                  </a:lnTo>
                  <a:lnTo>
                    <a:pt x="236336" y="339249"/>
                  </a:lnTo>
                  <a:lnTo>
                    <a:pt x="213612" y="359701"/>
                  </a:lnTo>
                  <a:lnTo>
                    <a:pt x="213612" y="384047"/>
                  </a:lnTo>
                  <a:lnTo>
                    <a:pt x="213612" y="398333"/>
                  </a:lnTo>
                  <a:lnTo>
                    <a:pt x="165890" y="414240"/>
                  </a:lnTo>
                  <a:lnTo>
                    <a:pt x="138620" y="407423"/>
                  </a:lnTo>
                  <a:lnTo>
                    <a:pt x="127258" y="418785"/>
                  </a:lnTo>
                  <a:lnTo>
                    <a:pt x="111351" y="414240"/>
                  </a:lnTo>
                  <a:lnTo>
                    <a:pt x="74991" y="418785"/>
                  </a:lnTo>
                  <a:lnTo>
                    <a:pt x="9090" y="398333"/>
                  </a:lnTo>
                  <a:lnTo>
                    <a:pt x="18986" y="387118"/>
                  </a:lnTo>
                  <a:lnTo>
                    <a:pt x="9090" y="384047"/>
                  </a:lnTo>
                  <a:lnTo>
                    <a:pt x="43177" y="345415"/>
                  </a:lnTo>
                  <a:lnTo>
                    <a:pt x="43177" y="332431"/>
                  </a:lnTo>
                  <a:lnTo>
                    <a:pt x="15907" y="327886"/>
                  </a:lnTo>
                  <a:lnTo>
                    <a:pt x="9090" y="296072"/>
                  </a:lnTo>
                  <a:lnTo>
                    <a:pt x="0" y="261985"/>
                  </a:lnTo>
                  <a:lnTo>
                    <a:pt x="2837" y="258337"/>
                  </a:lnTo>
                  <a:lnTo>
                    <a:pt x="0" y="247699"/>
                  </a:lnTo>
                  <a:lnTo>
                    <a:pt x="8764" y="236431"/>
                  </a:lnTo>
                  <a:lnTo>
                    <a:pt x="0" y="230170"/>
                  </a:lnTo>
                  <a:lnTo>
                    <a:pt x="3390" y="218306"/>
                  </a:lnTo>
                  <a:lnTo>
                    <a:pt x="0" y="215884"/>
                  </a:lnTo>
                  <a:lnTo>
                    <a:pt x="9090" y="184070"/>
                  </a:lnTo>
                  <a:lnTo>
                    <a:pt x="20452" y="129531"/>
                  </a:lnTo>
                  <a:lnTo>
                    <a:pt x="59084" y="145438"/>
                  </a:lnTo>
                  <a:lnTo>
                    <a:pt x="90899" y="140893"/>
                  </a:lnTo>
                  <a:lnTo>
                    <a:pt x="95444" y="120441"/>
                  </a:lnTo>
                  <a:lnTo>
                    <a:pt x="127258" y="113623"/>
                  </a:lnTo>
                  <a:lnTo>
                    <a:pt x="145438" y="97716"/>
                  </a:lnTo>
                  <a:lnTo>
                    <a:pt x="154528" y="65902"/>
                  </a:lnTo>
                  <a:lnTo>
                    <a:pt x="186342" y="54539"/>
                  </a:lnTo>
                  <a:lnTo>
                    <a:pt x="193160" y="38632"/>
                  </a:lnTo>
                  <a:lnTo>
                    <a:pt x="209067" y="49994"/>
                  </a:lnTo>
                  <a:lnTo>
                    <a:pt x="220429" y="49994"/>
                  </a:lnTo>
                  <a:lnTo>
                    <a:pt x="240881" y="49994"/>
                  </a:lnTo>
                  <a:lnTo>
                    <a:pt x="268151" y="61357"/>
                  </a:lnTo>
                  <a:lnTo>
                    <a:pt x="279513" y="70447"/>
                  </a:lnTo>
                  <a:lnTo>
                    <a:pt x="304510" y="54539"/>
                  </a:lnTo>
                  <a:lnTo>
                    <a:pt x="315872" y="61357"/>
                  </a:lnTo>
                  <a:lnTo>
                    <a:pt x="331779" y="43177"/>
                  </a:lnTo>
                  <a:lnTo>
                    <a:pt x="354504" y="43177"/>
                  </a:lnTo>
                  <a:lnTo>
                    <a:pt x="354504" y="38632"/>
                  </a:lnTo>
                  <a:lnTo>
                    <a:pt x="359049" y="1818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201;p30">
              <a:extLst>
                <a:ext uri="{FF2B5EF4-FFF2-40B4-BE49-F238E27FC236}">
                  <a16:creationId xmlns:a16="http://schemas.microsoft.com/office/drawing/2014/main" id="{177C3456-0357-3EBF-359B-14DBBE547095}"/>
                </a:ext>
              </a:extLst>
            </p:cNvPr>
            <p:cNvSpPr/>
            <p:nvPr/>
          </p:nvSpPr>
          <p:spPr>
            <a:xfrm>
              <a:off x="6257553" y="2683544"/>
              <a:ext cx="209636" cy="160697"/>
            </a:xfrm>
            <a:custGeom>
              <a:avLst/>
              <a:gdLst/>
              <a:ahLst/>
              <a:cxnLst/>
              <a:rect l="l" t="t" r="r" b="b"/>
              <a:pathLst>
                <a:path w="279514" h="214263" extrusionOk="0">
                  <a:moveTo>
                    <a:pt x="118169" y="0"/>
                  </a:moveTo>
                  <a:lnTo>
                    <a:pt x="115169" y="15000"/>
                  </a:lnTo>
                  <a:lnTo>
                    <a:pt x="118169" y="14286"/>
                  </a:lnTo>
                  <a:lnTo>
                    <a:pt x="115305" y="28607"/>
                  </a:lnTo>
                  <a:lnTo>
                    <a:pt x="118169" y="38632"/>
                  </a:lnTo>
                  <a:lnTo>
                    <a:pt x="134076" y="34087"/>
                  </a:lnTo>
                  <a:lnTo>
                    <a:pt x="118169" y="49994"/>
                  </a:lnTo>
                  <a:lnTo>
                    <a:pt x="117289" y="49839"/>
                  </a:lnTo>
                  <a:lnTo>
                    <a:pt x="118169" y="52918"/>
                  </a:lnTo>
                  <a:lnTo>
                    <a:pt x="134076" y="48373"/>
                  </a:lnTo>
                  <a:lnTo>
                    <a:pt x="118169" y="64280"/>
                  </a:lnTo>
                  <a:lnTo>
                    <a:pt x="79537" y="57463"/>
                  </a:lnTo>
                  <a:lnTo>
                    <a:pt x="77421" y="70161"/>
                  </a:lnTo>
                  <a:lnTo>
                    <a:pt x="113624" y="65902"/>
                  </a:lnTo>
                  <a:lnTo>
                    <a:pt x="161345" y="81809"/>
                  </a:lnTo>
                  <a:lnTo>
                    <a:pt x="231792" y="77264"/>
                  </a:lnTo>
                  <a:lnTo>
                    <a:pt x="240882" y="118168"/>
                  </a:lnTo>
                  <a:lnTo>
                    <a:pt x="252244" y="113623"/>
                  </a:lnTo>
                  <a:lnTo>
                    <a:pt x="272697" y="124986"/>
                  </a:lnTo>
                  <a:lnTo>
                    <a:pt x="272697" y="139272"/>
                  </a:lnTo>
                  <a:lnTo>
                    <a:pt x="272697" y="140893"/>
                  </a:lnTo>
                  <a:lnTo>
                    <a:pt x="279514" y="168163"/>
                  </a:lnTo>
                  <a:lnTo>
                    <a:pt x="275943" y="168163"/>
                  </a:lnTo>
                  <a:lnTo>
                    <a:pt x="279514" y="182449"/>
                  </a:lnTo>
                  <a:lnTo>
                    <a:pt x="240882" y="182449"/>
                  </a:lnTo>
                  <a:lnTo>
                    <a:pt x="213612" y="175631"/>
                  </a:lnTo>
                  <a:lnTo>
                    <a:pt x="193160" y="198356"/>
                  </a:lnTo>
                  <a:lnTo>
                    <a:pt x="177253" y="202901"/>
                  </a:lnTo>
                  <a:lnTo>
                    <a:pt x="161345" y="214263"/>
                  </a:lnTo>
                  <a:lnTo>
                    <a:pt x="149983" y="198356"/>
                  </a:lnTo>
                  <a:lnTo>
                    <a:pt x="149983" y="184070"/>
                  </a:lnTo>
                  <a:lnTo>
                    <a:pt x="149983" y="159724"/>
                  </a:lnTo>
                  <a:lnTo>
                    <a:pt x="138621" y="159724"/>
                  </a:lnTo>
                  <a:lnTo>
                    <a:pt x="144743" y="145438"/>
                  </a:lnTo>
                  <a:lnTo>
                    <a:pt x="138621" y="145438"/>
                  </a:lnTo>
                  <a:lnTo>
                    <a:pt x="140396" y="141296"/>
                  </a:lnTo>
                  <a:lnTo>
                    <a:pt x="122713" y="132454"/>
                  </a:lnTo>
                  <a:lnTo>
                    <a:pt x="106806" y="150634"/>
                  </a:lnTo>
                  <a:lnTo>
                    <a:pt x="102261" y="166541"/>
                  </a:lnTo>
                  <a:lnTo>
                    <a:pt x="102261" y="171086"/>
                  </a:lnTo>
                  <a:lnTo>
                    <a:pt x="79537" y="171086"/>
                  </a:lnTo>
                  <a:lnTo>
                    <a:pt x="63629" y="193811"/>
                  </a:lnTo>
                  <a:lnTo>
                    <a:pt x="52267" y="186994"/>
                  </a:lnTo>
                  <a:lnTo>
                    <a:pt x="27270" y="202901"/>
                  </a:lnTo>
                  <a:lnTo>
                    <a:pt x="15908" y="193811"/>
                  </a:lnTo>
                  <a:lnTo>
                    <a:pt x="20815" y="183451"/>
                  </a:lnTo>
                  <a:lnTo>
                    <a:pt x="15908" y="179525"/>
                  </a:lnTo>
                  <a:lnTo>
                    <a:pt x="35013" y="139190"/>
                  </a:lnTo>
                  <a:lnTo>
                    <a:pt x="31815" y="112002"/>
                  </a:lnTo>
                  <a:lnTo>
                    <a:pt x="0" y="100640"/>
                  </a:lnTo>
                  <a:lnTo>
                    <a:pt x="6623" y="88719"/>
                  </a:lnTo>
                  <a:lnTo>
                    <a:pt x="0" y="86354"/>
                  </a:lnTo>
                  <a:lnTo>
                    <a:pt x="11363" y="65902"/>
                  </a:lnTo>
                  <a:lnTo>
                    <a:pt x="43177" y="70447"/>
                  </a:lnTo>
                  <a:lnTo>
                    <a:pt x="59084" y="43177"/>
                  </a:lnTo>
                  <a:lnTo>
                    <a:pt x="70447" y="1136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202;p30">
              <a:extLst>
                <a:ext uri="{FF2B5EF4-FFF2-40B4-BE49-F238E27FC236}">
                  <a16:creationId xmlns:a16="http://schemas.microsoft.com/office/drawing/2014/main" id="{CBA67F80-6DD5-E4B3-7C7B-784F7BE62156}"/>
                </a:ext>
              </a:extLst>
            </p:cNvPr>
            <p:cNvSpPr/>
            <p:nvPr/>
          </p:nvSpPr>
          <p:spPr>
            <a:xfrm>
              <a:off x="6312010" y="2596704"/>
              <a:ext cx="305405" cy="160697"/>
            </a:xfrm>
            <a:custGeom>
              <a:avLst/>
              <a:gdLst/>
              <a:ahLst/>
              <a:cxnLst/>
              <a:rect l="l" t="t" r="r" b="b"/>
              <a:pathLst>
                <a:path w="407206" h="214263" extrusionOk="0">
                  <a:moveTo>
                    <a:pt x="177253" y="0"/>
                  </a:moveTo>
                  <a:lnTo>
                    <a:pt x="224974" y="22725"/>
                  </a:lnTo>
                  <a:lnTo>
                    <a:pt x="240882" y="15907"/>
                  </a:lnTo>
                  <a:lnTo>
                    <a:pt x="299966" y="22725"/>
                  </a:lnTo>
                  <a:lnTo>
                    <a:pt x="359050" y="27270"/>
                  </a:lnTo>
                  <a:lnTo>
                    <a:pt x="377230" y="43177"/>
                  </a:lnTo>
                  <a:lnTo>
                    <a:pt x="397682" y="49994"/>
                  </a:lnTo>
                  <a:lnTo>
                    <a:pt x="393137" y="59084"/>
                  </a:lnTo>
                  <a:lnTo>
                    <a:pt x="392500" y="59378"/>
                  </a:lnTo>
                  <a:lnTo>
                    <a:pt x="407206" y="64280"/>
                  </a:lnTo>
                  <a:lnTo>
                    <a:pt x="402661" y="73370"/>
                  </a:lnTo>
                  <a:lnTo>
                    <a:pt x="343577" y="100640"/>
                  </a:lnTo>
                  <a:lnTo>
                    <a:pt x="332215" y="123364"/>
                  </a:lnTo>
                  <a:lnTo>
                    <a:pt x="284493" y="127909"/>
                  </a:lnTo>
                  <a:lnTo>
                    <a:pt x="273130" y="155179"/>
                  </a:lnTo>
                  <a:lnTo>
                    <a:pt x="229953" y="150634"/>
                  </a:lnTo>
                  <a:lnTo>
                    <a:pt x="207229" y="159724"/>
                  </a:lnTo>
                  <a:lnTo>
                    <a:pt x="170869" y="182449"/>
                  </a:lnTo>
                  <a:lnTo>
                    <a:pt x="175414" y="191538"/>
                  </a:lnTo>
                  <a:lnTo>
                    <a:pt x="166324" y="202901"/>
                  </a:lnTo>
                  <a:lnTo>
                    <a:pt x="95878" y="214263"/>
                  </a:lnTo>
                  <a:lnTo>
                    <a:pt x="48156" y="198356"/>
                  </a:lnTo>
                  <a:lnTo>
                    <a:pt x="9524" y="198356"/>
                  </a:lnTo>
                  <a:lnTo>
                    <a:pt x="11905" y="184070"/>
                  </a:lnTo>
                  <a:lnTo>
                    <a:pt x="0" y="184070"/>
                  </a:lnTo>
                  <a:lnTo>
                    <a:pt x="4545" y="156800"/>
                  </a:lnTo>
                  <a:lnTo>
                    <a:pt x="43177" y="168163"/>
                  </a:lnTo>
                  <a:lnTo>
                    <a:pt x="59084" y="152255"/>
                  </a:lnTo>
                  <a:lnTo>
                    <a:pt x="86354" y="156800"/>
                  </a:lnTo>
                  <a:lnTo>
                    <a:pt x="127705" y="129233"/>
                  </a:lnTo>
                  <a:lnTo>
                    <a:pt x="100423" y="112002"/>
                  </a:lnTo>
                  <a:lnTo>
                    <a:pt x="73153" y="123364"/>
                  </a:lnTo>
                  <a:lnTo>
                    <a:pt x="48156" y="107457"/>
                  </a:lnTo>
                  <a:lnTo>
                    <a:pt x="52972" y="102297"/>
                  </a:lnTo>
                  <a:lnTo>
                    <a:pt x="38632" y="93171"/>
                  </a:lnTo>
                  <a:lnTo>
                    <a:pt x="66525" y="63286"/>
                  </a:lnTo>
                  <a:lnTo>
                    <a:pt x="68624" y="58563"/>
                  </a:lnTo>
                  <a:lnTo>
                    <a:pt x="54539" y="54539"/>
                  </a:lnTo>
                  <a:lnTo>
                    <a:pt x="63629" y="34087"/>
                  </a:lnTo>
                  <a:lnTo>
                    <a:pt x="86354" y="27270"/>
                  </a:lnTo>
                  <a:lnTo>
                    <a:pt x="149983" y="43177"/>
                  </a:lnTo>
                  <a:lnTo>
                    <a:pt x="156800" y="1136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203;p30">
              <a:extLst>
                <a:ext uri="{FF2B5EF4-FFF2-40B4-BE49-F238E27FC236}">
                  <a16:creationId xmlns:a16="http://schemas.microsoft.com/office/drawing/2014/main" id="{D992E79F-3BE6-FA9A-DC78-AD7342F06BB0}"/>
                </a:ext>
              </a:extLst>
            </p:cNvPr>
            <p:cNvSpPr/>
            <p:nvPr/>
          </p:nvSpPr>
          <p:spPr>
            <a:xfrm>
              <a:off x="5940461" y="2514977"/>
              <a:ext cx="479248" cy="310355"/>
            </a:xfrm>
            <a:custGeom>
              <a:avLst/>
              <a:gdLst/>
              <a:ahLst/>
              <a:cxnLst/>
              <a:rect l="l" t="t" r="r" b="b"/>
              <a:pathLst>
                <a:path w="638997" h="413806" extrusionOk="0">
                  <a:moveTo>
                    <a:pt x="102695" y="0"/>
                  </a:moveTo>
                  <a:lnTo>
                    <a:pt x="107240" y="4545"/>
                  </a:lnTo>
                  <a:lnTo>
                    <a:pt x="166324" y="36360"/>
                  </a:lnTo>
                  <a:lnTo>
                    <a:pt x="198139" y="59084"/>
                  </a:lnTo>
                  <a:lnTo>
                    <a:pt x="229953" y="106806"/>
                  </a:lnTo>
                  <a:lnTo>
                    <a:pt x="273130" y="95444"/>
                  </a:lnTo>
                  <a:lnTo>
                    <a:pt x="339032" y="90899"/>
                  </a:lnTo>
                  <a:lnTo>
                    <a:pt x="382209" y="127258"/>
                  </a:lnTo>
                  <a:lnTo>
                    <a:pt x="382209" y="177253"/>
                  </a:lnTo>
                  <a:lnTo>
                    <a:pt x="398116" y="177253"/>
                  </a:lnTo>
                  <a:lnTo>
                    <a:pt x="402661" y="220429"/>
                  </a:lnTo>
                  <a:lnTo>
                    <a:pt x="450383" y="220429"/>
                  </a:lnTo>
                  <a:lnTo>
                    <a:pt x="461745" y="247699"/>
                  </a:lnTo>
                  <a:lnTo>
                    <a:pt x="466104" y="247699"/>
                  </a:lnTo>
                  <a:lnTo>
                    <a:pt x="484035" y="213829"/>
                  </a:lnTo>
                  <a:lnTo>
                    <a:pt x="527212" y="182015"/>
                  </a:lnTo>
                  <a:lnTo>
                    <a:pt x="536736" y="177253"/>
                  </a:lnTo>
                  <a:lnTo>
                    <a:pt x="536736" y="177253"/>
                  </a:lnTo>
                  <a:lnTo>
                    <a:pt x="544525" y="173358"/>
                  </a:lnTo>
                  <a:lnTo>
                    <a:pt x="549937" y="170652"/>
                  </a:lnTo>
                  <a:lnTo>
                    <a:pt x="549937" y="170652"/>
                  </a:lnTo>
                  <a:lnTo>
                    <a:pt x="559461" y="165890"/>
                  </a:lnTo>
                  <a:lnTo>
                    <a:pt x="568551" y="170435"/>
                  </a:lnTo>
                  <a:lnTo>
                    <a:pt x="543553" y="204522"/>
                  </a:lnTo>
                  <a:lnTo>
                    <a:pt x="564006" y="220429"/>
                  </a:lnTo>
                  <a:lnTo>
                    <a:pt x="595820" y="209067"/>
                  </a:lnTo>
                  <a:lnTo>
                    <a:pt x="638997" y="236337"/>
                  </a:lnTo>
                  <a:lnTo>
                    <a:pt x="591275" y="268151"/>
                  </a:lnTo>
                  <a:lnTo>
                    <a:pt x="589370" y="267834"/>
                  </a:lnTo>
                  <a:lnTo>
                    <a:pt x="581751" y="272913"/>
                  </a:lnTo>
                  <a:lnTo>
                    <a:pt x="554482" y="268368"/>
                  </a:lnTo>
                  <a:lnTo>
                    <a:pt x="538574" y="272913"/>
                  </a:lnTo>
                  <a:lnTo>
                    <a:pt x="534029" y="257006"/>
                  </a:lnTo>
                  <a:lnTo>
                    <a:pt x="538574" y="234281"/>
                  </a:lnTo>
                  <a:lnTo>
                    <a:pt x="499403" y="243608"/>
                  </a:lnTo>
                  <a:lnTo>
                    <a:pt x="489014" y="272696"/>
                  </a:lnTo>
                  <a:lnTo>
                    <a:pt x="473107" y="299966"/>
                  </a:lnTo>
                  <a:lnTo>
                    <a:pt x="466880" y="299076"/>
                  </a:lnTo>
                  <a:lnTo>
                    <a:pt x="463583" y="304728"/>
                  </a:lnTo>
                  <a:lnTo>
                    <a:pt x="438141" y="301093"/>
                  </a:lnTo>
                  <a:lnTo>
                    <a:pt x="429930" y="315873"/>
                  </a:lnTo>
                  <a:lnTo>
                    <a:pt x="457200" y="327235"/>
                  </a:lnTo>
                  <a:lnTo>
                    <a:pt x="466290" y="365867"/>
                  </a:lnTo>
                  <a:lnTo>
                    <a:pt x="445838" y="409044"/>
                  </a:lnTo>
                  <a:lnTo>
                    <a:pt x="439767" y="406515"/>
                  </a:lnTo>
                  <a:lnTo>
                    <a:pt x="436314" y="413806"/>
                  </a:lnTo>
                  <a:lnTo>
                    <a:pt x="409044" y="402444"/>
                  </a:lnTo>
                  <a:lnTo>
                    <a:pt x="388592" y="402444"/>
                  </a:lnTo>
                  <a:lnTo>
                    <a:pt x="388592" y="375174"/>
                  </a:lnTo>
                  <a:lnTo>
                    <a:pt x="338598" y="359267"/>
                  </a:lnTo>
                  <a:lnTo>
                    <a:pt x="302238" y="331997"/>
                  </a:lnTo>
                  <a:lnTo>
                    <a:pt x="274969" y="311545"/>
                  </a:lnTo>
                  <a:lnTo>
                    <a:pt x="236337" y="277458"/>
                  </a:lnTo>
                  <a:lnTo>
                    <a:pt x="215884" y="229736"/>
                  </a:lnTo>
                  <a:lnTo>
                    <a:pt x="204522" y="218374"/>
                  </a:lnTo>
                  <a:lnTo>
                    <a:pt x="161345" y="225191"/>
                  </a:lnTo>
                  <a:lnTo>
                    <a:pt x="152255" y="213829"/>
                  </a:lnTo>
                  <a:lnTo>
                    <a:pt x="145438" y="175197"/>
                  </a:lnTo>
                  <a:lnTo>
                    <a:pt x="99794" y="151288"/>
                  </a:lnTo>
                  <a:lnTo>
                    <a:pt x="75426" y="170435"/>
                  </a:lnTo>
                  <a:lnTo>
                    <a:pt x="59298" y="178499"/>
                  </a:lnTo>
                  <a:lnTo>
                    <a:pt x="43611" y="186342"/>
                  </a:lnTo>
                  <a:lnTo>
                    <a:pt x="52701" y="213612"/>
                  </a:lnTo>
                  <a:lnTo>
                    <a:pt x="41590" y="213612"/>
                  </a:lnTo>
                  <a:lnTo>
                    <a:pt x="43177" y="218374"/>
                  </a:lnTo>
                  <a:lnTo>
                    <a:pt x="0" y="218374"/>
                  </a:lnTo>
                  <a:lnTo>
                    <a:pt x="0" y="29759"/>
                  </a:lnTo>
                  <a:lnTo>
                    <a:pt x="9524" y="27204"/>
                  </a:lnTo>
                  <a:lnTo>
                    <a:pt x="9524" y="2499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204;p30">
              <a:extLst>
                <a:ext uri="{FF2B5EF4-FFF2-40B4-BE49-F238E27FC236}">
                  <a16:creationId xmlns:a16="http://schemas.microsoft.com/office/drawing/2014/main" id="{5F7F527C-3B3C-2D96-E500-BD21CF4D01B4}"/>
                </a:ext>
              </a:extLst>
            </p:cNvPr>
            <p:cNvSpPr/>
            <p:nvPr/>
          </p:nvSpPr>
          <p:spPr>
            <a:xfrm>
              <a:off x="5674337" y="2085396"/>
              <a:ext cx="1137207" cy="620708"/>
            </a:xfrm>
            <a:custGeom>
              <a:avLst/>
              <a:gdLst/>
              <a:ahLst/>
              <a:cxnLst/>
              <a:rect l="l" t="t" r="r" b="b"/>
              <a:pathLst>
                <a:path w="1516276" h="827611" extrusionOk="0">
                  <a:moveTo>
                    <a:pt x="831722" y="0"/>
                  </a:moveTo>
                  <a:lnTo>
                    <a:pt x="897623" y="15907"/>
                  </a:lnTo>
                  <a:lnTo>
                    <a:pt x="898607" y="22795"/>
                  </a:lnTo>
                  <a:lnTo>
                    <a:pt x="909528" y="25431"/>
                  </a:lnTo>
                  <a:lnTo>
                    <a:pt x="916672" y="75436"/>
                  </a:lnTo>
                  <a:lnTo>
                    <a:pt x="945345" y="63629"/>
                  </a:lnTo>
                  <a:lnTo>
                    <a:pt x="993067" y="90899"/>
                  </a:lnTo>
                  <a:lnTo>
                    <a:pt x="992653" y="93383"/>
                  </a:lnTo>
                  <a:lnTo>
                    <a:pt x="1004972" y="100423"/>
                  </a:lnTo>
                  <a:lnTo>
                    <a:pt x="1002014" y="118168"/>
                  </a:lnTo>
                  <a:lnTo>
                    <a:pt x="1024881" y="118168"/>
                  </a:lnTo>
                  <a:lnTo>
                    <a:pt x="1118052" y="59084"/>
                  </a:lnTo>
                  <a:lnTo>
                    <a:pt x="1099873" y="79536"/>
                  </a:lnTo>
                  <a:lnTo>
                    <a:pt x="1104860" y="84523"/>
                  </a:lnTo>
                  <a:lnTo>
                    <a:pt x="1129957" y="68608"/>
                  </a:lnTo>
                  <a:lnTo>
                    <a:pt x="1111777" y="89060"/>
                  </a:lnTo>
                  <a:lnTo>
                    <a:pt x="1161772" y="139055"/>
                  </a:lnTo>
                  <a:lnTo>
                    <a:pt x="1233337" y="274006"/>
                  </a:lnTo>
                  <a:lnTo>
                    <a:pt x="1252127" y="247699"/>
                  </a:lnTo>
                  <a:lnTo>
                    <a:pt x="1304394" y="279513"/>
                  </a:lnTo>
                  <a:lnTo>
                    <a:pt x="1354388" y="263606"/>
                  </a:lnTo>
                  <a:lnTo>
                    <a:pt x="1374841" y="272696"/>
                  </a:lnTo>
                  <a:lnTo>
                    <a:pt x="1376974" y="277877"/>
                  </a:lnTo>
                  <a:lnTo>
                    <a:pt x="1386746" y="282220"/>
                  </a:lnTo>
                  <a:lnTo>
                    <a:pt x="1400385" y="315343"/>
                  </a:lnTo>
                  <a:lnTo>
                    <a:pt x="1418017" y="322690"/>
                  </a:lnTo>
                  <a:lnTo>
                    <a:pt x="1423269" y="329442"/>
                  </a:lnTo>
                  <a:lnTo>
                    <a:pt x="1429922" y="332214"/>
                  </a:lnTo>
                  <a:lnTo>
                    <a:pt x="1438112" y="342743"/>
                  </a:lnTo>
                  <a:lnTo>
                    <a:pt x="1481646" y="338597"/>
                  </a:lnTo>
                  <a:lnTo>
                    <a:pt x="1488774" y="348576"/>
                  </a:lnTo>
                  <a:lnTo>
                    <a:pt x="1493551" y="348121"/>
                  </a:lnTo>
                  <a:lnTo>
                    <a:pt x="1516276" y="379936"/>
                  </a:lnTo>
                  <a:lnTo>
                    <a:pt x="1484461" y="418568"/>
                  </a:lnTo>
                  <a:lnTo>
                    <a:pt x="1457192" y="423113"/>
                  </a:lnTo>
                  <a:lnTo>
                    <a:pt x="1450375" y="477652"/>
                  </a:lnTo>
                  <a:lnTo>
                    <a:pt x="1429922" y="502649"/>
                  </a:lnTo>
                  <a:lnTo>
                    <a:pt x="1359476" y="482197"/>
                  </a:lnTo>
                  <a:lnTo>
                    <a:pt x="1332206" y="579913"/>
                  </a:lnTo>
                  <a:lnTo>
                    <a:pt x="1316299" y="589002"/>
                  </a:lnTo>
                  <a:lnTo>
                    <a:pt x="1241308" y="611727"/>
                  </a:lnTo>
                  <a:lnTo>
                    <a:pt x="1273122" y="698081"/>
                  </a:lnTo>
                  <a:lnTo>
                    <a:pt x="1248125" y="713988"/>
                  </a:lnTo>
                  <a:lnTo>
                    <a:pt x="1252670" y="741258"/>
                  </a:lnTo>
                  <a:lnTo>
                    <a:pt x="1232218" y="734440"/>
                  </a:lnTo>
                  <a:lnTo>
                    <a:pt x="1221961" y="725466"/>
                  </a:lnTo>
                  <a:lnTo>
                    <a:pt x="1220313" y="724916"/>
                  </a:lnTo>
                  <a:lnTo>
                    <a:pt x="1212919" y="718447"/>
                  </a:lnTo>
                  <a:lnTo>
                    <a:pt x="1154954" y="713988"/>
                  </a:lnTo>
                  <a:lnTo>
                    <a:pt x="1095870" y="707171"/>
                  </a:lnTo>
                  <a:lnTo>
                    <a:pt x="1079963" y="713988"/>
                  </a:lnTo>
                  <a:lnTo>
                    <a:pt x="1032241" y="691263"/>
                  </a:lnTo>
                  <a:lnTo>
                    <a:pt x="1011789" y="702626"/>
                  </a:lnTo>
                  <a:lnTo>
                    <a:pt x="1004972" y="734440"/>
                  </a:lnTo>
                  <a:lnTo>
                    <a:pt x="941343" y="718533"/>
                  </a:lnTo>
                  <a:lnTo>
                    <a:pt x="918618" y="725350"/>
                  </a:lnTo>
                  <a:lnTo>
                    <a:pt x="909528" y="745802"/>
                  </a:lnTo>
                  <a:lnTo>
                    <a:pt x="886804" y="757165"/>
                  </a:lnTo>
                  <a:lnTo>
                    <a:pt x="843627" y="788979"/>
                  </a:lnTo>
                  <a:lnTo>
                    <a:pt x="823175" y="827611"/>
                  </a:lnTo>
                  <a:lnTo>
                    <a:pt x="811812" y="827611"/>
                  </a:lnTo>
                  <a:lnTo>
                    <a:pt x="807844" y="818087"/>
                  </a:lnTo>
                  <a:lnTo>
                    <a:pt x="799907" y="818087"/>
                  </a:lnTo>
                  <a:lnTo>
                    <a:pt x="792513" y="800342"/>
                  </a:lnTo>
                  <a:lnTo>
                    <a:pt x="752728" y="800342"/>
                  </a:lnTo>
                  <a:lnTo>
                    <a:pt x="751726" y="790818"/>
                  </a:lnTo>
                  <a:lnTo>
                    <a:pt x="740823" y="790818"/>
                  </a:lnTo>
                  <a:lnTo>
                    <a:pt x="737281" y="757165"/>
                  </a:lnTo>
                  <a:lnTo>
                    <a:pt x="732276" y="757165"/>
                  </a:lnTo>
                  <a:lnTo>
                    <a:pt x="732276" y="747641"/>
                  </a:lnTo>
                  <a:lnTo>
                    <a:pt x="720371" y="747641"/>
                  </a:lnTo>
                  <a:lnTo>
                    <a:pt x="720371" y="697647"/>
                  </a:lnTo>
                  <a:lnTo>
                    <a:pt x="688549" y="670849"/>
                  </a:lnTo>
                  <a:lnTo>
                    <a:pt x="623198" y="675356"/>
                  </a:lnTo>
                  <a:lnTo>
                    <a:pt x="580021" y="686718"/>
                  </a:lnTo>
                  <a:lnTo>
                    <a:pt x="572843" y="675951"/>
                  </a:lnTo>
                  <a:lnTo>
                    <a:pt x="568116" y="677194"/>
                  </a:lnTo>
                  <a:lnTo>
                    <a:pt x="537601" y="631421"/>
                  </a:lnTo>
                  <a:lnTo>
                    <a:pt x="516392" y="616272"/>
                  </a:lnTo>
                  <a:lnTo>
                    <a:pt x="457308" y="584458"/>
                  </a:lnTo>
                  <a:lnTo>
                    <a:pt x="452763" y="579913"/>
                  </a:lnTo>
                  <a:lnTo>
                    <a:pt x="359592" y="604910"/>
                  </a:lnTo>
                  <a:lnTo>
                    <a:pt x="359592" y="793524"/>
                  </a:lnTo>
                  <a:lnTo>
                    <a:pt x="339140" y="793524"/>
                  </a:lnTo>
                  <a:lnTo>
                    <a:pt x="333188" y="784000"/>
                  </a:lnTo>
                  <a:lnTo>
                    <a:pt x="327235" y="784000"/>
                  </a:lnTo>
                  <a:lnTo>
                    <a:pt x="308101" y="753385"/>
                  </a:lnTo>
                  <a:lnTo>
                    <a:pt x="291418" y="745802"/>
                  </a:lnTo>
                  <a:lnTo>
                    <a:pt x="248241" y="750347"/>
                  </a:lnTo>
                  <a:lnTo>
                    <a:pt x="232334" y="766255"/>
                  </a:lnTo>
                  <a:lnTo>
                    <a:pt x="232334" y="757165"/>
                  </a:lnTo>
                  <a:lnTo>
                    <a:pt x="235419" y="741740"/>
                  </a:lnTo>
                  <a:lnTo>
                    <a:pt x="220429" y="756731"/>
                  </a:lnTo>
                  <a:lnTo>
                    <a:pt x="220429" y="747641"/>
                  </a:lnTo>
                  <a:lnTo>
                    <a:pt x="224974" y="724916"/>
                  </a:lnTo>
                  <a:lnTo>
                    <a:pt x="222070" y="714751"/>
                  </a:lnTo>
                  <a:lnTo>
                    <a:pt x="189157" y="702626"/>
                  </a:lnTo>
                  <a:lnTo>
                    <a:pt x="187205" y="696768"/>
                  </a:lnTo>
                  <a:lnTo>
                    <a:pt x="177252" y="693102"/>
                  </a:lnTo>
                  <a:lnTo>
                    <a:pt x="162774" y="649666"/>
                  </a:lnTo>
                  <a:lnTo>
                    <a:pt x="150526" y="643542"/>
                  </a:lnTo>
                  <a:lnTo>
                    <a:pt x="150526" y="639970"/>
                  </a:lnTo>
                  <a:lnTo>
                    <a:pt x="138621" y="634018"/>
                  </a:lnTo>
                  <a:lnTo>
                    <a:pt x="138621" y="618110"/>
                  </a:lnTo>
                  <a:lnTo>
                    <a:pt x="177252" y="622655"/>
                  </a:lnTo>
                  <a:lnTo>
                    <a:pt x="177252" y="586296"/>
                  </a:lnTo>
                  <a:lnTo>
                    <a:pt x="209067" y="579478"/>
                  </a:lnTo>
                  <a:lnTo>
                    <a:pt x="240881" y="586296"/>
                  </a:lnTo>
                  <a:lnTo>
                    <a:pt x="245426" y="531757"/>
                  </a:lnTo>
                  <a:lnTo>
                    <a:pt x="242242" y="509466"/>
                  </a:lnTo>
                  <a:lnTo>
                    <a:pt x="214155" y="509466"/>
                  </a:lnTo>
                  <a:lnTo>
                    <a:pt x="182340" y="498104"/>
                  </a:lnTo>
                  <a:lnTo>
                    <a:pt x="139163" y="525373"/>
                  </a:lnTo>
                  <a:lnTo>
                    <a:pt x="107349" y="536736"/>
                  </a:lnTo>
                  <a:lnTo>
                    <a:pt x="86897" y="525373"/>
                  </a:lnTo>
                  <a:lnTo>
                    <a:pt x="87341" y="522710"/>
                  </a:lnTo>
                  <a:lnTo>
                    <a:pt x="74992" y="515849"/>
                  </a:lnTo>
                  <a:lnTo>
                    <a:pt x="79536" y="488580"/>
                  </a:lnTo>
                  <a:lnTo>
                    <a:pt x="64441" y="461744"/>
                  </a:lnTo>
                  <a:lnTo>
                    <a:pt x="36902" y="461744"/>
                  </a:lnTo>
                  <a:lnTo>
                    <a:pt x="29918" y="452220"/>
                  </a:lnTo>
                  <a:lnTo>
                    <a:pt x="24997" y="452220"/>
                  </a:lnTo>
                  <a:lnTo>
                    <a:pt x="0" y="418133"/>
                  </a:lnTo>
                  <a:lnTo>
                    <a:pt x="20452" y="374957"/>
                  </a:lnTo>
                  <a:lnTo>
                    <a:pt x="9090" y="365867"/>
                  </a:lnTo>
                  <a:lnTo>
                    <a:pt x="36360" y="299965"/>
                  </a:lnTo>
                  <a:lnTo>
                    <a:pt x="48178" y="309698"/>
                  </a:lnTo>
                  <a:lnTo>
                    <a:pt x="48265" y="309489"/>
                  </a:lnTo>
                  <a:lnTo>
                    <a:pt x="75024" y="331526"/>
                  </a:lnTo>
                  <a:lnTo>
                    <a:pt x="79536" y="295420"/>
                  </a:lnTo>
                  <a:lnTo>
                    <a:pt x="154528" y="231791"/>
                  </a:lnTo>
                  <a:lnTo>
                    <a:pt x="213612" y="224974"/>
                  </a:lnTo>
                  <a:lnTo>
                    <a:pt x="295421" y="268151"/>
                  </a:lnTo>
                  <a:lnTo>
                    <a:pt x="338597" y="295420"/>
                  </a:lnTo>
                  <a:lnTo>
                    <a:pt x="374957" y="268151"/>
                  </a:lnTo>
                  <a:lnTo>
                    <a:pt x="434041" y="263606"/>
                  </a:lnTo>
                  <a:lnTo>
                    <a:pt x="481763" y="295420"/>
                  </a:lnTo>
                  <a:lnTo>
                    <a:pt x="493125" y="279513"/>
                  </a:lnTo>
                  <a:lnTo>
                    <a:pt x="547664" y="284058"/>
                  </a:lnTo>
                  <a:lnTo>
                    <a:pt x="551981" y="253835"/>
                  </a:lnTo>
                  <a:lnTo>
                    <a:pt x="505030" y="223136"/>
                  </a:lnTo>
                  <a:lnTo>
                    <a:pt x="506367" y="222270"/>
                  </a:lnTo>
                  <a:lnTo>
                    <a:pt x="493125" y="213612"/>
                  </a:lnTo>
                  <a:lnTo>
                    <a:pt x="531757" y="188615"/>
                  </a:lnTo>
                  <a:lnTo>
                    <a:pt x="520394" y="165890"/>
                  </a:lnTo>
                  <a:lnTo>
                    <a:pt x="559026" y="149983"/>
                  </a:lnTo>
                  <a:lnTo>
                    <a:pt x="531757" y="111351"/>
                  </a:lnTo>
                  <a:lnTo>
                    <a:pt x="547664" y="90899"/>
                  </a:lnTo>
                  <a:lnTo>
                    <a:pt x="686284" y="70447"/>
                  </a:lnTo>
                  <a:lnTo>
                    <a:pt x="702192" y="52267"/>
                  </a:lnTo>
                  <a:lnTo>
                    <a:pt x="795363" y="2727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205;p30">
              <a:extLst>
                <a:ext uri="{FF2B5EF4-FFF2-40B4-BE49-F238E27FC236}">
                  <a16:creationId xmlns:a16="http://schemas.microsoft.com/office/drawing/2014/main" id="{6CAC6019-F6E7-B959-09E2-3B56C00F4529}"/>
                </a:ext>
              </a:extLst>
            </p:cNvPr>
            <p:cNvSpPr/>
            <p:nvPr/>
          </p:nvSpPr>
          <p:spPr>
            <a:xfrm>
              <a:off x="6816499" y="2238624"/>
              <a:ext cx="888209" cy="431770"/>
            </a:xfrm>
            <a:custGeom>
              <a:avLst/>
              <a:gdLst/>
              <a:ahLst/>
              <a:cxnLst/>
              <a:rect l="l" t="t" r="r" b="b"/>
              <a:pathLst>
                <a:path w="1184279" h="575693" extrusionOk="0">
                  <a:moveTo>
                    <a:pt x="406771" y="0"/>
                  </a:moveTo>
                  <a:lnTo>
                    <a:pt x="449948" y="27270"/>
                  </a:lnTo>
                  <a:lnTo>
                    <a:pt x="481762" y="31815"/>
                  </a:lnTo>
                  <a:lnTo>
                    <a:pt x="524939" y="47722"/>
                  </a:lnTo>
                  <a:lnTo>
                    <a:pt x="527292" y="62624"/>
                  </a:lnTo>
                  <a:lnTo>
                    <a:pt x="532082" y="64389"/>
                  </a:lnTo>
                  <a:lnTo>
                    <a:pt x="536600" y="93005"/>
                  </a:lnTo>
                  <a:lnTo>
                    <a:pt x="584023" y="113623"/>
                  </a:lnTo>
                  <a:lnTo>
                    <a:pt x="622655" y="102261"/>
                  </a:lnTo>
                  <a:lnTo>
                    <a:pt x="665832" y="97716"/>
                  </a:lnTo>
                  <a:lnTo>
                    <a:pt x="702191" y="102261"/>
                  </a:lnTo>
                  <a:lnTo>
                    <a:pt x="740823" y="129531"/>
                  </a:lnTo>
                  <a:lnTo>
                    <a:pt x="761275" y="161345"/>
                  </a:lnTo>
                  <a:lnTo>
                    <a:pt x="795362" y="161345"/>
                  </a:lnTo>
                  <a:lnTo>
                    <a:pt x="843084" y="165890"/>
                  </a:lnTo>
                  <a:lnTo>
                    <a:pt x="874898" y="156800"/>
                  </a:lnTo>
                  <a:lnTo>
                    <a:pt x="922620" y="145438"/>
                  </a:lnTo>
                  <a:lnTo>
                    <a:pt x="977159" y="106806"/>
                  </a:lnTo>
                  <a:lnTo>
                    <a:pt x="1004429" y="113623"/>
                  </a:lnTo>
                  <a:lnTo>
                    <a:pt x="1020336" y="129531"/>
                  </a:lnTo>
                  <a:lnTo>
                    <a:pt x="1063513" y="122713"/>
                  </a:lnTo>
                  <a:lnTo>
                    <a:pt x="1056552" y="141607"/>
                  </a:lnTo>
                  <a:lnTo>
                    <a:pt x="1070656" y="139380"/>
                  </a:lnTo>
                  <a:lnTo>
                    <a:pt x="1054749" y="182557"/>
                  </a:lnTo>
                  <a:lnTo>
                    <a:pt x="1027479" y="237096"/>
                  </a:lnTo>
                  <a:lnTo>
                    <a:pt x="1031859" y="247609"/>
                  </a:lnTo>
                  <a:lnTo>
                    <a:pt x="1052151" y="236336"/>
                  </a:lnTo>
                  <a:lnTo>
                    <a:pt x="1083965" y="247699"/>
                  </a:lnTo>
                  <a:lnTo>
                    <a:pt x="1118052" y="224974"/>
                  </a:lnTo>
                  <a:lnTo>
                    <a:pt x="1143049" y="243154"/>
                  </a:lnTo>
                  <a:lnTo>
                    <a:pt x="1177136" y="279513"/>
                  </a:lnTo>
                  <a:lnTo>
                    <a:pt x="1177136" y="288561"/>
                  </a:lnTo>
                  <a:lnTo>
                    <a:pt x="1184279" y="296180"/>
                  </a:lnTo>
                  <a:lnTo>
                    <a:pt x="1184279" y="318905"/>
                  </a:lnTo>
                  <a:lnTo>
                    <a:pt x="1150192" y="312087"/>
                  </a:lnTo>
                  <a:lnTo>
                    <a:pt x="1097925" y="318905"/>
                  </a:lnTo>
                  <a:lnTo>
                    <a:pt x="1070656" y="334812"/>
                  </a:lnTo>
                  <a:lnTo>
                    <a:pt x="1047931" y="371171"/>
                  </a:lnTo>
                  <a:lnTo>
                    <a:pt x="988847" y="387079"/>
                  </a:lnTo>
                  <a:lnTo>
                    <a:pt x="952488" y="414348"/>
                  </a:lnTo>
                  <a:lnTo>
                    <a:pt x="913856" y="402986"/>
                  </a:lnTo>
                  <a:lnTo>
                    <a:pt x="893404" y="398441"/>
                  </a:lnTo>
                  <a:lnTo>
                    <a:pt x="879238" y="432844"/>
                  </a:lnTo>
                  <a:lnTo>
                    <a:pt x="881716" y="436313"/>
                  </a:lnTo>
                  <a:lnTo>
                    <a:pt x="884891" y="447425"/>
                  </a:lnTo>
                  <a:lnTo>
                    <a:pt x="888859" y="452980"/>
                  </a:lnTo>
                  <a:lnTo>
                    <a:pt x="893404" y="468887"/>
                  </a:lnTo>
                  <a:lnTo>
                    <a:pt x="866134" y="489340"/>
                  </a:lnTo>
                  <a:lnTo>
                    <a:pt x="838865" y="512064"/>
                  </a:lnTo>
                  <a:lnTo>
                    <a:pt x="795688" y="532516"/>
                  </a:lnTo>
                  <a:lnTo>
                    <a:pt x="743421" y="532516"/>
                  </a:lnTo>
                  <a:lnTo>
                    <a:pt x="684337" y="548424"/>
                  </a:lnTo>
                  <a:lnTo>
                    <a:pt x="641160" y="575693"/>
                  </a:lnTo>
                  <a:lnTo>
                    <a:pt x="625253" y="559786"/>
                  </a:lnTo>
                  <a:lnTo>
                    <a:pt x="582076" y="559786"/>
                  </a:lnTo>
                  <a:lnTo>
                    <a:pt x="527537" y="532516"/>
                  </a:lnTo>
                  <a:lnTo>
                    <a:pt x="488905" y="523426"/>
                  </a:lnTo>
                  <a:lnTo>
                    <a:pt x="441183" y="532516"/>
                  </a:lnTo>
                  <a:lnTo>
                    <a:pt x="361647" y="523426"/>
                  </a:lnTo>
                  <a:lnTo>
                    <a:pt x="323015" y="523426"/>
                  </a:lnTo>
                  <a:lnTo>
                    <a:pt x="302563" y="489340"/>
                  </a:lnTo>
                  <a:lnTo>
                    <a:pt x="298018" y="477002"/>
                  </a:lnTo>
                  <a:lnTo>
                    <a:pt x="295420" y="472673"/>
                  </a:lnTo>
                  <a:lnTo>
                    <a:pt x="285574" y="445946"/>
                  </a:lnTo>
                  <a:lnTo>
                    <a:pt x="263931" y="441618"/>
                  </a:lnTo>
                  <a:lnTo>
                    <a:pt x="216210" y="409803"/>
                  </a:lnTo>
                  <a:lnTo>
                    <a:pt x="168488" y="398441"/>
                  </a:lnTo>
                  <a:lnTo>
                    <a:pt x="125311" y="393896"/>
                  </a:lnTo>
                  <a:lnTo>
                    <a:pt x="113949" y="371171"/>
                  </a:lnTo>
                  <a:lnTo>
                    <a:pt x="114262" y="369417"/>
                  </a:lnTo>
                  <a:lnTo>
                    <a:pt x="106806" y="354504"/>
                  </a:lnTo>
                  <a:lnTo>
                    <a:pt x="117422" y="295052"/>
                  </a:lnTo>
                  <a:lnTo>
                    <a:pt x="98042" y="264366"/>
                  </a:lnTo>
                  <a:lnTo>
                    <a:pt x="50320" y="241641"/>
                  </a:lnTo>
                  <a:lnTo>
                    <a:pt x="16233" y="216644"/>
                  </a:lnTo>
                  <a:lnTo>
                    <a:pt x="12983" y="202832"/>
                  </a:lnTo>
                  <a:lnTo>
                    <a:pt x="9090" y="199977"/>
                  </a:lnTo>
                  <a:lnTo>
                    <a:pt x="0" y="161345"/>
                  </a:lnTo>
                  <a:lnTo>
                    <a:pt x="43177" y="149983"/>
                  </a:lnTo>
                  <a:lnTo>
                    <a:pt x="106806" y="102261"/>
                  </a:lnTo>
                  <a:lnTo>
                    <a:pt x="165890" y="74991"/>
                  </a:lnTo>
                  <a:lnTo>
                    <a:pt x="197704" y="90899"/>
                  </a:lnTo>
                  <a:lnTo>
                    <a:pt x="236336" y="90899"/>
                  </a:lnTo>
                  <a:lnTo>
                    <a:pt x="263606" y="118168"/>
                  </a:lnTo>
                  <a:lnTo>
                    <a:pt x="295420" y="118168"/>
                  </a:lnTo>
                  <a:lnTo>
                    <a:pt x="347687" y="134075"/>
                  </a:lnTo>
                  <a:lnTo>
                    <a:pt x="385878" y="98131"/>
                  </a:lnTo>
                  <a:lnTo>
                    <a:pt x="377555" y="80296"/>
                  </a:lnTo>
                  <a:lnTo>
                    <a:pt x="377904" y="79685"/>
                  </a:lnTo>
                  <a:lnTo>
                    <a:pt x="370412" y="63629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206;p30">
              <a:extLst>
                <a:ext uri="{FF2B5EF4-FFF2-40B4-BE49-F238E27FC236}">
                  <a16:creationId xmlns:a16="http://schemas.microsoft.com/office/drawing/2014/main" id="{6E792C6F-D14D-2222-5D89-BE335738C506}"/>
                </a:ext>
              </a:extLst>
            </p:cNvPr>
            <p:cNvSpPr/>
            <p:nvPr/>
          </p:nvSpPr>
          <p:spPr>
            <a:xfrm>
              <a:off x="6606864" y="3041379"/>
              <a:ext cx="228708" cy="126367"/>
            </a:xfrm>
            <a:custGeom>
              <a:avLst/>
              <a:gdLst/>
              <a:ahLst/>
              <a:cxnLst/>
              <a:rect l="l" t="t" r="r" b="b"/>
              <a:pathLst>
                <a:path w="304944" h="168489" extrusionOk="0">
                  <a:moveTo>
                    <a:pt x="61791" y="0"/>
                  </a:moveTo>
                  <a:lnTo>
                    <a:pt x="89060" y="11363"/>
                  </a:lnTo>
                  <a:lnTo>
                    <a:pt x="127692" y="38632"/>
                  </a:lnTo>
                  <a:lnTo>
                    <a:pt x="148144" y="43177"/>
                  </a:lnTo>
                  <a:lnTo>
                    <a:pt x="159506" y="63630"/>
                  </a:lnTo>
                  <a:lnTo>
                    <a:pt x="191321" y="70447"/>
                  </a:lnTo>
                  <a:lnTo>
                    <a:pt x="218590" y="90899"/>
                  </a:lnTo>
                  <a:lnTo>
                    <a:pt x="261767" y="97717"/>
                  </a:lnTo>
                  <a:lnTo>
                    <a:pt x="304944" y="102262"/>
                  </a:lnTo>
                  <a:lnTo>
                    <a:pt x="298127" y="118169"/>
                  </a:lnTo>
                  <a:lnTo>
                    <a:pt x="304944" y="145439"/>
                  </a:lnTo>
                  <a:lnTo>
                    <a:pt x="298127" y="161346"/>
                  </a:lnTo>
                  <a:lnTo>
                    <a:pt x="291664" y="161346"/>
                  </a:lnTo>
                  <a:lnTo>
                    <a:pt x="288603" y="168489"/>
                  </a:lnTo>
                  <a:lnTo>
                    <a:pt x="256788" y="168489"/>
                  </a:lnTo>
                  <a:lnTo>
                    <a:pt x="213611" y="163944"/>
                  </a:lnTo>
                  <a:lnTo>
                    <a:pt x="186342" y="157127"/>
                  </a:lnTo>
                  <a:lnTo>
                    <a:pt x="165890" y="136674"/>
                  </a:lnTo>
                  <a:lnTo>
                    <a:pt x="118168" y="132129"/>
                  </a:lnTo>
                  <a:lnTo>
                    <a:pt x="68174" y="109405"/>
                  </a:lnTo>
                  <a:lnTo>
                    <a:pt x="36359" y="88952"/>
                  </a:lnTo>
                  <a:lnTo>
                    <a:pt x="0" y="70773"/>
                  </a:lnTo>
                  <a:lnTo>
                    <a:pt x="9090" y="34413"/>
                  </a:lnTo>
                  <a:lnTo>
                    <a:pt x="36359" y="11688"/>
                  </a:lnTo>
                  <a:lnTo>
                    <a:pt x="37809" y="11274"/>
                  </a:lnTo>
                  <a:lnTo>
                    <a:pt x="45883" y="454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207;p30">
              <a:extLst>
                <a:ext uri="{FF2B5EF4-FFF2-40B4-BE49-F238E27FC236}">
                  <a16:creationId xmlns:a16="http://schemas.microsoft.com/office/drawing/2014/main" id="{E7C6B9E3-6657-041C-5512-7435D3FCD672}"/>
                </a:ext>
              </a:extLst>
            </p:cNvPr>
            <p:cNvSpPr/>
            <p:nvPr/>
          </p:nvSpPr>
          <p:spPr>
            <a:xfrm>
              <a:off x="6278005" y="2871456"/>
              <a:ext cx="813301" cy="827963"/>
            </a:xfrm>
            <a:custGeom>
              <a:avLst/>
              <a:gdLst/>
              <a:ahLst/>
              <a:cxnLst/>
              <a:rect l="l" t="t" r="r" b="b"/>
              <a:pathLst>
                <a:path w="1084401" h="1103951" extrusionOk="0">
                  <a:moveTo>
                    <a:pt x="364030" y="0"/>
                  </a:moveTo>
                  <a:lnTo>
                    <a:pt x="400389" y="52267"/>
                  </a:lnTo>
                  <a:lnTo>
                    <a:pt x="400389" y="86354"/>
                  </a:lnTo>
                  <a:lnTo>
                    <a:pt x="411751" y="111351"/>
                  </a:lnTo>
                  <a:lnTo>
                    <a:pt x="411751" y="134076"/>
                  </a:lnTo>
                  <a:lnTo>
                    <a:pt x="402226" y="130901"/>
                  </a:lnTo>
                  <a:lnTo>
                    <a:pt x="402226" y="140426"/>
                  </a:lnTo>
                  <a:lnTo>
                    <a:pt x="392192" y="137081"/>
                  </a:lnTo>
                  <a:lnTo>
                    <a:pt x="395844" y="177252"/>
                  </a:lnTo>
                  <a:lnTo>
                    <a:pt x="434476" y="204522"/>
                  </a:lnTo>
                  <a:lnTo>
                    <a:pt x="486743" y="229519"/>
                  </a:lnTo>
                  <a:lnTo>
                    <a:pt x="459473" y="252244"/>
                  </a:lnTo>
                  <a:lnTo>
                    <a:pt x="450383" y="288603"/>
                  </a:lnTo>
                  <a:lnTo>
                    <a:pt x="482198" y="306783"/>
                  </a:lnTo>
                  <a:lnTo>
                    <a:pt x="518557" y="327235"/>
                  </a:lnTo>
                  <a:lnTo>
                    <a:pt x="568551" y="349960"/>
                  </a:lnTo>
                  <a:lnTo>
                    <a:pt x="616273" y="354505"/>
                  </a:lnTo>
                  <a:lnTo>
                    <a:pt x="636725" y="374957"/>
                  </a:lnTo>
                  <a:lnTo>
                    <a:pt x="663995" y="381774"/>
                  </a:lnTo>
                  <a:lnTo>
                    <a:pt x="713989" y="386319"/>
                  </a:lnTo>
                  <a:lnTo>
                    <a:pt x="732183" y="386319"/>
                  </a:lnTo>
                  <a:lnTo>
                    <a:pt x="736279" y="376762"/>
                  </a:lnTo>
                  <a:lnTo>
                    <a:pt x="729461" y="349492"/>
                  </a:lnTo>
                  <a:lnTo>
                    <a:pt x="736279" y="333585"/>
                  </a:lnTo>
                  <a:lnTo>
                    <a:pt x="745209" y="328624"/>
                  </a:lnTo>
                  <a:lnTo>
                    <a:pt x="745804" y="327235"/>
                  </a:lnTo>
                  <a:lnTo>
                    <a:pt x="766256" y="315873"/>
                  </a:lnTo>
                  <a:lnTo>
                    <a:pt x="773073" y="349960"/>
                  </a:lnTo>
                  <a:lnTo>
                    <a:pt x="773073" y="359050"/>
                  </a:lnTo>
                  <a:lnTo>
                    <a:pt x="804888" y="374957"/>
                  </a:lnTo>
                  <a:lnTo>
                    <a:pt x="825340" y="370412"/>
                  </a:lnTo>
                  <a:lnTo>
                    <a:pt x="857154" y="370412"/>
                  </a:lnTo>
                  <a:lnTo>
                    <a:pt x="881716" y="370412"/>
                  </a:lnTo>
                  <a:lnTo>
                    <a:pt x="881716" y="349492"/>
                  </a:lnTo>
                  <a:lnTo>
                    <a:pt x="863537" y="338130"/>
                  </a:lnTo>
                  <a:lnTo>
                    <a:pt x="879761" y="335967"/>
                  </a:lnTo>
                  <a:lnTo>
                    <a:pt x="873062" y="331780"/>
                  </a:lnTo>
                  <a:lnTo>
                    <a:pt x="903485" y="327724"/>
                  </a:lnTo>
                  <a:lnTo>
                    <a:pt x="929438" y="301771"/>
                  </a:lnTo>
                  <a:lnTo>
                    <a:pt x="938056" y="296328"/>
                  </a:lnTo>
                  <a:lnTo>
                    <a:pt x="938963" y="295421"/>
                  </a:lnTo>
                  <a:lnTo>
                    <a:pt x="982140" y="268151"/>
                  </a:lnTo>
                  <a:lnTo>
                    <a:pt x="1013955" y="279513"/>
                  </a:lnTo>
                  <a:lnTo>
                    <a:pt x="1041224" y="263606"/>
                  </a:lnTo>
                  <a:lnTo>
                    <a:pt x="1057131" y="288603"/>
                  </a:lnTo>
                  <a:lnTo>
                    <a:pt x="1045769" y="306783"/>
                  </a:lnTo>
                  <a:lnTo>
                    <a:pt x="1084401" y="311328"/>
                  </a:lnTo>
                  <a:lnTo>
                    <a:pt x="1084401" y="327235"/>
                  </a:lnTo>
                  <a:lnTo>
                    <a:pt x="1074876" y="331045"/>
                  </a:lnTo>
                  <a:lnTo>
                    <a:pt x="1074876" y="333585"/>
                  </a:lnTo>
                  <a:lnTo>
                    <a:pt x="1073436" y="334161"/>
                  </a:lnTo>
                  <a:lnTo>
                    <a:pt x="1077584" y="359050"/>
                  </a:lnTo>
                  <a:lnTo>
                    <a:pt x="1066471" y="355875"/>
                  </a:lnTo>
                  <a:lnTo>
                    <a:pt x="1068059" y="365400"/>
                  </a:lnTo>
                  <a:lnTo>
                    <a:pt x="1036898" y="356497"/>
                  </a:lnTo>
                  <a:lnTo>
                    <a:pt x="1002592" y="381774"/>
                  </a:lnTo>
                  <a:lnTo>
                    <a:pt x="1002592" y="402227"/>
                  </a:lnTo>
                  <a:lnTo>
                    <a:pt x="982140" y="440859"/>
                  </a:lnTo>
                  <a:lnTo>
                    <a:pt x="982140" y="456766"/>
                  </a:lnTo>
                  <a:lnTo>
                    <a:pt x="966233" y="488580"/>
                  </a:lnTo>
                  <a:lnTo>
                    <a:pt x="960280" y="487786"/>
                  </a:lnTo>
                  <a:lnTo>
                    <a:pt x="956708" y="494930"/>
                  </a:lnTo>
                  <a:lnTo>
                    <a:pt x="932146" y="491655"/>
                  </a:lnTo>
                  <a:lnTo>
                    <a:pt x="932146" y="520395"/>
                  </a:lnTo>
                  <a:lnTo>
                    <a:pt x="923056" y="536302"/>
                  </a:lnTo>
                  <a:lnTo>
                    <a:pt x="927601" y="552209"/>
                  </a:lnTo>
                  <a:lnTo>
                    <a:pt x="911694" y="563572"/>
                  </a:lnTo>
                  <a:lnTo>
                    <a:pt x="911575" y="563203"/>
                  </a:lnTo>
                  <a:lnTo>
                    <a:pt x="902169" y="569922"/>
                  </a:lnTo>
                  <a:lnTo>
                    <a:pt x="881716" y="506293"/>
                  </a:lnTo>
                  <a:lnTo>
                    <a:pt x="878292" y="506293"/>
                  </a:lnTo>
                  <a:lnTo>
                    <a:pt x="873062" y="527212"/>
                  </a:lnTo>
                  <a:lnTo>
                    <a:pt x="866850" y="520310"/>
                  </a:lnTo>
                  <a:lnTo>
                    <a:pt x="863537" y="533562"/>
                  </a:lnTo>
                  <a:lnTo>
                    <a:pt x="843085" y="510838"/>
                  </a:lnTo>
                  <a:lnTo>
                    <a:pt x="858992" y="490385"/>
                  </a:lnTo>
                  <a:lnTo>
                    <a:pt x="865871" y="487437"/>
                  </a:lnTo>
                  <a:lnTo>
                    <a:pt x="868517" y="484035"/>
                  </a:lnTo>
                  <a:lnTo>
                    <a:pt x="876342" y="480682"/>
                  </a:lnTo>
                  <a:lnTo>
                    <a:pt x="890806" y="451754"/>
                  </a:lnTo>
                  <a:lnTo>
                    <a:pt x="870354" y="447209"/>
                  </a:lnTo>
                  <a:lnTo>
                    <a:pt x="838540" y="447209"/>
                  </a:lnTo>
                  <a:lnTo>
                    <a:pt x="799908" y="440391"/>
                  </a:lnTo>
                  <a:lnTo>
                    <a:pt x="795363" y="408577"/>
                  </a:lnTo>
                  <a:lnTo>
                    <a:pt x="779456" y="408577"/>
                  </a:lnTo>
                  <a:lnTo>
                    <a:pt x="756529" y="395203"/>
                  </a:lnTo>
                  <a:lnTo>
                    <a:pt x="745804" y="413589"/>
                  </a:lnTo>
                  <a:lnTo>
                    <a:pt x="773073" y="434041"/>
                  </a:lnTo>
                  <a:lnTo>
                    <a:pt x="750349" y="449948"/>
                  </a:lnTo>
                  <a:lnTo>
                    <a:pt x="738986" y="461311"/>
                  </a:lnTo>
                  <a:lnTo>
                    <a:pt x="766256" y="477218"/>
                  </a:lnTo>
                  <a:lnTo>
                    <a:pt x="761711" y="499943"/>
                  </a:lnTo>
                  <a:lnTo>
                    <a:pt x="773073" y="531757"/>
                  </a:lnTo>
                  <a:lnTo>
                    <a:pt x="777618" y="559027"/>
                  </a:lnTo>
                  <a:lnTo>
                    <a:pt x="773073" y="574934"/>
                  </a:lnTo>
                  <a:lnTo>
                    <a:pt x="765362" y="574934"/>
                  </a:lnTo>
                  <a:lnTo>
                    <a:pt x="763548" y="581284"/>
                  </a:lnTo>
                  <a:lnTo>
                    <a:pt x="736279" y="581284"/>
                  </a:lnTo>
                  <a:lnTo>
                    <a:pt x="702627" y="590140"/>
                  </a:lnTo>
                  <a:lnTo>
                    <a:pt x="702627" y="611294"/>
                  </a:lnTo>
                  <a:lnTo>
                    <a:pt x="686720" y="634018"/>
                  </a:lnTo>
                  <a:lnTo>
                    <a:pt x="678905" y="637926"/>
                  </a:lnTo>
                  <a:lnTo>
                    <a:pt x="677195" y="640368"/>
                  </a:lnTo>
                  <a:lnTo>
                    <a:pt x="629557" y="664187"/>
                  </a:lnTo>
                  <a:lnTo>
                    <a:pt x="589004" y="709010"/>
                  </a:lnTo>
                  <a:lnTo>
                    <a:pt x="561734" y="731734"/>
                  </a:lnTo>
                  <a:lnTo>
                    <a:pt x="525375" y="756731"/>
                  </a:lnTo>
                  <a:lnTo>
                    <a:pt x="525375" y="774911"/>
                  </a:lnTo>
                  <a:lnTo>
                    <a:pt x="515850" y="780354"/>
                  </a:lnTo>
                  <a:lnTo>
                    <a:pt x="515850" y="781261"/>
                  </a:lnTo>
                  <a:lnTo>
                    <a:pt x="499942" y="790351"/>
                  </a:lnTo>
                  <a:lnTo>
                    <a:pt x="461310" y="806258"/>
                  </a:lnTo>
                  <a:lnTo>
                    <a:pt x="452282" y="806258"/>
                  </a:lnTo>
                  <a:lnTo>
                    <a:pt x="443566" y="827178"/>
                  </a:lnTo>
                  <a:lnTo>
                    <a:pt x="454928" y="874900"/>
                  </a:lnTo>
                  <a:lnTo>
                    <a:pt x="454928" y="908987"/>
                  </a:lnTo>
                  <a:lnTo>
                    <a:pt x="439021" y="945346"/>
                  </a:lnTo>
                  <a:lnTo>
                    <a:pt x="439021" y="1004430"/>
                  </a:lnTo>
                  <a:lnTo>
                    <a:pt x="429496" y="1007288"/>
                  </a:lnTo>
                  <a:lnTo>
                    <a:pt x="429496" y="1010780"/>
                  </a:lnTo>
                  <a:lnTo>
                    <a:pt x="413549" y="1015564"/>
                  </a:lnTo>
                  <a:lnTo>
                    <a:pt x="400389" y="1036245"/>
                  </a:lnTo>
                  <a:lnTo>
                    <a:pt x="411751" y="1047607"/>
                  </a:lnTo>
                  <a:lnTo>
                    <a:pt x="400054" y="1051785"/>
                  </a:lnTo>
                  <a:lnTo>
                    <a:pt x="402226" y="1053957"/>
                  </a:lnTo>
                  <a:lnTo>
                    <a:pt x="378494" y="1062433"/>
                  </a:lnTo>
                  <a:lnTo>
                    <a:pt x="368574" y="1086239"/>
                  </a:lnTo>
                  <a:lnTo>
                    <a:pt x="352667" y="1097601"/>
                  </a:lnTo>
                  <a:lnTo>
                    <a:pt x="352432" y="1097316"/>
                  </a:lnTo>
                  <a:lnTo>
                    <a:pt x="343142" y="1103951"/>
                  </a:lnTo>
                  <a:lnTo>
                    <a:pt x="311328" y="1065319"/>
                  </a:lnTo>
                  <a:lnTo>
                    <a:pt x="288603" y="1017598"/>
                  </a:lnTo>
                  <a:lnTo>
                    <a:pt x="279513" y="978966"/>
                  </a:lnTo>
                  <a:lnTo>
                    <a:pt x="263606" y="958513"/>
                  </a:lnTo>
                  <a:lnTo>
                    <a:pt x="245426" y="924426"/>
                  </a:lnTo>
                  <a:lnTo>
                    <a:pt x="236336" y="876705"/>
                  </a:lnTo>
                  <a:lnTo>
                    <a:pt x="229519" y="856252"/>
                  </a:lnTo>
                  <a:lnTo>
                    <a:pt x="197704" y="801713"/>
                  </a:lnTo>
                  <a:lnTo>
                    <a:pt x="181797" y="726722"/>
                  </a:lnTo>
                  <a:lnTo>
                    <a:pt x="170435" y="679000"/>
                  </a:lnTo>
                  <a:lnTo>
                    <a:pt x="170435" y="635823"/>
                  </a:lnTo>
                  <a:lnTo>
                    <a:pt x="165890" y="597191"/>
                  </a:lnTo>
                  <a:lnTo>
                    <a:pt x="111351" y="617644"/>
                  </a:lnTo>
                  <a:lnTo>
                    <a:pt x="86354" y="613099"/>
                  </a:lnTo>
                  <a:lnTo>
                    <a:pt x="36359" y="565377"/>
                  </a:lnTo>
                  <a:lnTo>
                    <a:pt x="52267" y="554014"/>
                  </a:lnTo>
                  <a:lnTo>
                    <a:pt x="43177" y="538107"/>
                  </a:lnTo>
                  <a:lnTo>
                    <a:pt x="0" y="499475"/>
                  </a:lnTo>
                  <a:lnTo>
                    <a:pt x="24997" y="479023"/>
                  </a:lnTo>
                  <a:lnTo>
                    <a:pt x="26761" y="479023"/>
                  </a:lnTo>
                  <a:lnTo>
                    <a:pt x="34522" y="472673"/>
                  </a:lnTo>
                  <a:lnTo>
                    <a:pt x="104938" y="472673"/>
                  </a:lnTo>
                  <a:lnTo>
                    <a:pt x="95444" y="440391"/>
                  </a:lnTo>
                  <a:lnTo>
                    <a:pt x="74991" y="419939"/>
                  </a:lnTo>
                  <a:lnTo>
                    <a:pt x="68174" y="392669"/>
                  </a:lnTo>
                  <a:lnTo>
                    <a:pt x="47722" y="372217"/>
                  </a:lnTo>
                  <a:lnTo>
                    <a:pt x="90899" y="329040"/>
                  </a:lnTo>
                  <a:lnTo>
                    <a:pt x="93772" y="329343"/>
                  </a:lnTo>
                  <a:lnTo>
                    <a:pt x="100424" y="322690"/>
                  </a:lnTo>
                  <a:lnTo>
                    <a:pt x="139763" y="326831"/>
                  </a:lnTo>
                  <a:lnTo>
                    <a:pt x="170435" y="290408"/>
                  </a:lnTo>
                  <a:lnTo>
                    <a:pt x="193160" y="247232"/>
                  </a:lnTo>
                  <a:lnTo>
                    <a:pt x="229519" y="204055"/>
                  </a:lnTo>
                  <a:lnTo>
                    <a:pt x="229519" y="172240"/>
                  </a:lnTo>
                  <a:lnTo>
                    <a:pt x="256789" y="151788"/>
                  </a:lnTo>
                  <a:lnTo>
                    <a:pt x="229519" y="124518"/>
                  </a:lnTo>
                  <a:lnTo>
                    <a:pt x="220429" y="97249"/>
                  </a:lnTo>
                  <a:lnTo>
                    <a:pt x="204522" y="58617"/>
                  </a:lnTo>
                  <a:lnTo>
                    <a:pt x="220429" y="38165"/>
                  </a:lnTo>
                  <a:lnTo>
                    <a:pt x="224419" y="38932"/>
                  </a:lnTo>
                  <a:lnTo>
                    <a:pt x="229954" y="31815"/>
                  </a:lnTo>
                  <a:lnTo>
                    <a:pt x="289038" y="43177"/>
                  </a:lnTo>
                  <a:lnTo>
                    <a:pt x="327610" y="37087"/>
                  </a:lnTo>
                  <a:lnTo>
                    <a:pt x="354505" y="6350"/>
                  </a:lnTo>
                  <a:lnTo>
                    <a:pt x="356263" y="887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208;p30">
              <a:extLst>
                <a:ext uri="{FF2B5EF4-FFF2-40B4-BE49-F238E27FC236}">
                  <a16:creationId xmlns:a16="http://schemas.microsoft.com/office/drawing/2014/main" id="{7FBBC025-36B4-EAA8-6A7A-C54B8B4A61C2}"/>
                </a:ext>
              </a:extLst>
            </p:cNvPr>
            <p:cNvSpPr/>
            <p:nvPr/>
          </p:nvSpPr>
          <p:spPr>
            <a:xfrm>
              <a:off x="5821237" y="3179677"/>
              <a:ext cx="136511" cy="112650"/>
            </a:xfrm>
            <a:custGeom>
              <a:avLst/>
              <a:gdLst/>
              <a:ahLst/>
              <a:cxnLst/>
              <a:rect l="l" t="t" r="r" b="b"/>
              <a:pathLst>
                <a:path w="182014" h="150200" extrusionOk="0">
                  <a:moveTo>
                    <a:pt x="168162" y="0"/>
                  </a:moveTo>
                  <a:lnTo>
                    <a:pt x="170781" y="6548"/>
                  </a:lnTo>
                  <a:lnTo>
                    <a:pt x="172924" y="4762"/>
                  </a:lnTo>
                  <a:lnTo>
                    <a:pt x="177469" y="16125"/>
                  </a:lnTo>
                  <a:lnTo>
                    <a:pt x="182014" y="47939"/>
                  </a:lnTo>
                  <a:lnTo>
                    <a:pt x="161562" y="47939"/>
                  </a:lnTo>
                  <a:lnTo>
                    <a:pt x="161562" y="75209"/>
                  </a:lnTo>
                  <a:lnTo>
                    <a:pt x="166107" y="79754"/>
                  </a:lnTo>
                  <a:lnTo>
                    <a:pt x="150200" y="91116"/>
                  </a:lnTo>
                  <a:lnTo>
                    <a:pt x="150200" y="107023"/>
                  </a:lnTo>
                  <a:lnTo>
                    <a:pt x="141110" y="122931"/>
                  </a:lnTo>
                  <a:lnTo>
                    <a:pt x="134293" y="138838"/>
                  </a:lnTo>
                  <a:lnTo>
                    <a:pt x="129748" y="150200"/>
                  </a:lnTo>
                  <a:lnTo>
                    <a:pt x="20669" y="129748"/>
                  </a:lnTo>
                  <a:lnTo>
                    <a:pt x="19138" y="125592"/>
                  </a:lnTo>
                  <a:lnTo>
                    <a:pt x="15907" y="124986"/>
                  </a:lnTo>
                  <a:lnTo>
                    <a:pt x="0" y="81809"/>
                  </a:lnTo>
                  <a:lnTo>
                    <a:pt x="0" y="70447"/>
                  </a:lnTo>
                  <a:lnTo>
                    <a:pt x="6818" y="70447"/>
                  </a:lnTo>
                  <a:lnTo>
                    <a:pt x="6818" y="75209"/>
                  </a:lnTo>
                  <a:lnTo>
                    <a:pt x="11580" y="75209"/>
                  </a:lnTo>
                  <a:lnTo>
                    <a:pt x="11580" y="80789"/>
                  </a:lnTo>
                  <a:lnTo>
                    <a:pt x="38632" y="74992"/>
                  </a:lnTo>
                  <a:lnTo>
                    <a:pt x="65902" y="74992"/>
                  </a:lnTo>
                  <a:lnTo>
                    <a:pt x="86354" y="74992"/>
                  </a:lnTo>
                  <a:lnTo>
                    <a:pt x="113623" y="47722"/>
                  </a:lnTo>
                  <a:lnTo>
                    <a:pt x="140893" y="22725"/>
                  </a:lnTo>
                  <a:close/>
                </a:path>
              </a:pathLst>
            </a:custGeom>
            <a:solidFill>
              <a:srgbClr val="FFC000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209;p30">
              <a:extLst>
                <a:ext uri="{FF2B5EF4-FFF2-40B4-BE49-F238E27FC236}">
                  <a16:creationId xmlns:a16="http://schemas.microsoft.com/office/drawing/2014/main" id="{31AC6AAD-D883-30CE-B9C4-17ED38F9A0D7}"/>
                </a:ext>
              </a:extLst>
            </p:cNvPr>
            <p:cNvSpPr/>
            <p:nvPr/>
          </p:nvSpPr>
          <p:spPr>
            <a:xfrm>
              <a:off x="5833168" y="3167746"/>
              <a:ext cx="214748" cy="291446"/>
            </a:xfrm>
            <a:custGeom>
              <a:avLst/>
              <a:gdLst/>
              <a:ahLst/>
              <a:cxnLst/>
              <a:rect l="l" t="t" r="r" b="b"/>
              <a:pathLst>
                <a:path w="126" h="171" extrusionOk="0">
                  <a:moveTo>
                    <a:pt x="109" y="95"/>
                  </a:moveTo>
                  <a:lnTo>
                    <a:pt x="109" y="95"/>
                  </a:lnTo>
                  <a:lnTo>
                    <a:pt x="105" y="107"/>
                  </a:lnTo>
                  <a:lnTo>
                    <a:pt x="97" y="104"/>
                  </a:lnTo>
                  <a:lnTo>
                    <a:pt x="93" y="109"/>
                  </a:lnTo>
                  <a:lnTo>
                    <a:pt x="90" y="118"/>
                  </a:lnTo>
                  <a:lnTo>
                    <a:pt x="93" y="128"/>
                  </a:lnTo>
                  <a:lnTo>
                    <a:pt x="90" y="130"/>
                  </a:lnTo>
                  <a:lnTo>
                    <a:pt x="83" y="130"/>
                  </a:lnTo>
                  <a:lnTo>
                    <a:pt x="74" y="137"/>
                  </a:lnTo>
                  <a:lnTo>
                    <a:pt x="71" y="147"/>
                  </a:lnTo>
                  <a:lnTo>
                    <a:pt x="69" y="149"/>
                  </a:lnTo>
                  <a:lnTo>
                    <a:pt x="60" y="149"/>
                  </a:lnTo>
                  <a:lnTo>
                    <a:pt x="53" y="154"/>
                  </a:lnTo>
                  <a:lnTo>
                    <a:pt x="53" y="161"/>
                  </a:lnTo>
                  <a:lnTo>
                    <a:pt x="45" y="166"/>
                  </a:lnTo>
                  <a:lnTo>
                    <a:pt x="36" y="163"/>
                  </a:lnTo>
                  <a:lnTo>
                    <a:pt x="24" y="168"/>
                  </a:lnTo>
                  <a:lnTo>
                    <a:pt x="17" y="171"/>
                  </a:lnTo>
                  <a:lnTo>
                    <a:pt x="12" y="159"/>
                  </a:lnTo>
                  <a:lnTo>
                    <a:pt x="0" y="130"/>
                  </a:lnTo>
                  <a:lnTo>
                    <a:pt x="48" y="114"/>
                  </a:lnTo>
                  <a:lnTo>
                    <a:pt x="60" y="78"/>
                  </a:lnTo>
                  <a:lnTo>
                    <a:pt x="50" y="66"/>
                  </a:lnTo>
                  <a:lnTo>
                    <a:pt x="53" y="59"/>
                  </a:lnTo>
                  <a:lnTo>
                    <a:pt x="57" y="52"/>
                  </a:lnTo>
                  <a:lnTo>
                    <a:pt x="57" y="45"/>
                  </a:lnTo>
                  <a:lnTo>
                    <a:pt x="62" y="40"/>
                  </a:lnTo>
                  <a:lnTo>
                    <a:pt x="60" y="38"/>
                  </a:lnTo>
                  <a:lnTo>
                    <a:pt x="62" y="28"/>
                  </a:lnTo>
                  <a:lnTo>
                    <a:pt x="69" y="28"/>
                  </a:lnTo>
                  <a:lnTo>
                    <a:pt x="79" y="40"/>
                  </a:lnTo>
                  <a:lnTo>
                    <a:pt x="86" y="45"/>
                  </a:lnTo>
                  <a:lnTo>
                    <a:pt x="97" y="47"/>
                  </a:lnTo>
                  <a:lnTo>
                    <a:pt x="107" y="52"/>
                  </a:lnTo>
                  <a:lnTo>
                    <a:pt x="114" y="62"/>
                  </a:lnTo>
                  <a:lnTo>
                    <a:pt x="119" y="66"/>
                  </a:lnTo>
                  <a:lnTo>
                    <a:pt x="126" y="69"/>
                  </a:lnTo>
                  <a:lnTo>
                    <a:pt x="126" y="73"/>
                  </a:lnTo>
                  <a:lnTo>
                    <a:pt x="119" y="83"/>
                  </a:lnTo>
                  <a:lnTo>
                    <a:pt x="116" y="88"/>
                  </a:lnTo>
                  <a:lnTo>
                    <a:pt x="109" y="95"/>
                  </a:lnTo>
                  <a:moveTo>
                    <a:pt x="69" y="10"/>
                  </a:moveTo>
                  <a:lnTo>
                    <a:pt x="69" y="10"/>
                  </a:lnTo>
                  <a:lnTo>
                    <a:pt x="67" y="12"/>
                  </a:lnTo>
                  <a:lnTo>
                    <a:pt x="64" y="7"/>
                  </a:lnTo>
                  <a:lnTo>
                    <a:pt x="69" y="0"/>
                  </a:lnTo>
                  <a:lnTo>
                    <a:pt x="71" y="2"/>
                  </a:lnTo>
                  <a:lnTo>
                    <a:pt x="69" y="10"/>
                  </a:lnTo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210;p30">
              <a:extLst>
                <a:ext uri="{FF2B5EF4-FFF2-40B4-BE49-F238E27FC236}">
                  <a16:creationId xmlns:a16="http://schemas.microsoft.com/office/drawing/2014/main" id="{A93ABE11-FBCD-5F46-4B45-9D56F9619F3B}"/>
                </a:ext>
              </a:extLst>
            </p:cNvPr>
            <p:cNvSpPr/>
            <p:nvPr/>
          </p:nvSpPr>
          <p:spPr>
            <a:xfrm>
              <a:off x="5572402" y="3387526"/>
              <a:ext cx="295096" cy="184151"/>
            </a:xfrm>
            <a:custGeom>
              <a:avLst/>
              <a:gdLst/>
              <a:ahLst/>
              <a:cxnLst/>
              <a:rect l="l" t="t" r="r" b="b"/>
              <a:pathLst>
                <a:path w="393462" h="245535" extrusionOk="0">
                  <a:moveTo>
                    <a:pt x="350285" y="0"/>
                  </a:moveTo>
                  <a:lnTo>
                    <a:pt x="382100" y="65902"/>
                  </a:lnTo>
                  <a:lnTo>
                    <a:pt x="393462" y="93171"/>
                  </a:lnTo>
                  <a:lnTo>
                    <a:pt x="366193" y="102261"/>
                  </a:lnTo>
                  <a:lnTo>
                    <a:pt x="354830" y="118169"/>
                  </a:lnTo>
                  <a:lnTo>
                    <a:pt x="354830" y="129531"/>
                  </a:lnTo>
                  <a:lnTo>
                    <a:pt x="323016" y="145438"/>
                  </a:lnTo>
                  <a:lnTo>
                    <a:pt x="317857" y="146827"/>
                  </a:lnTo>
                  <a:lnTo>
                    <a:pt x="315873" y="147819"/>
                  </a:lnTo>
                  <a:lnTo>
                    <a:pt x="263153" y="162013"/>
                  </a:lnTo>
                  <a:lnTo>
                    <a:pt x="232117" y="188615"/>
                  </a:lnTo>
                  <a:lnTo>
                    <a:pt x="225570" y="190486"/>
                  </a:lnTo>
                  <a:lnTo>
                    <a:pt x="224974" y="190996"/>
                  </a:lnTo>
                  <a:lnTo>
                    <a:pt x="209067" y="195541"/>
                  </a:lnTo>
                  <a:lnTo>
                    <a:pt x="199521" y="191723"/>
                  </a:lnTo>
                  <a:lnTo>
                    <a:pt x="177578" y="204522"/>
                  </a:lnTo>
                  <a:lnTo>
                    <a:pt x="170435" y="206903"/>
                  </a:lnTo>
                  <a:lnTo>
                    <a:pt x="170435" y="206903"/>
                  </a:lnTo>
                  <a:lnTo>
                    <a:pt x="149983" y="213721"/>
                  </a:lnTo>
                  <a:lnTo>
                    <a:pt x="122713" y="218266"/>
                  </a:lnTo>
                  <a:lnTo>
                    <a:pt x="116589" y="218266"/>
                  </a:lnTo>
                  <a:lnTo>
                    <a:pt x="109404" y="227247"/>
                  </a:lnTo>
                  <a:lnTo>
                    <a:pt x="98042" y="231792"/>
                  </a:lnTo>
                  <a:lnTo>
                    <a:pt x="93497" y="236337"/>
                  </a:lnTo>
                  <a:lnTo>
                    <a:pt x="88735" y="236337"/>
                  </a:lnTo>
                  <a:lnTo>
                    <a:pt x="86354" y="238718"/>
                  </a:lnTo>
                  <a:lnTo>
                    <a:pt x="72143" y="238718"/>
                  </a:lnTo>
                  <a:lnTo>
                    <a:pt x="66227" y="243154"/>
                  </a:lnTo>
                  <a:lnTo>
                    <a:pt x="62259" y="243154"/>
                  </a:lnTo>
                  <a:lnTo>
                    <a:pt x="59084" y="245535"/>
                  </a:lnTo>
                  <a:lnTo>
                    <a:pt x="31815" y="245535"/>
                  </a:lnTo>
                  <a:lnTo>
                    <a:pt x="20452" y="222811"/>
                  </a:lnTo>
                  <a:lnTo>
                    <a:pt x="20452" y="202358"/>
                  </a:lnTo>
                  <a:lnTo>
                    <a:pt x="15908" y="190996"/>
                  </a:lnTo>
                  <a:lnTo>
                    <a:pt x="9090" y="159181"/>
                  </a:lnTo>
                  <a:lnTo>
                    <a:pt x="0" y="147819"/>
                  </a:lnTo>
                  <a:lnTo>
                    <a:pt x="4545" y="143274"/>
                  </a:lnTo>
                  <a:lnTo>
                    <a:pt x="4545" y="127367"/>
                  </a:lnTo>
                  <a:lnTo>
                    <a:pt x="9090" y="120550"/>
                  </a:lnTo>
                  <a:lnTo>
                    <a:pt x="4545" y="104642"/>
                  </a:lnTo>
                  <a:lnTo>
                    <a:pt x="20452" y="95552"/>
                  </a:lnTo>
                  <a:lnTo>
                    <a:pt x="15908" y="72828"/>
                  </a:lnTo>
                  <a:lnTo>
                    <a:pt x="27270" y="56920"/>
                  </a:lnTo>
                  <a:lnTo>
                    <a:pt x="30874" y="59494"/>
                  </a:lnTo>
                  <a:lnTo>
                    <a:pt x="34413" y="54539"/>
                  </a:lnTo>
                  <a:lnTo>
                    <a:pt x="50320" y="65902"/>
                  </a:lnTo>
                  <a:lnTo>
                    <a:pt x="59410" y="65902"/>
                  </a:lnTo>
                  <a:lnTo>
                    <a:pt x="102587" y="59084"/>
                  </a:lnTo>
                  <a:lnTo>
                    <a:pt x="109404" y="65902"/>
                  </a:lnTo>
                  <a:lnTo>
                    <a:pt x="144856" y="70333"/>
                  </a:lnTo>
                  <a:lnTo>
                    <a:pt x="149983" y="68283"/>
                  </a:lnTo>
                  <a:lnTo>
                    <a:pt x="150380" y="68600"/>
                  </a:lnTo>
                  <a:lnTo>
                    <a:pt x="157126" y="65902"/>
                  </a:lnTo>
                  <a:lnTo>
                    <a:pt x="168488" y="74992"/>
                  </a:lnTo>
                  <a:lnTo>
                    <a:pt x="177553" y="72402"/>
                  </a:lnTo>
                  <a:lnTo>
                    <a:pt x="204522" y="34196"/>
                  </a:lnTo>
                  <a:lnTo>
                    <a:pt x="236337" y="18289"/>
                  </a:lnTo>
                  <a:lnTo>
                    <a:pt x="239728" y="17784"/>
                  </a:lnTo>
                  <a:lnTo>
                    <a:pt x="243480" y="15908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211;p30">
              <a:extLst>
                <a:ext uri="{FF2B5EF4-FFF2-40B4-BE49-F238E27FC236}">
                  <a16:creationId xmlns:a16="http://schemas.microsoft.com/office/drawing/2014/main" id="{F9F4C3E6-8784-012A-3C2D-698F6BD9E080}"/>
                </a:ext>
              </a:extLst>
            </p:cNvPr>
            <p:cNvSpPr/>
            <p:nvPr/>
          </p:nvSpPr>
          <p:spPr>
            <a:xfrm>
              <a:off x="5350672" y="2986920"/>
              <a:ext cx="586540" cy="482656"/>
            </a:xfrm>
            <a:custGeom>
              <a:avLst/>
              <a:gdLst/>
              <a:ahLst/>
              <a:cxnLst/>
              <a:rect l="l" t="t" r="r" b="b"/>
              <a:pathLst>
                <a:path w="782054" h="643542" extrusionOk="0">
                  <a:moveTo>
                    <a:pt x="165890" y="0"/>
                  </a:moveTo>
                  <a:lnTo>
                    <a:pt x="209067" y="11362"/>
                  </a:lnTo>
                  <a:lnTo>
                    <a:pt x="263606" y="38632"/>
                  </a:lnTo>
                  <a:lnTo>
                    <a:pt x="370412" y="122713"/>
                  </a:lnTo>
                  <a:lnTo>
                    <a:pt x="436314" y="129531"/>
                  </a:lnTo>
                  <a:lnTo>
                    <a:pt x="468128" y="129531"/>
                  </a:lnTo>
                  <a:lnTo>
                    <a:pt x="473419" y="139055"/>
                  </a:lnTo>
                  <a:lnTo>
                    <a:pt x="475271" y="139055"/>
                  </a:lnTo>
                  <a:lnTo>
                    <a:pt x="481343" y="149983"/>
                  </a:lnTo>
                  <a:lnTo>
                    <a:pt x="504488" y="149983"/>
                  </a:lnTo>
                  <a:lnTo>
                    <a:pt x="509250" y="159507"/>
                  </a:lnTo>
                  <a:lnTo>
                    <a:pt x="511631" y="159507"/>
                  </a:lnTo>
                  <a:lnTo>
                    <a:pt x="523858" y="183962"/>
                  </a:lnTo>
                  <a:lnTo>
                    <a:pt x="538575" y="193160"/>
                  </a:lnTo>
                  <a:lnTo>
                    <a:pt x="540335" y="199319"/>
                  </a:lnTo>
                  <a:lnTo>
                    <a:pt x="545718" y="202684"/>
                  </a:lnTo>
                  <a:lnTo>
                    <a:pt x="548426" y="212163"/>
                  </a:lnTo>
                  <a:lnTo>
                    <a:pt x="570389" y="224974"/>
                  </a:lnTo>
                  <a:lnTo>
                    <a:pt x="570389" y="230332"/>
                  </a:lnTo>
                  <a:lnTo>
                    <a:pt x="577532" y="234498"/>
                  </a:lnTo>
                  <a:lnTo>
                    <a:pt x="577532" y="250406"/>
                  </a:lnTo>
                  <a:lnTo>
                    <a:pt x="577532" y="268585"/>
                  </a:lnTo>
                  <a:lnTo>
                    <a:pt x="577532" y="277080"/>
                  </a:lnTo>
                  <a:lnTo>
                    <a:pt x="579479" y="279514"/>
                  </a:lnTo>
                  <a:lnTo>
                    <a:pt x="580029" y="280796"/>
                  </a:lnTo>
                  <a:lnTo>
                    <a:pt x="586622" y="289038"/>
                  </a:lnTo>
                  <a:lnTo>
                    <a:pt x="591511" y="300444"/>
                  </a:lnTo>
                  <a:lnTo>
                    <a:pt x="606749" y="311328"/>
                  </a:lnTo>
                  <a:lnTo>
                    <a:pt x="613566" y="306783"/>
                  </a:lnTo>
                  <a:lnTo>
                    <a:pt x="619478" y="317128"/>
                  </a:lnTo>
                  <a:lnTo>
                    <a:pt x="620709" y="316307"/>
                  </a:lnTo>
                  <a:lnTo>
                    <a:pt x="629799" y="332214"/>
                  </a:lnTo>
                  <a:lnTo>
                    <a:pt x="629799" y="343577"/>
                  </a:lnTo>
                  <a:lnTo>
                    <a:pt x="642404" y="377790"/>
                  </a:lnTo>
                  <a:lnTo>
                    <a:pt x="747642" y="393137"/>
                  </a:lnTo>
                  <a:lnTo>
                    <a:pt x="752187" y="386319"/>
                  </a:lnTo>
                  <a:lnTo>
                    <a:pt x="774911" y="413589"/>
                  </a:lnTo>
                  <a:lnTo>
                    <a:pt x="774670" y="414252"/>
                  </a:lnTo>
                  <a:lnTo>
                    <a:pt x="782054" y="423113"/>
                  </a:lnTo>
                  <a:lnTo>
                    <a:pt x="754785" y="498104"/>
                  </a:lnTo>
                  <a:lnTo>
                    <a:pt x="645706" y="541281"/>
                  </a:lnTo>
                  <a:lnTo>
                    <a:pt x="538900" y="557189"/>
                  </a:lnTo>
                  <a:lnTo>
                    <a:pt x="502541" y="573096"/>
                  </a:lnTo>
                  <a:lnTo>
                    <a:pt x="479816" y="611728"/>
                  </a:lnTo>
                  <a:lnTo>
                    <a:pt x="459364" y="616273"/>
                  </a:lnTo>
                  <a:lnTo>
                    <a:pt x="452547" y="607183"/>
                  </a:lnTo>
                  <a:lnTo>
                    <a:pt x="436639" y="607183"/>
                  </a:lnTo>
                  <a:lnTo>
                    <a:pt x="400280" y="607183"/>
                  </a:lnTo>
                  <a:lnTo>
                    <a:pt x="393463" y="600365"/>
                  </a:lnTo>
                  <a:lnTo>
                    <a:pt x="350286" y="600365"/>
                  </a:lnTo>
                  <a:lnTo>
                    <a:pt x="341196" y="607183"/>
                  </a:lnTo>
                  <a:lnTo>
                    <a:pt x="325289" y="595820"/>
                  </a:lnTo>
                  <a:lnTo>
                    <a:pt x="313926" y="611728"/>
                  </a:lnTo>
                  <a:lnTo>
                    <a:pt x="318471" y="627635"/>
                  </a:lnTo>
                  <a:lnTo>
                    <a:pt x="302564" y="643542"/>
                  </a:lnTo>
                  <a:lnTo>
                    <a:pt x="302564" y="627635"/>
                  </a:lnTo>
                  <a:lnTo>
                    <a:pt x="302121" y="627319"/>
                  </a:lnTo>
                  <a:lnTo>
                    <a:pt x="295421" y="634018"/>
                  </a:lnTo>
                  <a:lnTo>
                    <a:pt x="295421" y="622533"/>
                  </a:lnTo>
                  <a:lnTo>
                    <a:pt x="286657" y="616273"/>
                  </a:lnTo>
                  <a:lnTo>
                    <a:pt x="286657" y="611851"/>
                  </a:lnTo>
                  <a:lnTo>
                    <a:pt x="279514" y="606749"/>
                  </a:lnTo>
                  <a:lnTo>
                    <a:pt x="279514" y="594810"/>
                  </a:lnTo>
                  <a:lnTo>
                    <a:pt x="266204" y="584458"/>
                  </a:lnTo>
                  <a:lnTo>
                    <a:pt x="262123" y="577315"/>
                  </a:lnTo>
                  <a:lnTo>
                    <a:pt x="259061" y="574934"/>
                  </a:lnTo>
                  <a:lnTo>
                    <a:pt x="240882" y="543120"/>
                  </a:lnTo>
                  <a:lnTo>
                    <a:pt x="232744" y="514639"/>
                  </a:lnTo>
                  <a:lnTo>
                    <a:pt x="211665" y="493559"/>
                  </a:lnTo>
                  <a:lnTo>
                    <a:pt x="195758" y="489015"/>
                  </a:lnTo>
                  <a:lnTo>
                    <a:pt x="190467" y="480020"/>
                  </a:lnTo>
                  <a:lnTo>
                    <a:pt x="188615" y="479491"/>
                  </a:lnTo>
                  <a:lnTo>
                    <a:pt x="165890" y="440859"/>
                  </a:lnTo>
                  <a:lnTo>
                    <a:pt x="161345" y="413589"/>
                  </a:lnTo>
                  <a:lnTo>
                    <a:pt x="161345" y="393137"/>
                  </a:lnTo>
                  <a:lnTo>
                    <a:pt x="141963" y="350495"/>
                  </a:lnTo>
                  <a:lnTo>
                    <a:pt x="129856" y="343577"/>
                  </a:lnTo>
                  <a:lnTo>
                    <a:pt x="109404" y="332214"/>
                  </a:lnTo>
                  <a:lnTo>
                    <a:pt x="105558" y="324522"/>
                  </a:lnTo>
                  <a:lnTo>
                    <a:pt x="102261" y="322690"/>
                  </a:lnTo>
                  <a:lnTo>
                    <a:pt x="90899" y="299966"/>
                  </a:lnTo>
                  <a:lnTo>
                    <a:pt x="90899" y="290876"/>
                  </a:lnTo>
                  <a:lnTo>
                    <a:pt x="83505" y="276088"/>
                  </a:lnTo>
                  <a:lnTo>
                    <a:pt x="77590" y="273130"/>
                  </a:lnTo>
                  <a:lnTo>
                    <a:pt x="73621" y="265194"/>
                  </a:lnTo>
                  <a:lnTo>
                    <a:pt x="70447" y="263606"/>
                  </a:lnTo>
                  <a:lnTo>
                    <a:pt x="54539" y="231792"/>
                  </a:lnTo>
                  <a:lnTo>
                    <a:pt x="38632" y="199977"/>
                  </a:lnTo>
                  <a:lnTo>
                    <a:pt x="22257" y="175414"/>
                  </a:lnTo>
                  <a:lnTo>
                    <a:pt x="7143" y="175414"/>
                  </a:lnTo>
                  <a:lnTo>
                    <a:pt x="9260" y="165890"/>
                  </a:lnTo>
                  <a:lnTo>
                    <a:pt x="0" y="165890"/>
                  </a:lnTo>
                  <a:lnTo>
                    <a:pt x="4545" y="145438"/>
                  </a:lnTo>
                  <a:lnTo>
                    <a:pt x="4545" y="134076"/>
                  </a:lnTo>
                  <a:lnTo>
                    <a:pt x="11363" y="113623"/>
                  </a:lnTo>
                  <a:lnTo>
                    <a:pt x="47722" y="122713"/>
                  </a:lnTo>
                  <a:lnTo>
                    <a:pt x="63629" y="106806"/>
                  </a:lnTo>
                  <a:lnTo>
                    <a:pt x="74992" y="97716"/>
                  </a:lnTo>
                  <a:lnTo>
                    <a:pt x="102261" y="90899"/>
                  </a:lnTo>
                  <a:lnTo>
                    <a:pt x="106806" y="74992"/>
                  </a:lnTo>
                  <a:lnTo>
                    <a:pt x="121324" y="64621"/>
                  </a:lnTo>
                  <a:lnTo>
                    <a:pt x="93497" y="36794"/>
                  </a:lnTo>
                  <a:lnTo>
                    <a:pt x="95324" y="36240"/>
                  </a:lnTo>
                  <a:lnTo>
                    <a:pt x="86354" y="27270"/>
                  </a:lnTo>
                  <a:lnTo>
                    <a:pt x="161345" y="4545"/>
                  </a:lnTo>
                  <a:close/>
                </a:path>
              </a:pathLst>
            </a:custGeom>
            <a:solidFill>
              <a:srgbClr val="FFC000"/>
            </a:solidFill>
            <a:ln w="9525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212;p30">
              <a:extLst>
                <a:ext uri="{FF2B5EF4-FFF2-40B4-BE49-F238E27FC236}">
                  <a16:creationId xmlns:a16="http://schemas.microsoft.com/office/drawing/2014/main" id="{F0644EFC-1383-0ADB-8EE1-8FDE59875CDA}"/>
                </a:ext>
              </a:extLst>
            </p:cNvPr>
            <p:cNvSpPr/>
            <p:nvPr/>
          </p:nvSpPr>
          <p:spPr>
            <a:xfrm>
              <a:off x="5548541" y="3566565"/>
              <a:ext cx="46099" cy="54621"/>
            </a:xfrm>
            <a:custGeom>
              <a:avLst/>
              <a:gdLst/>
              <a:ahLst/>
              <a:cxnLst/>
              <a:rect l="l" t="t" r="r" b="b"/>
              <a:pathLst>
                <a:path w="61465" h="72828" extrusionOk="0">
                  <a:moveTo>
                    <a:pt x="47722" y="0"/>
                  </a:moveTo>
                  <a:lnTo>
                    <a:pt x="50103" y="2381"/>
                  </a:lnTo>
                  <a:lnTo>
                    <a:pt x="50103" y="2381"/>
                  </a:lnTo>
                  <a:lnTo>
                    <a:pt x="61465" y="13744"/>
                  </a:lnTo>
                  <a:lnTo>
                    <a:pt x="54648" y="29651"/>
                  </a:lnTo>
                  <a:lnTo>
                    <a:pt x="38741" y="41013"/>
                  </a:lnTo>
                  <a:lnTo>
                    <a:pt x="50103" y="52376"/>
                  </a:lnTo>
                  <a:lnTo>
                    <a:pt x="38741" y="72828"/>
                  </a:lnTo>
                  <a:lnTo>
                    <a:pt x="35320" y="69407"/>
                  </a:lnTo>
                  <a:lnTo>
                    <a:pt x="34196" y="68283"/>
                  </a:lnTo>
                  <a:lnTo>
                    <a:pt x="22833" y="68283"/>
                  </a:lnTo>
                  <a:lnTo>
                    <a:pt x="2381" y="68283"/>
                  </a:lnTo>
                  <a:lnTo>
                    <a:pt x="2381" y="65902"/>
                  </a:lnTo>
                  <a:lnTo>
                    <a:pt x="0" y="65902"/>
                  </a:lnTo>
                  <a:lnTo>
                    <a:pt x="0" y="54540"/>
                  </a:lnTo>
                  <a:lnTo>
                    <a:pt x="0" y="43177"/>
                  </a:lnTo>
                  <a:lnTo>
                    <a:pt x="9090" y="22725"/>
                  </a:lnTo>
                  <a:lnTo>
                    <a:pt x="20452" y="6818"/>
                  </a:lnTo>
                  <a:lnTo>
                    <a:pt x="36360" y="1136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213;p30">
              <a:extLst>
                <a:ext uri="{FF2B5EF4-FFF2-40B4-BE49-F238E27FC236}">
                  <a16:creationId xmlns:a16="http://schemas.microsoft.com/office/drawing/2014/main" id="{C23D11EA-4441-0BD5-A573-758937B05C36}"/>
                </a:ext>
              </a:extLst>
            </p:cNvPr>
            <p:cNvSpPr/>
            <p:nvPr/>
          </p:nvSpPr>
          <p:spPr>
            <a:xfrm>
              <a:off x="5568831" y="3604062"/>
              <a:ext cx="184395" cy="100720"/>
            </a:xfrm>
            <a:custGeom>
              <a:avLst/>
              <a:gdLst/>
              <a:ahLst/>
              <a:cxnLst/>
              <a:rect l="l" t="t" r="r" b="b"/>
              <a:pathLst>
                <a:path w="245860" h="134293" extrusionOk="0">
                  <a:moveTo>
                    <a:pt x="20452" y="0"/>
                  </a:moveTo>
                  <a:lnTo>
                    <a:pt x="31815" y="4545"/>
                  </a:lnTo>
                  <a:lnTo>
                    <a:pt x="32122" y="5621"/>
                  </a:lnTo>
                  <a:lnTo>
                    <a:pt x="41339" y="9307"/>
                  </a:lnTo>
                  <a:lnTo>
                    <a:pt x="45884" y="25215"/>
                  </a:lnTo>
                  <a:lnTo>
                    <a:pt x="61805" y="36360"/>
                  </a:lnTo>
                  <a:lnTo>
                    <a:pt x="74991" y="36360"/>
                  </a:lnTo>
                  <a:lnTo>
                    <a:pt x="106806" y="27270"/>
                  </a:lnTo>
                  <a:lnTo>
                    <a:pt x="149983" y="20453"/>
                  </a:lnTo>
                  <a:lnTo>
                    <a:pt x="181797" y="9090"/>
                  </a:lnTo>
                  <a:lnTo>
                    <a:pt x="197704" y="9090"/>
                  </a:lnTo>
                  <a:lnTo>
                    <a:pt x="213612" y="0"/>
                  </a:lnTo>
                  <a:lnTo>
                    <a:pt x="236336" y="0"/>
                  </a:lnTo>
                  <a:lnTo>
                    <a:pt x="236336" y="4762"/>
                  </a:lnTo>
                  <a:lnTo>
                    <a:pt x="245860" y="4762"/>
                  </a:lnTo>
                  <a:lnTo>
                    <a:pt x="245860" y="20670"/>
                  </a:lnTo>
                  <a:lnTo>
                    <a:pt x="245860" y="57029"/>
                  </a:lnTo>
                  <a:lnTo>
                    <a:pt x="245860" y="79754"/>
                  </a:lnTo>
                  <a:lnTo>
                    <a:pt x="223136" y="100206"/>
                  </a:lnTo>
                  <a:lnTo>
                    <a:pt x="202683" y="134293"/>
                  </a:lnTo>
                  <a:lnTo>
                    <a:pt x="170869" y="134293"/>
                  </a:lnTo>
                  <a:lnTo>
                    <a:pt x="52701" y="91116"/>
                  </a:lnTo>
                  <a:lnTo>
                    <a:pt x="51052" y="89232"/>
                  </a:lnTo>
                  <a:lnTo>
                    <a:pt x="43177" y="86354"/>
                  </a:lnTo>
                  <a:lnTo>
                    <a:pt x="27270" y="68174"/>
                  </a:lnTo>
                  <a:lnTo>
                    <a:pt x="15907" y="52267"/>
                  </a:lnTo>
                  <a:lnTo>
                    <a:pt x="0" y="31815"/>
                  </a:lnTo>
                  <a:lnTo>
                    <a:pt x="9090" y="15908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214;p30">
              <a:extLst>
                <a:ext uri="{FF2B5EF4-FFF2-40B4-BE49-F238E27FC236}">
                  <a16:creationId xmlns:a16="http://schemas.microsoft.com/office/drawing/2014/main" id="{ADBB36F7-3163-43CD-1DCB-739F2427D2DF}"/>
                </a:ext>
              </a:extLst>
            </p:cNvPr>
            <p:cNvSpPr/>
            <p:nvPr/>
          </p:nvSpPr>
          <p:spPr>
            <a:xfrm>
              <a:off x="5396772" y="3418287"/>
              <a:ext cx="187560" cy="162157"/>
            </a:xfrm>
            <a:custGeom>
              <a:avLst/>
              <a:gdLst/>
              <a:ahLst/>
              <a:cxnLst/>
              <a:rect l="l" t="t" r="r" b="b"/>
              <a:pathLst>
                <a:path w="250080" h="216210" extrusionOk="0">
                  <a:moveTo>
                    <a:pt x="77373" y="0"/>
                  </a:moveTo>
                  <a:lnTo>
                    <a:pt x="100097" y="47722"/>
                  </a:lnTo>
                  <a:lnTo>
                    <a:pt x="109187" y="79537"/>
                  </a:lnTo>
                  <a:lnTo>
                    <a:pt x="131912" y="102261"/>
                  </a:lnTo>
                  <a:lnTo>
                    <a:pt x="179634" y="134076"/>
                  </a:lnTo>
                  <a:lnTo>
                    <a:pt x="202358" y="154528"/>
                  </a:lnTo>
                  <a:lnTo>
                    <a:pt x="222811" y="177253"/>
                  </a:lnTo>
                  <a:lnTo>
                    <a:pt x="234173" y="193160"/>
                  </a:lnTo>
                  <a:lnTo>
                    <a:pt x="250080" y="197705"/>
                  </a:lnTo>
                  <a:lnTo>
                    <a:pt x="243995" y="203790"/>
                  </a:lnTo>
                  <a:lnTo>
                    <a:pt x="247699" y="204848"/>
                  </a:lnTo>
                  <a:lnTo>
                    <a:pt x="236337" y="216210"/>
                  </a:lnTo>
                  <a:lnTo>
                    <a:pt x="220430" y="216210"/>
                  </a:lnTo>
                  <a:lnTo>
                    <a:pt x="209067" y="204848"/>
                  </a:lnTo>
                  <a:lnTo>
                    <a:pt x="193160" y="179851"/>
                  </a:lnTo>
                  <a:lnTo>
                    <a:pt x="177253" y="168488"/>
                  </a:lnTo>
                  <a:lnTo>
                    <a:pt x="165890" y="157126"/>
                  </a:lnTo>
                  <a:lnTo>
                    <a:pt x="140893" y="141219"/>
                  </a:lnTo>
                  <a:lnTo>
                    <a:pt x="113624" y="141219"/>
                  </a:lnTo>
                  <a:lnTo>
                    <a:pt x="102261" y="129856"/>
                  </a:lnTo>
                  <a:lnTo>
                    <a:pt x="79537" y="141219"/>
                  </a:lnTo>
                  <a:lnTo>
                    <a:pt x="59084" y="125312"/>
                  </a:lnTo>
                  <a:lnTo>
                    <a:pt x="47722" y="152581"/>
                  </a:lnTo>
                  <a:lnTo>
                    <a:pt x="4545" y="145764"/>
                  </a:lnTo>
                  <a:lnTo>
                    <a:pt x="0" y="129856"/>
                  </a:lnTo>
                  <a:lnTo>
                    <a:pt x="15908" y="70772"/>
                  </a:lnTo>
                  <a:lnTo>
                    <a:pt x="15908" y="50320"/>
                  </a:lnTo>
                  <a:lnTo>
                    <a:pt x="18289" y="47939"/>
                  </a:lnTo>
                  <a:lnTo>
                    <a:pt x="18289" y="43177"/>
                  </a:lnTo>
                  <a:lnTo>
                    <a:pt x="34196" y="27270"/>
                  </a:lnTo>
                  <a:lnTo>
                    <a:pt x="61465" y="2045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215;p30">
              <a:extLst>
                <a:ext uri="{FF2B5EF4-FFF2-40B4-BE49-F238E27FC236}">
                  <a16:creationId xmlns:a16="http://schemas.microsoft.com/office/drawing/2014/main" id="{802712F1-7551-FE0D-6CE9-DFEEF3801F43}"/>
                </a:ext>
              </a:extLst>
            </p:cNvPr>
            <p:cNvSpPr/>
            <p:nvPr/>
          </p:nvSpPr>
          <p:spPr>
            <a:xfrm>
              <a:off x="5302951" y="3503505"/>
              <a:ext cx="414319" cy="329265"/>
            </a:xfrm>
            <a:custGeom>
              <a:avLst/>
              <a:gdLst/>
              <a:ahLst/>
              <a:cxnLst/>
              <a:rect l="l" t="t" r="r" b="b"/>
              <a:pathLst>
                <a:path w="552426" h="439020" extrusionOk="0">
                  <a:moveTo>
                    <a:pt x="186559" y="0"/>
                  </a:moveTo>
                  <a:lnTo>
                    <a:pt x="207012" y="20452"/>
                  </a:lnTo>
                  <a:lnTo>
                    <a:pt x="229736" y="9090"/>
                  </a:lnTo>
                  <a:lnTo>
                    <a:pt x="241099" y="15908"/>
                  </a:lnTo>
                  <a:lnTo>
                    <a:pt x="268368" y="20452"/>
                  </a:lnTo>
                  <a:lnTo>
                    <a:pt x="300183" y="31815"/>
                  </a:lnTo>
                  <a:lnTo>
                    <a:pt x="309273" y="47722"/>
                  </a:lnTo>
                  <a:lnTo>
                    <a:pt x="320635" y="59084"/>
                  </a:lnTo>
                  <a:lnTo>
                    <a:pt x="336542" y="79537"/>
                  </a:lnTo>
                  <a:lnTo>
                    <a:pt x="347904" y="90899"/>
                  </a:lnTo>
                  <a:lnTo>
                    <a:pt x="341952" y="99232"/>
                  </a:lnTo>
                  <a:lnTo>
                    <a:pt x="343142" y="100423"/>
                  </a:lnTo>
                  <a:lnTo>
                    <a:pt x="333181" y="114370"/>
                  </a:lnTo>
                  <a:lnTo>
                    <a:pt x="327452" y="127258"/>
                  </a:lnTo>
                  <a:lnTo>
                    <a:pt x="327452" y="138621"/>
                  </a:lnTo>
                  <a:lnTo>
                    <a:pt x="327452" y="149983"/>
                  </a:lnTo>
                  <a:lnTo>
                    <a:pt x="347904" y="149983"/>
                  </a:lnTo>
                  <a:lnTo>
                    <a:pt x="359267" y="143166"/>
                  </a:lnTo>
                  <a:lnTo>
                    <a:pt x="368357" y="149983"/>
                  </a:lnTo>
                  <a:lnTo>
                    <a:pt x="363119" y="159150"/>
                  </a:lnTo>
                  <a:lnTo>
                    <a:pt x="363595" y="159507"/>
                  </a:lnTo>
                  <a:lnTo>
                    <a:pt x="359659" y="166394"/>
                  </a:lnTo>
                  <a:lnTo>
                    <a:pt x="375174" y="186342"/>
                  </a:lnTo>
                  <a:lnTo>
                    <a:pt x="386536" y="202250"/>
                  </a:lnTo>
                  <a:lnTo>
                    <a:pt x="402444" y="220429"/>
                  </a:lnTo>
                  <a:lnTo>
                    <a:pt x="520612" y="263606"/>
                  </a:lnTo>
                  <a:lnTo>
                    <a:pt x="552426" y="263606"/>
                  </a:lnTo>
                  <a:lnTo>
                    <a:pt x="542902" y="273130"/>
                  </a:lnTo>
                  <a:lnTo>
                    <a:pt x="547664" y="273130"/>
                  </a:lnTo>
                  <a:lnTo>
                    <a:pt x="440858" y="379936"/>
                  </a:lnTo>
                  <a:lnTo>
                    <a:pt x="390864" y="379936"/>
                  </a:lnTo>
                  <a:lnTo>
                    <a:pt x="359050" y="407206"/>
                  </a:lnTo>
                  <a:lnTo>
                    <a:pt x="338597" y="407206"/>
                  </a:lnTo>
                  <a:lnTo>
                    <a:pt x="327235" y="416296"/>
                  </a:lnTo>
                  <a:lnTo>
                    <a:pt x="304511" y="416296"/>
                  </a:lnTo>
                  <a:lnTo>
                    <a:pt x="288603" y="407206"/>
                  </a:lnTo>
                  <a:lnTo>
                    <a:pt x="252244" y="423113"/>
                  </a:lnTo>
                  <a:lnTo>
                    <a:pt x="240882" y="439020"/>
                  </a:lnTo>
                  <a:lnTo>
                    <a:pt x="220429" y="434475"/>
                  </a:lnTo>
                  <a:lnTo>
                    <a:pt x="209067" y="427658"/>
                  </a:lnTo>
                  <a:lnTo>
                    <a:pt x="202250" y="434475"/>
                  </a:lnTo>
                  <a:lnTo>
                    <a:pt x="193160" y="434475"/>
                  </a:lnTo>
                  <a:lnTo>
                    <a:pt x="143166" y="400388"/>
                  </a:lnTo>
                  <a:lnTo>
                    <a:pt x="118168" y="400388"/>
                  </a:lnTo>
                  <a:lnTo>
                    <a:pt x="106806" y="391298"/>
                  </a:lnTo>
                  <a:lnTo>
                    <a:pt x="106806" y="368574"/>
                  </a:lnTo>
                  <a:lnTo>
                    <a:pt x="84081" y="364029"/>
                  </a:lnTo>
                  <a:lnTo>
                    <a:pt x="63629" y="320852"/>
                  </a:lnTo>
                  <a:lnTo>
                    <a:pt x="47722" y="314035"/>
                  </a:lnTo>
                  <a:lnTo>
                    <a:pt x="43177" y="298127"/>
                  </a:lnTo>
                  <a:lnTo>
                    <a:pt x="20452" y="282220"/>
                  </a:lnTo>
                  <a:lnTo>
                    <a:pt x="0" y="277675"/>
                  </a:lnTo>
                  <a:lnTo>
                    <a:pt x="9090" y="254951"/>
                  </a:lnTo>
                  <a:lnTo>
                    <a:pt x="10043" y="254951"/>
                  </a:lnTo>
                  <a:lnTo>
                    <a:pt x="13852" y="245427"/>
                  </a:lnTo>
                  <a:lnTo>
                    <a:pt x="36360" y="245427"/>
                  </a:lnTo>
                  <a:lnTo>
                    <a:pt x="36360" y="211774"/>
                  </a:lnTo>
                  <a:lnTo>
                    <a:pt x="47722" y="175414"/>
                  </a:lnTo>
                  <a:lnTo>
                    <a:pt x="50021" y="173772"/>
                  </a:lnTo>
                  <a:lnTo>
                    <a:pt x="52484" y="165890"/>
                  </a:lnTo>
                  <a:lnTo>
                    <a:pt x="65827" y="156359"/>
                  </a:lnTo>
                  <a:lnTo>
                    <a:pt x="68174" y="148145"/>
                  </a:lnTo>
                  <a:lnTo>
                    <a:pt x="84081" y="116330"/>
                  </a:lnTo>
                  <a:lnTo>
                    <a:pt x="84081" y="116330"/>
                  </a:lnTo>
                  <a:lnTo>
                    <a:pt x="88843" y="106806"/>
                  </a:lnTo>
                  <a:lnTo>
                    <a:pt x="110388" y="91725"/>
                  </a:lnTo>
                  <a:lnTo>
                    <a:pt x="122713" y="61791"/>
                  </a:lnTo>
                  <a:lnTo>
                    <a:pt x="127258" y="29976"/>
                  </a:lnTo>
                  <a:lnTo>
                    <a:pt x="130536" y="30839"/>
                  </a:lnTo>
                  <a:lnTo>
                    <a:pt x="132020" y="20452"/>
                  </a:lnTo>
                  <a:lnTo>
                    <a:pt x="173953" y="31487"/>
                  </a:lnTo>
                  <a:lnTo>
                    <a:pt x="181797" y="9524"/>
                  </a:lnTo>
                  <a:lnTo>
                    <a:pt x="182800" y="1052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216;p30">
              <a:extLst>
                <a:ext uri="{FF2B5EF4-FFF2-40B4-BE49-F238E27FC236}">
                  <a16:creationId xmlns:a16="http://schemas.microsoft.com/office/drawing/2014/main" id="{46687299-DEA0-87CA-AA8F-3150371EBAC3}"/>
                </a:ext>
              </a:extLst>
            </p:cNvPr>
            <p:cNvSpPr/>
            <p:nvPr/>
          </p:nvSpPr>
          <p:spPr>
            <a:xfrm>
              <a:off x="4999738" y="3300686"/>
              <a:ext cx="455061" cy="528511"/>
            </a:xfrm>
            <a:custGeom>
              <a:avLst/>
              <a:gdLst/>
              <a:ahLst/>
              <a:cxnLst/>
              <a:rect l="l" t="t" r="r" b="b"/>
              <a:pathLst>
                <a:path w="606748" h="704681" extrusionOk="0">
                  <a:moveTo>
                    <a:pt x="113623" y="0"/>
                  </a:moveTo>
                  <a:lnTo>
                    <a:pt x="263606" y="0"/>
                  </a:lnTo>
                  <a:lnTo>
                    <a:pt x="409044" y="0"/>
                  </a:lnTo>
                  <a:lnTo>
                    <a:pt x="547664" y="0"/>
                  </a:lnTo>
                  <a:lnTo>
                    <a:pt x="563571" y="38632"/>
                  </a:lnTo>
                  <a:lnTo>
                    <a:pt x="561888" y="39306"/>
                  </a:lnTo>
                  <a:lnTo>
                    <a:pt x="563571" y="43394"/>
                  </a:lnTo>
                  <a:lnTo>
                    <a:pt x="552916" y="47656"/>
                  </a:lnTo>
                  <a:lnTo>
                    <a:pt x="559026" y="86354"/>
                  </a:lnTo>
                  <a:lnTo>
                    <a:pt x="574934" y="134076"/>
                  </a:lnTo>
                  <a:lnTo>
                    <a:pt x="590841" y="140893"/>
                  </a:lnTo>
                  <a:lnTo>
                    <a:pt x="606748" y="156800"/>
                  </a:lnTo>
                  <a:lnTo>
                    <a:pt x="604665" y="159479"/>
                  </a:lnTo>
                  <a:lnTo>
                    <a:pt x="606748" y="161562"/>
                  </a:lnTo>
                  <a:lnTo>
                    <a:pt x="590841" y="182014"/>
                  </a:lnTo>
                  <a:lnTo>
                    <a:pt x="563571" y="188832"/>
                  </a:lnTo>
                  <a:lnTo>
                    <a:pt x="547664" y="197922"/>
                  </a:lnTo>
                  <a:lnTo>
                    <a:pt x="547664" y="220429"/>
                  </a:lnTo>
                  <a:lnTo>
                    <a:pt x="547664" y="225191"/>
                  </a:lnTo>
                  <a:lnTo>
                    <a:pt x="532444" y="277374"/>
                  </a:lnTo>
                  <a:lnTo>
                    <a:pt x="536302" y="290876"/>
                  </a:lnTo>
                  <a:lnTo>
                    <a:pt x="535848" y="294050"/>
                  </a:lnTo>
                  <a:lnTo>
                    <a:pt x="536302" y="295638"/>
                  </a:lnTo>
                  <a:lnTo>
                    <a:pt x="531757" y="327452"/>
                  </a:lnTo>
                  <a:lnTo>
                    <a:pt x="515850" y="366084"/>
                  </a:lnTo>
                  <a:lnTo>
                    <a:pt x="493125" y="381991"/>
                  </a:lnTo>
                  <a:lnTo>
                    <a:pt x="477218" y="413806"/>
                  </a:lnTo>
                  <a:lnTo>
                    <a:pt x="472673" y="429713"/>
                  </a:lnTo>
                  <a:lnTo>
                    <a:pt x="456766" y="441075"/>
                  </a:lnTo>
                  <a:lnTo>
                    <a:pt x="445403" y="477435"/>
                  </a:lnTo>
                  <a:lnTo>
                    <a:pt x="445403" y="506760"/>
                  </a:lnTo>
                  <a:lnTo>
                    <a:pt x="445403" y="511522"/>
                  </a:lnTo>
                  <a:lnTo>
                    <a:pt x="440858" y="520612"/>
                  </a:lnTo>
                  <a:lnTo>
                    <a:pt x="418134" y="520612"/>
                  </a:lnTo>
                  <a:lnTo>
                    <a:pt x="410793" y="538963"/>
                  </a:lnTo>
                  <a:lnTo>
                    <a:pt x="429496" y="543119"/>
                  </a:lnTo>
                  <a:lnTo>
                    <a:pt x="445403" y="559026"/>
                  </a:lnTo>
                  <a:lnTo>
                    <a:pt x="456766" y="574934"/>
                  </a:lnTo>
                  <a:lnTo>
                    <a:pt x="472673" y="581751"/>
                  </a:lnTo>
                  <a:lnTo>
                    <a:pt x="493125" y="624928"/>
                  </a:lnTo>
                  <a:lnTo>
                    <a:pt x="491500" y="626258"/>
                  </a:lnTo>
                  <a:lnTo>
                    <a:pt x="493125" y="629690"/>
                  </a:lnTo>
                  <a:lnTo>
                    <a:pt x="468128" y="650142"/>
                  </a:lnTo>
                  <a:lnTo>
                    <a:pt x="445403" y="672867"/>
                  </a:lnTo>
                  <a:lnTo>
                    <a:pt x="424951" y="693319"/>
                  </a:lnTo>
                  <a:lnTo>
                    <a:pt x="397682" y="693319"/>
                  </a:lnTo>
                  <a:lnTo>
                    <a:pt x="365867" y="700136"/>
                  </a:lnTo>
                  <a:lnTo>
                    <a:pt x="343142" y="693319"/>
                  </a:lnTo>
                  <a:lnTo>
                    <a:pt x="334053" y="704681"/>
                  </a:lnTo>
                  <a:lnTo>
                    <a:pt x="295421" y="677412"/>
                  </a:lnTo>
                  <a:lnTo>
                    <a:pt x="290876" y="661504"/>
                  </a:lnTo>
                  <a:lnTo>
                    <a:pt x="268151" y="666049"/>
                  </a:lnTo>
                  <a:lnTo>
                    <a:pt x="252244" y="666049"/>
                  </a:lnTo>
                  <a:lnTo>
                    <a:pt x="240881" y="672867"/>
                  </a:lnTo>
                  <a:lnTo>
                    <a:pt x="224974" y="666049"/>
                  </a:lnTo>
                  <a:lnTo>
                    <a:pt x="204522" y="638780"/>
                  </a:lnTo>
                  <a:lnTo>
                    <a:pt x="197705" y="629690"/>
                  </a:lnTo>
                  <a:lnTo>
                    <a:pt x="165890" y="613783"/>
                  </a:lnTo>
                  <a:lnTo>
                    <a:pt x="161345" y="591058"/>
                  </a:lnTo>
                  <a:lnTo>
                    <a:pt x="145438" y="575151"/>
                  </a:lnTo>
                  <a:lnTo>
                    <a:pt x="118168" y="554699"/>
                  </a:lnTo>
                  <a:lnTo>
                    <a:pt x="118168" y="549937"/>
                  </a:lnTo>
                  <a:lnTo>
                    <a:pt x="118168" y="543336"/>
                  </a:lnTo>
                  <a:lnTo>
                    <a:pt x="95444" y="527429"/>
                  </a:lnTo>
                  <a:lnTo>
                    <a:pt x="70447" y="511522"/>
                  </a:lnTo>
                  <a:lnTo>
                    <a:pt x="59084" y="500159"/>
                  </a:lnTo>
                  <a:lnTo>
                    <a:pt x="54539" y="488797"/>
                  </a:lnTo>
                  <a:lnTo>
                    <a:pt x="55660" y="486836"/>
                  </a:lnTo>
                  <a:lnTo>
                    <a:pt x="54539" y="484035"/>
                  </a:lnTo>
                  <a:lnTo>
                    <a:pt x="63629" y="468128"/>
                  </a:lnTo>
                  <a:lnTo>
                    <a:pt x="63629" y="461528"/>
                  </a:lnTo>
                  <a:lnTo>
                    <a:pt x="36360" y="436530"/>
                  </a:lnTo>
                  <a:lnTo>
                    <a:pt x="36360" y="431768"/>
                  </a:lnTo>
                  <a:lnTo>
                    <a:pt x="36360" y="418351"/>
                  </a:lnTo>
                  <a:lnTo>
                    <a:pt x="36360" y="413806"/>
                  </a:lnTo>
                  <a:lnTo>
                    <a:pt x="20452" y="397899"/>
                  </a:lnTo>
                  <a:lnTo>
                    <a:pt x="20452" y="393137"/>
                  </a:lnTo>
                  <a:lnTo>
                    <a:pt x="20452" y="377446"/>
                  </a:lnTo>
                  <a:lnTo>
                    <a:pt x="15908" y="366084"/>
                  </a:lnTo>
                  <a:lnTo>
                    <a:pt x="0" y="366084"/>
                  </a:lnTo>
                  <a:lnTo>
                    <a:pt x="1905" y="361322"/>
                  </a:lnTo>
                  <a:lnTo>
                    <a:pt x="0" y="361322"/>
                  </a:lnTo>
                  <a:lnTo>
                    <a:pt x="4545" y="349960"/>
                  </a:lnTo>
                  <a:lnTo>
                    <a:pt x="14936" y="335413"/>
                  </a:lnTo>
                  <a:lnTo>
                    <a:pt x="11363" y="322907"/>
                  </a:lnTo>
                  <a:lnTo>
                    <a:pt x="12365" y="321654"/>
                  </a:lnTo>
                  <a:lnTo>
                    <a:pt x="11363" y="318145"/>
                  </a:lnTo>
                  <a:lnTo>
                    <a:pt x="19182" y="308370"/>
                  </a:lnTo>
                  <a:lnTo>
                    <a:pt x="15908" y="300183"/>
                  </a:lnTo>
                  <a:lnTo>
                    <a:pt x="16921" y="297954"/>
                  </a:lnTo>
                  <a:lnTo>
                    <a:pt x="15908" y="295421"/>
                  </a:lnTo>
                  <a:lnTo>
                    <a:pt x="27270" y="270423"/>
                  </a:lnTo>
                  <a:lnTo>
                    <a:pt x="43177" y="243154"/>
                  </a:lnTo>
                  <a:lnTo>
                    <a:pt x="74992" y="247699"/>
                  </a:lnTo>
                  <a:lnTo>
                    <a:pt x="74992" y="102478"/>
                  </a:lnTo>
                  <a:lnTo>
                    <a:pt x="74992" y="97716"/>
                  </a:lnTo>
                  <a:lnTo>
                    <a:pt x="74992" y="79754"/>
                  </a:lnTo>
                  <a:lnTo>
                    <a:pt x="74992" y="74992"/>
                  </a:lnTo>
                  <a:lnTo>
                    <a:pt x="113623" y="74992"/>
                  </a:lnTo>
                  <a:lnTo>
                    <a:pt x="113623" y="476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217;p30">
              <a:extLst>
                <a:ext uri="{FF2B5EF4-FFF2-40B4-BE49-F238E27FC236}">
                  <a16:creationId xmlns:a16="http://schemas.microsoft.com/office/drawing/2014/main" id="{73DE995B-2C32-4759-D50F-FE9278F1A79E}"/>
                </a:ext>
              </a:extLst>
            </p:cNvPr>
            <p:cNvSpPr/>
            <p:nvPr/>
          </p:nvSpPr>
          <p:spPr>
            <a:xfrm>
              <a:off x="5212781" y="3798195"/>
              <a:ext cx="151768" cy="160372"/>
            </a:xfrm>
            <a:custGeom>
              <a:avLst/>
              <a:gdLst/>
              <a:ahLst/>
              <a:cxnLst/>
              <a:rect l="l" t="t" r="r" b="b"/>
              <a:pathLst>
                <a:path w="202358" h="213829" extrusionOk="0">
                  <a:moveTo>
                    <a:pt x="163726" y="0"/>
                  </a:moveTo>
                  <a:lnTo>
                    <a:pt x="179634" y="27270"/>
                  </a:lnTo>
                  <a:lnTo>
                    <a:pt x="186451" y="43177"/>
                  </a:lnTo>
                  <a:lnTo>
                    <a:pt x="202358" y="86354"/>
                  </a:lnTo>
                  <a:lnTo>
                    <a:pt x="190996" y="111351"/>
                  </a:lnTo>
                  <a:lnTo>
                    <a:pt x="190446" y="112084"/>
                  </a:lnTo>
                  <a:lnTo>
                    <a:pt x="188615" y="116113"/>
                  </a:lnTo>
                  <a:lnTo>
                    <a:pt x="168163" y="143383"/>
                  </a:lnTo>
                  <a:lnTo>
                    <a:pt x="159181" y="155957"/>
                  </a:lnTo>
                  <a:lnTo>
                    <a:pt x="159181" y="193160"/>
                  </a:lnTo>
                  <a:lnTo>
                    <a:pt x="156800" y="193160"/>
                  </a:lnTo>
                  <a:lnTo>
                    <a:pt x="156800" y="197922"/>
                  </a:lnTo>
                  <a:lnTo>
                    <a:pt x="86354" y="197922"/>
                  </a:lnTo>
                  <a:lnTo>
                    <a:pt x="43177" y="197922"/>
                  </a:lnTo>
                  <a:lnTo>
                    <a:pt x="31815" y="202467"/>
                  </a:lnTo>
                  <a:lnTo>
                    <a:pt x="11363" y="213829"/>
                  </a:lnTo>
                  <a:lnTo>
                    <a:pt x="0" y="209284"/>
                  </a:lnTo>
                  <a:lnTo>
                    <a:pt x="0" y="182015"/>
                  </a:lnTo>
                  <a:lnTo>
                    <a:pt x="2381" y="178681"/>
                  </a:lnTo>
                  <a:lnTo>
                    <a:pt x="2381" y="177253"/>
                  </a:lnTo>
                  <a:lnTo>
                    <a:pt x="11363" y="164679"/>
                  </a:lnTo>
                  <a:lnTo>
                    <a:pt x="11363" y="138838"/>
                  </a:lnTo>
                  <a:lnTo>
                    <a:pt x="13744" y="135504"/>
                  </a:lnTo>
                  <a:lnTo>
                    <a:pt x="13744" y="134076"/>
                  </a:lnTo>
                  <a:lnTo>
                    <a:pt x="24023" y="119684"/>
                  </a:lnTo>
                  <a:lnTo>
                    <a:pt x="31815" y="100206"/>
                  </a:lnTo>
                  <a:lnTo>
                    <a:pt x="32344" y="100073"/>
                  </a:lnTo>
                  <a:lnTo>
                    <a:pt x="34196" y="95444"/>
                  </a:lnTo>
                  <a:lnTo>
                    <a:pt x="52375" y="90899"/>
                  </a:lnTo>
                  <a:lnTo>
                    <a:pt x="58811" y="79637"/>
                  </a:lnTo>
                  <a:lnTo>
                    <a:pt x="43177" y="72936"/>
                  </a:lnTo>
                  <a:lnTo>
                    <a:pt x="49994" y="32032"/>
                  </a:lnTo>
                  <a:lnTo>
                    <a:pt x="51999" y="29526"/>
                  </a:lnTo>
                  <a:lnTo>
                    <a:pt x="52375" y="27270"/>
                  </a:lnTo>
                  <a:lnTo>
                    <a:pt x="61465" y="15908"/>
                  </a:lnTo>
                  <a:lnTo>
                    <a:pt x="88735" y="27270"/>
                  </a:lnTo>
                  <a:lnTo>
                    <a:pt x="116005" y="15908"/>
                  </a:lnTo>
                  <a:lnTo>
                    <a:pt x="143274" y="15908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218;p30">
              <a:extLst>
                <a:ext uri="{FF2B5EF4-FFF2-40B4-BE49-F238E27FC236}">
                  <a16:creationId xmlns:a16="http://schemas.microsoft.com/office/drawing/2014/main" id="{A3F7F226-FCAC-7ACF-BE60-305ED21DA582}"/>
                </a:ext>
              </a:extLst>
            </p:cNvPr>
            <p:cNvSpPr/>
            <p:nvPr/>
          </p:nvSpPr>
          <p:spPr>
            <a:xfrm>
              <a:off x="5326812" y="3760456"/>
              <a:ext cx="226922" cy="288524"/>
            </a:xfrm>
            <a:custGeom>
              <a:avLst/>
              <a:gdLst/>
              <a:ahLst/>
              <a:cxnLst/>
              <a:rect l="l" t="t" r="r" b="b"/>
              <a:pathLst>
                <a:path w="302563" h="384698" extrusionOk="0">
                  <a:moveTo>
                    <a:pt x="59410" y="0"/>
                  </a:moveTo>
                  <a:lnTo>
                    <a:pt x="82134" y="4545"/>
                  </a:lnTo>
                  <a:lnTo>
                    <a:pt x="82134" y="27270"/>
                  </a:lnTo>
                  <a:lnTo>
                    <a:pt x="93497" y="36360"/>
                  </a:lnTo>
                  <a:lnTo>
                    <a:pt x="118494" y="36360"/>
                  </a:lnTo>
                  <a:lnTo>
                    <a:pt x="161671" y="70447"/>
                  </a:lnTo>
                  <a:lnTo>
                    <a:pt x="177578" y="70447"/>
                  </a:lnTo>
                  <a:lnTo>
                    <a:pt x="184395" y="70447"/>
                  </a:lnTo>
                  <a:lnTo>
                    <a:pt x="195758" y="70447"/>
                  </a:lnTo>
                  <a:lnTo>
                    <a:pt x="216210" y="74992"/>
                  </a:lnTo>
                  <a:lnTo>
                    <a:pt x="227572" y="59084"/>
                  </a:lnTo>
                  <a:lnTo>
                    <a:pt x="263931" y="43177"/>
                  </a:lnTo>
                  <a:lnTo>
                    <a:pt x="279839" y="59084"/>
                  </a:lnTo>
                  <a:lnTo>
                    <a:pt x="302563" y="59084"/>
                  </a:lnTo>
                  <a:lnTo>
                    <a:pt x="290063" y="73370"/>
                  </a:lnTo>
                  <a:lnTo>
                    <a:pt x="295420" y="73370"/>
                  </a:lnTo>
                  <a:lnTo>
                    <a:pt x="270749" y="101566"/>
                  </a:lnTo>
                  <a:lnTo>
                    <a:pt x="270749" y="231792"/>
                  </a:lnTo>
                  <a:lnTo>
                    <a:pt x="291201" y="263606"/>
                  </a:lnTo>
                  <a:lnTo>
                    <a:pt x="278502" y="269250"/>
                  </a:lnTo>
                  <a:lnTo>
                    <a:pt x="284058" y="277892"/>
                  </a:lnTo>
                  <a:lnTo>
                    <a:pt x="263606" y="286982"/>
                  </a:lnTo>
                  <a:lnTo>
                    <a:pt x="252243" y="305162"/>
                  </a:lnTo>
                  <a:lnTo>
                    <a:pt x="241336" y="308278"/>
                  </a:lnTo>
                  <a:lnTo>
                    <a:pt x="238934" y="322690"/>
                  </a:lnTo>
                  <a:lnTo>
                    <a:pt x="233220" y="328405"/>
                  </a:lnTo>
                  <a:lnTo>
                    <a:pt x="231791" y="336976"/>
                  </a:lnTo>
                  <a:lnTo>
                    <a:pt x="224894" y="343874"/>
                  </a:lnTo>
                  <a:lnTo>
                    <a:pt x="220755" y="359050"/>
                  </a:lnTo>
                  <a:lnTo>
                    <a:pt x="216722" y="361930"/>
                  </a:lnTo>
                  <a:lnTo>
                    <a:pt x="213612" y="373336"/>
                  </a:lnTo>
                  <a:lnTo>
                    <a:pt x="197704" y="384698"/>
                  </a:lnTo>
                  <a:lnTo>
                    <a:pt x="145438" y="348339"/>
                  </a:lnTo>
                  <a:lnTo>
                    <a:pt x="138620" y="330159"/>
                  </a:lnTo>
                  <a:lnTo>
                    <a:pt x="4545" y="255168"/>
                  </a:lnTo>
                  <a:lnTo>
                    <a:pt x="0" y="250623"/>
                  </a:lnTo>
                  <a:lnTo>
                    <a:pt x="0" y="211991"/>
                  </a:lnTo>
                  <a:lnTo>
                    <a:pt x="7143" y="201991"/>
                  </a:lnTo>
                  <a:lnTo>
                    <a:pt x="7143" y="197705"/>
                  </a:lnTo>
                  <a:lnTo>
                    <a:pt x="18506" y="181798"/>
                  </a:lnTo>
                  <a:lnTo>
                    <a:pt x="37310" y="156725"/>
                  </a:lnTo>
                  <a:lnTo>
                    <a:pt x="43177" y="143817"/>
                  </a:lnTo>
                  <a:lnTo>
                    <a:pt x="27270" y="100640"/>
                  </a:lnTo>
                  <a:lnTo>
                    <a:pt x="20452" y="84733"/>
                  </a:lnTo>
                  <a:lnTo>
                    <a:pt x="4545" y="57463"/>
                  </a:lnTo>
                  <a:lnTo>
                    <a:pt x="14320" y="47689"/>
                  </a:lnTo>
                  <a:lnTo>
                    <a:pt x="11688" y="43177"/>
                  </a:lnTo>
                  <a:lnTo>
                    <a:pt x="34413" y="20452"/>
                  </a:lnTo>
                  <a:close/>
                </a:path>
              </a:pathLst>
            </a:custGeom>
            <a:solidFill>
              <a:srgbClr val="FFC000"/>
            </a:solidFill>
            <a:ln w="9525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219;p30">
              <a:extLst>
                <a:ext uri="{FF2B5EF4-FFF2-40B4-BE49-F238E27FC236}">
                  <a16:creationId xmlns:a16="http://schemas.microsoft.com/office/drawing/2014/main" id="{AF82C17E-4F73-39F5-D525-2E77351CF1A1}"/>
                </a:ext>
              </a:extLst>
            </p:cNvPr>
            <p:cNvSpPr/>
            <p:nvPr/>
          </p:nvSpPr>
          <p:spPr>
            <a:xfrm>
              <a:off x="5197444" y="3948262"/>
              <a:ext cx="51293" cy="54784"/>
            </a:xfrm>
            <a:custGeom>
              <a:avLst/>
              <a:gdLst/>
              <a:ahLst/>
              <a:cxnLst/>
              <a:rect l="l" t="t" r="r" b="b"/>
              <a:pathLst>
                <a:path w="68391" h="73045" extrusionOk="0">
                  <a:moveTo>
                    <a:pt x="57029" y="0"/>
                  </a:moveTo>
                  <a:lnTo>
                    <a:pt x="68391" y="22725"/>
                  </a:lnTo>
                  <a:lnTo>
                    <a:pt x="68391" y="43177"/>
                  </a:lnTo>
                  <a:lnTo>
                    <a:pt x="63629" y="46034"/>
                  </a:lnTo>
                  <a:lnTo>
                    <a:pt x="63629" y="50320"/>
                  </a:lnTo>
                  <a:lnTo>
                    <a:pt x="52267" y="57138"/>
                  </a:lnTo>
                  <a:lnTo>
                    <a:pt x="36360" y="50320"/>
                  </a:lnTo>
                  <a:lnTo>
                    <a:pt x="20452" y="73045"/>
                  </a:lnTo>
                  <a:lnTo>
                    <a:pt x="0" y="73045"/>
                  </a:lnTo>
                  <a:lnTo>
                    <a:pt x="4545" y="50320"/>
                  </a:lnTo>
                  <a:lnTo>
                    <a:pt x="8712" y="46153"/>
                  </a:lnTo>
                  <a:lnTo>
                    <a:pt x="9090" y="44262"/>
                  </a:lnTo>
                  <a:lnTo>
                    <a:pt x="9090" y="23051"/>
                  </a:lnTo>
                  <a:lnTo>
                    <a:pt x="13852" y="19241"/>
                  </a:lnTo>
                  <a:lnTo>
                    <a:pt x="13852" y="15908"/>
                  </a:lnTo>
                  <a:lnTo>
                    <a:pt x="25214" y="6817"/>
                  </a:lnTo>
                  <a:lnTo>
                    <a:pt x="36577" y="1136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220;p30">
              <a:extLst>
                <a:ext uri="{FF2B5EF4-FFF2-40B4-BE49-F238E27FC236}">
                  <a16:creationId xmlns:a16="http://schemas.microsoft.com/office/drawing/2014/main" id="{3D178992-2694-9209-FB73-DCE2E28CF6BA}"/>
                </a:ext>
              </a:extLst>
            </p:cNvPr>
            <p:cNvSpPr/>
            <p:nvPr/>
          </p:nvSpPr>
          <p:spPr>
            <a:xfrm>
              <a:off x="5200690" y="3943067"/>
              <a:ext cx="310517" cy="301996"/>
            </a:xfrm>
            <a:custGeom>
              <a:avLst/>
              <a:gdLst/>
              <a:ahLst/>
              <a:cxnLst/>
              <a:rect l="l" t="t" r="r" b="b"/>
              <a:pathLst>
                <a:path w="414022" h="402661" extrusionOk="0">
                  <a:moveTo>
                    <a:pt x="54539" y="0"/>
                  </a:moveTo>
                  <a:lnTo>
                    <a:pt x="97716" y="0"/>
                  </a:lnTo>
                  <a:lnTo>
                    <a:pt x="172707" y="0"/>
                  </a:lnTo>
                  <a:lnTo>
                    <a:pt x="172707" y="4545"/>
                  </a:lnTo>
                  <a:lnTo>
                    <a:pt x="181609" y="9524"/>
                  </a:lnTo>
                  <a:lnTo>
                    <a:pt x="182231" y="9524"/>
                  </a:lnTo>
                  <a:lnTo>
                    <a:pt x="182231" y="9872"/>
                  </a:lnTo>
                  <a:lnTo>
                    <a:pt x="306782" y="79537"/>
                  </a:lnTo>
                  <a:lnTo>
                    <a:pt x="308774" y="84848"/>
                  </a:lnTo>
                  <a:lnTo>
                    <a:pt x="316306" y="89061"/>
                  </a:lnTo>
                  <a:lnTo>
                    <a:pt x="321653" y="103319"/>
                  </a:lnTo>
                  <a:lnTo>
                    <a:pt x="365866" y="134076"/>
                  </a:lnTo>
                  <a:lnTo>
                    <a:pt x="365016" y="136383"/>
                  </a:lnTo>
                  <a:lnTo>
                    <a:pt x="375390" y="143600"/>
                  </a:lnTo>
                  <a:lnTo>
                    <a:pt x="359483" y="186777"/>
                  </a:lnTo>
                  <a:lnTo>
                    <a:pt x="359483" y="205324"/>
                  </a:lnTo>
                  <a:lnTo>
                    <a:pt x="372684" y="215885"/>
                  </a:lnTo>
                  <a:lnTo>
                    <a:pt x="377229" y="220430"/>
                  </a:lnTo>
                  <a:lnTo>
                    <a:pt x="376918" y="221177"/>
                  </a:lnTo>
                  <a:lnTo>
                    <a:pt x="382208" y="225409"/>
                  </a:lnTo>
                  <a:lnTo>
                    <a:pt x="386753" y="229954"/>
                  </a:lnTo>
                  <a:lnTo>
                    <a:pt x="375390" y="257223"/>
                  </a:lnTo>
                  <a:lnTo>
                    <a:pt x="375390" y="268586"/>
                  </a:lnTo>
                  <a:lnTo>
                    <a:pt x="375390" y="284493"/>
                  </a:lnTo>
                  <a:lnTo>
                    <a:pt x="386753" y="304945"/>
                  </a:lnTo>
                  <a:lnTo>
                    <a:pt x="401490" y="340736"/>
                  </a:lnTo>
                  <a:lnTo>
                    <a:pt x="404498" y="343143"/>
                  </a:lnTo>
                  <a:lnTo>
                    <a:pt x="403332" y="344115"/>
                  </a:lnTo>
                  <a:lnTo>
                    <a:pt x="414022" y="352667"/>
                  </a:lnTo>
                  <a:lnTo>
                    <a:pt x="386753" y="375392"/>
                  </a:lnTo>
                  <a:lnTo>
                    <a:pt x="348121" y="386754"/>
                  </a:lnTo>
                  <a:lnTo>
                    <a:pt x="323124" y="386754"/>
                  </a:lnTo>
                  <a:lnTo>
                    <a:pt x="311762" y="395844"/>
                  </a:lnTo>
                  <a:lnTo>
                    <a:pt x="284492" y="395844"/>
                  </a:lnTo>
                  <a:lnTo>
                    <a:pt x="273130" y="402661"/>
                  </a:lnTo>
                  <a:lnTo>
                    <a:pt x="229953" y="395844"/>
                  </a:lnTo>
                  <a:lnTo>
                    <a:pt x="204956" y="395844"/>
                  </a:lnTo>
                  <a:lnTo>
                    <a:pt x="202688" y="386320"/>
                  </a:lnTo>
                  <a:lnTo>
                    <a:pt x="195432" y="386320"/>
                  </a:lnTo>
                  <a:lnTo>
                    <a:pt x="184070" y="338598"/>
                  </a:lnTo>
                  <a:lnTo>
                    <a:pt x="173532" y="319630"/>
                  </a:lnTo>
                  <a:lnTo>
                    <a:pt x="139055" y="309490"/>
                  </a:lnTo>
                  <a:lnTo>
                    <a:pt x="118602" y="300400"/>
                  </a:lnTo>
                  <a:lnTo>
                    <a:pt x="91333" y="293583"/>
                  </a:lnTo>
                  <a:lnTo>
                    <a:pt x="79971" y="289038"/>
                  </a:lnTo>
                  <a:lnTo>
                    <a:pt x="64063" y="277675"/>
                  </a:lnTo>
                  <a:lnTo>
                    <a:pt x="62383" y="273754"/>
                  </a:lnTo>
                  <a:lnTo>
                    <a:pt x="54539" y="268151"/>
                  </a:lnTo>
                  <a:lnTo>
                    <a:pt x="35836" y="224511"/>
                  </a:lnTo>
                  <a:lnTo>
                    <a:pt x="20887" y="214046"/>
                  </a:lnTo>
                  <a:lnTo>
                    <a:pt x="20348" y="210812"/>
                  </a:lnTo>
                  <a:lnTo>
                    <a:pt x="11363" y="204522"/>
                  </a:lnTo>
                  <a:lnTo>
                    <a:pt x="6817" y="177253"/>
                  </a:lnTo>
                  <a:lnTo>
                    <a:pt x="11363" y="161345"/>
                  </a:lnTo>
                  <a:lnTo>
                    <a:pt x="0" y="129531"/>
                  </a:lnTo>
                  <a:lnTo>
                    <a:pt x="18180" y="129531"/>
                  </a:lnTo>
                  <a:lnTo>
                    <a:pt x="34087" y="113624"/>
                  </a:lnTo>
                  <a:lnTo>
                    <a:pt x="43177" y="90899"/>
                  </a:lnTo>
                  <a:lnTo>
                    <a:pt x="54539" y="86354"/>
                  </a:lnTo>
                  <a:lnTo>
                    <a:pt x="54539" y="74992"/>
                  </a:lnTo>
                  <a:lnTo>
                    <a:pt x="49994" y="63629"/>
                  </a:lnTo>
                  <a:lnTo>
                    <a:pt x="43177" y="54539"/>
                  </a:lnTo>
                  <a:lnTo>
                    <a:pt x="54539" y="47722"/>
                  </a:lnTo>
                  <a:lnTo>
                    <a:pt x="61357" y="27270"/>
                  </a:lnTo>
                  <a:lnTo>
                    <a:pt x="43177" y="454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221;p30">
              <a:extLst>
                <a:ext uri="{FF2B5EF4-FFF2-40B4-BE49-F238E27FC236}">
                  <a16:creationId xmlns:a16="http://schemas.microsoft.com/office/drawing/2014/main" id="{A71E0E72-8EFE-0A9A-60B2-BF0995B78FEA}"/>
                </a:ext>
              </a:extLst>
            </p:cNvPr>
            <p:cNvSpPr/>
            <p:nvPr/>
          </p:nvSpPr>
          <p:spPr>
            <a:xfrm>
              <a:off x="5297999" y="4166257"/>
              <a:ext cx="88789" cy="220105"/>
            </a:xfrm>
            <a:custGeom>
              <a:avLst/>
              <a:gdLst/>
              <a:ahLst/>
              <a:cxnLst/>
              <a:rect l="l" t="t" r="r" b="b"/>
              <a:pathLst>
                <a:path w="118385" h="293473" extrusionOk="0">
                  <a:moveTo>
                    <a:pt x="9307" y="0"/>
                  </a:moveTo>
                  <a:lnTo>
                    <a:pt x="47939" y="11363"/>
                  </a:lnTo>
                  <a:lnTo>
                    <a:pt x="52484" y="22725"/>
                  </a:lnTo>
                  <a:lnTo>
                    <a:pt x="63846" y="38632"/>
                  </a:lnTo>
                  <a:lnTo>
                    <a:pt x="75209" y="86354"/>
                  </a:lnTo>
                  <a:lnTo>
                    <a:pt x="63846" y="120441"/>
                  </a:lnTo>
                  <a:lnTo>
                    <a:pt x="75209" y="161345"/>
                  </a:lnTo>
                  <a:lnTo>
                    <a:pt x="91116" y="161345"/>
                  </a:lnTo>
                  <a:lnTo>
                    <a:pt x="100206" y="179525"/>
                  </a:lnTo>
                  <a:lnTo>
                    <a:pt x="118385" y="204522"/>
                  </a:lnTo>
                  <a:lnTo>
                    <a:pt x="118385" y="254516"/>
                  </a:lnTo>
                  <a:lnTo>
                    <a:pt x="113623" y="255706"/>
                  </a:lnTo>
                  <a:lnTo>
                    <a:pt x="113623" y="261659"/>
                  </a:lnTo>
                  <a:lnTo>
                    <a:pt x="98041" y="265554"/>
                  </a:lnTo>
                  <a:lnTo>
                    <a:pt x="91116" y="286330"/>
                  </a:lnTo>
                  <a:lnTo>
                    <a:pt x="89330" y="284545"/>
                  </a:lnTo>
                  <a:lnTo>
                    <a:pt x="86354" y="293473"/>
                  </a:lnTo>
                  <a:lnTo>
                    <a:pt x="63629" y="270749"/>
                  </a:lnTo>
                  <a:lnTo>
                    <a:pt x="59084" y="245752"/>
                  </a:lnTo>
                  <a:lnTo>
                    <a:pt x="70447" y="227572"/>
                  </a:lnTo>
                  <a:lnTo>
                    <a:pt x="63629" y="211665"/>
                  </a:lnTo>
                  <a:lnTo>
                    <a:pt x="54539" y="202575"/>
                  </a:lnTo>
                  <a:lnTo>
                    <a:pt x="43177" y="202575"/>
                  </a:lnTo>
                  <a:lnTo>
                    <a:pt x="20452" y="186668"/>
                  </a:lnTo>
                  <a:lnTo>
                    <a:pt x="0" y="175305"/>
                  </a:lnTo>
                  <a:lnTo>
                    <a:pt x="15907" y="143491"/>
                  </a:lnTo>
                  <a:lnTo>
                    <a:pt x="20452" y="132129"/>
                  </a:lnTo>
                  <a:lnTo>
                    <a:pt x="15907" y="100314"/>
                  </a:lnTo>
                  <a:lnTo>
                    <a:pt x="20452" y="66227"/>
                  </a:lnTo>
                  <a:lnTo>
                    <a:pt x="24717" y="62816"/>
                  </a:lnTo>
                  <a:lnTo>
                    <a:pt x="25214" y="59084"/>
                  </a:lnTo>
                  <a:lnTo>
                    <a:pt x="30773" y="54637"/>
                  </a:lnTo>
                  <a:lnTo>
                    <a:pt x="20452" y="29868"/>
                  </a:lnTo>
                  <a:lnTo>
                    <a:pt x="4545" y="7143"/>
                  </a:lnTo>
                  <a:lnTo>
                    <a:pt x="16838" y="10759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222;p30">
              <a:extLst>
                <a:ext uri="{FF2B5EF4-FFF2-40B4-BE49-F238E27FC236}">
                  <a16:creationId xmlns:a16="http://schemas.microsoft.com/office/drawing/2014/main" id="{06A7E2D6-49D0-50BA-F081-9E6B7D9761EF}"/>
                </a:ext>
              </a:extLst>
            </p:cNvPr>
            <p:cNvSpPr/>
            <p:nvPr/>
          </p:nvSpPr>
          <p:spPr>
            <a:xfrm>
              <a:off x="5224470" y="4202210"/>
              <a:ext cx="300291" cy="484361"/>
            </a:xfrm>
            <a:custGeom>
              <a:avLst/>
              <a:gdLst/>
              <a:ahLst/>
              <a:cxnLst/>
              <a:rect l="l" t="t" r="r" b="b"/>
              <a:pathLst>
                <a:path w="400388" h="645815" extrusionOk="0">
                  <a:moveTo>
                    <a:pt x="379936" y="0"/>
                  </a:moveTo>
                  <a:lnTo>
                    <a:pt x="391298" y="15907"/>
                  </a:lnTo>
                  <a:lnTo>
                    <a:pt x="384481" y="54539"/>
                  </a:lnTo>
                  <a:lnTo>
                    <a:pt x="391298" y="86354"/>
                  </a:lnTo>
                  <a:lnTo>
                    <a:pt x="395843" y="145438"/>
                  </a:lnTo>
                  <a:lnTo>
                    <a:pt x="400388" y="161345"/>
                  </a:lnTo>
                  <a:lnTo>
                    <a:pt x="391298" y="188615"/>
                  </a:lnTo>
                  <a:lnTo>
                    <a:pt x="375391" y="215884"/>
                  </a:lnTo>
                  <a:lnTo>
                    <a:pt x="352666" y="243154"/>
                  </a:lnTo>
                  <a:lnTo>
                    <a:pt x="351616" y="243463"/>
                  </a:lnTo>
                  <a:lnTo>
                    <a:pt x="347904" y="247917"/>
                  </a:lnTo>
                  <a:lnTo>
                    <a:pt x="346853" y="248226"/>
                  </a:lnTo>
                  <a:lnTo>
                    <a:pt x="343142" y="252679"/>
                  </a:lnTo>
                  <a:lnTo>
                    <a:pt x="304511" y="264041"/>
                  </a:lnTo>
                  <a:lnTo>
                    <a:pt x="268151" y="284493"/>
                  </a:lnTo>
                  <a:lnTo>
                    <a:pt x="224974" y="323125"/>
                  </a:lnTo>
                  <a:lnTo>
                    <a:pt x="210868" y="327156"/>
                  </a:lnTo>
                  <a:lnTo>
                    <a:pt x="191321" y="349960"/>
                  </a:lnTo>
                  <a:lnTo>
                    <a:pt x="189923" y="350799"/>
                  </a:lnTo>
                  <a:lnTo>
                    <a:pt x="186559" y="354723"/>
                  </a:lnTo>
                  <a:lnTo>
                    <a:pt x="185159" y="355563"/>
                  </a:lnTo>
                  <a:lnTo>
                    <a:pt x="181797" y="359485"/>
                  </a:lnTo>
                  <a:lnTo>
                    <a:pt x="179182" y="361054"/>
                  </a:lnTo>
                  <a:lnTo>
                    <a:pt x="175414" y="381774"/>
                  </a:lnTo>
                  <a:lnTo>
                    <a:pt x="191321" y="415861"/>
                  </a:lnTo>
                  <a:lnTo>
                    <a:pt x="202684" y="436313"/>
                  </a:lnTo>
                  <a:lnTo>
                    <a:pt x="202684" y="447676"/>
                  </a:lnTo>
                  <a:lnTo>
                    <a:pt x="207229" y="447676"/>
                  </a:lnTo>
                  <a:lnTo>
                    <a:pt x="207229" y="484035"/>
                  </a:lnTo>
                  <a:lnTo>
                    <a:pt x="202684" y="506760"/>
                  </a:lnTo>
                  <a:lnTo>
                    <a:pt x="207229" y="511305"/>
                  </a:lnTo>
                  <a:lnTo>
                    <a:pt x="202684" y="527212"/>
                  </a:lnTo>
                  <a:lnTo>
                    <a:pt x="197923" y="531974"/>
                  </a:lnTo>
                  <a:lnTo>
                    <a:pt x="197922" y="531975"/>
                  </a:lnTo>
                  <a:lnTo>
                    <a:pt x="182015" y="547882"/>
                  </a:lnTo>
                  <a:lnTo>
                    <a:pt x="182014" y="547882"/>
                  </a:lnTo>
                  <a:lnTo>
                    <a:pt x="177253" y="552644"/>
                  </a:lnTo>
                  <a:lnTo>
                    <a:pt x="149983" y="564007"/>
                  </a:lnTo>
                  <a:lnTo>
                    <a:pt x="106806" y="586731"/>
                  </a:lnTo>
                  <a:lnTo>
                    <a:pt x="100423" y="593114"/>
                  </a:lnTo>
                  <a:lnTo>
                    <a:pt x="100423" y="609021"/>
                  </a:lnTo>
                  <a:lnTo>
                    <a:pt x="111785" y="613566"/>
                  </a:lnTo>
                  <a:lnTo>
                    <a:pt x="104968" y="636290"/>
                  </a:lnTo>
                  <a:lnTo>
                    <a:pt x="101868" y="635515"/>
                  </a:lnTo>
                  <a:lnTo>
                    <a:pt x="100206" y="641053"/>
                  </a:lnTo>
                  <a:lnTo>
                    <a:pt x="97105" y="640278"/>
                  </a:lnTo>
                  <a:lnTo>
                    <a:pt x="95444" y="645815"/>
                  </a:lnTo>
                  <a:lnTo>
                    <a:pt x="68174" y="638998"/>
                  </a:lnTo>
                  <a:lnTo>
                    <a:pt x="68174" y="623091"/>
                  </a:lnTo>
                  <a:lnTo>
                    <a:pt x="63629" y="607183"/>
                  </a:lnTo>
                  <a:lnTo>
                    <a:pt x="59084" y="591276"/>
                  </a:lnTo>
                  <a:lnTo>
                    <a:pt x="63629" y="548099"/>
                  </a:lnTo>
                  <a:lnTo>
                    <a:pt x="52267" y="520830"/>
                  </a:lnTo>
                  <a:lnTo>
                    <a:pt x="36360" y="461746"/>
                  </a:lnTo>
                  <a:lnTo>
                    <a:pt x="74992" y="418569"/>
                  </a:lnTo>
                  <a:lnTo>
                    <a:pt x="86354" y="391299"/>
                  </a:lnTo>
                  <a:lnTo>
                    <a:pt x="90899" y="386754"/>
                  </a:lnTo>
                  <a:lnTo>
                    <a:pt x="95444" y="366302"/>
                  </a:lnTo>
                  <a:lnTo>
                    <a:pt x="90899" y="354940"/>
                  </a:lnTo>
                  <a:lnTo>
                    <a:pt x="90899" y="323125"/>
                  </a:lnTo>
                  <a:lnTo>
                    <a:pt x="102261" y="300401"/>
                  </a:lnTo>
                  <a:lnTo>
                    <a:pt x="102261" y="248134"/>
                  </a:lnTo>
                  <a:lnTo>
                    <a:pt x="79537" y="236772"/>
                  </a:lnTo>
                  <a:lnTo>
                    <a:pt x="63629" y="229954"/>
                  </a:lnTo>
                  <a:lnTo>
                    <a:pt x="52267" y="225409"/>
                  </a:lnTo>
                  <a:lnTo>
                    <a:pt x="36360" y="214047"/>
                  </a:lnTo>
                  <a:lnTo>
                    <a:pt x="4545" y="214047"/>
                  </a:lnTo>
                  <a:lnTo>
                    <a:pt x="4545" y="204957"/>
                  </a:lnTo>
                  <a:lnTo>
                    <a:pt x="0" y="177688"/>
                  </a:lnTo>
                  <a:lnTo>
                    <a:pt x="5303" y="176173"/>
                  </a:lnTo>
                  <a:lnTo>
                    <a:pt x="4762" y="172926"/>
                  </a:lnTo>
                  <a:lnTo>
                    <a:pt x="4762" y="172926"/>
                  </a:lnTo>
                  <a:lnTo>
                    <a:pt x="4762" y="172925"/>
                  </a:lnTo>
                  <a:lnTo>
                    <a:pt x="10065" y="171410"/>
                  </a:lnTo>
                  <a:lnTo>
                    <a:pt x="9524" y="168163"/>
                  </a:lnTo>
                  <a:lnTo>
                    <a:pt x="120875" y="136348"/>
                  </a:lnTo>
                  <a:lnTo>
                    <a:pt x="143600" y="152255"/>
                  </a:lnTo>
                  <a:lnTo>
                    <a:pt x="154962" y="152255"/>
                  </a:lnTo>
                  <a:lnTo>
                    <a:pt x="170869" y="156800"/>
                  </a:lnTo>
                  <a:lnTo>
                    <a:pt x="170869" y="172708"/>
                  </a:lnTo>
                  <a:lnTo>
                    <a:pt x="159507" y="195432"/>
                  </a:lnTo>
                  <a:lnTo>
                    <a:pt x="164052" y="215884"/>
                  </a:lnTo>
                  <a:lnTo>
                    <a:pt x="182242" y="237712"/>
                  </a:lnTo>
                  <a:lnTo>
                    <a:pt x="186342" y="225409"/>
                  </a:lnTo>
                  <a:lnTo>
                    <a:pt x="189743" y="224729"/>
                  </a:lnTo>
                  <a:lnTo>
                    <a:pt x="191104" y="220646"/>
                  </a:lnTo>
                  <a:lnTo>
                    <a:pt x="194506" y="219966"/>
                  </a:lnTo>
                  <a:lnTo>
                    <a:pt x="195866" y="215884"/>
                  </a:lnTo>
                  <a:lnTo>
                    <a:pt x="208443" y="213369"/>
                  </a:lnTo>
                  <a:lnTo>
                    <a:pt x="204522" y="166325"/>
                  </a:lnTo>
                  <a:lnTo>
                    <a:pt x="186342" y="139056"/>
                  </a:lnTo>
                  <a:lnTo>
                    <a:pt x="177253" y="127693"/>
                  </a:lnTo>
                  <a:lnTo>
                    <a:pt x="161345" y="127693"/>
                  </a:lnTo>
                  <a:lnTo>
                    <a:pt x="149983" y="79972"/>
                  </a:lnTo>
                  <a:lnTo>
                    <a:pt x="161345" y="52702"/>
                  </a:lnTo>
                  <a:lnTo>
                    <a:pt x="164123" y="52702"/>
                  </a:lnTo>
                  <a:lnTo>
                    <a:pt x="166107" y="47939"/>
                  </a:lnTo>
                  <a:lnTo>
                    <a:pt x="168885" y="47939"/>
                  </a:lnTo>
                  <a:lnTo>
                    <a:pt x="170869" y="43177"/>
                  </a:lnTo>
                  <a:lnTo>
                    <a:pt x="195866" y="43177"/>
                  </a:lnTo>
                  <a:lnTo>
                    <a:pt x="239043" y="49994"/>
                  </a:lnTo>
                  <a:lnTo>
                    <a:pt x="250406" y="43177"/>
                  </a:lnTo>
                  <a:lnTo>
                    <a:pt x="277675" y="43177"/>
                  </a:lnTo>
                  <a:lnTo>
                    <a:pt x="293582" y="34087"/>
                  </a:lnTo>
                  <a:lnTo>
                    <a:pt x="314035" y="34087"/>
                  </a:lnTo>
                  <a:lnTo>
                    <a:pt x="352666" y="2272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223;p30">
              <a:extLst>
                <a:ext uri="{FF2B5EF4-FFF2-40B4-BE49-F238E27FC236}">
                  <a16:creationId xmlns:a16="http://schemas.microsoft.com/office/drawing/2014/main" id="{90B7EE79-2C17-8A16-9F5D-7F45C6857082}"/>
                </a:ext>
              </a:extLst>
            </p:cNvPr>
            <p:cNvSpPr/>
            <p:nvPr/>
          </p:nvSpPr>
          <p:spPr>
            <a:xfrm>
              <a:off x="5195657" y="3982431"/>
              <a:ext cx="49507" cy="77223"/>
            </a:xfrm>
            <a:custGeom>
              <a:avLst/>
              <a:gdLst/>
              <a:ahLst/>
              <a:cxnLst/>
              <a:rect l="l" t="t" r="r" b="b"/>
              <a:pathLst>
                <a:path w="66010" h="102964" extrusionOk="0">
                  <a:moveTo>
                    <a:pt x="38741" y="0"/>
                  </a:moveTo>
                  <a:lnTo>
                    <a:pt x="54648" y="6818"/>
                  </a:lnTo>
                  <a:lnTo>
                    <a:pt x="61465" y="15908"/>
                  </a:lnTo>
                  <a:lnTo>
                    <a:pt x="66010" y="27270"/>
                  </a:lnTo>
                  <a:lnTo>
                    <a:pt x="66010" y="38632"/>
                  </a:lnTo>
                  <a:lnTo>
                    <a:pt x="63629" y="39585"/>
                  </a:lnTo>
                  <a:lnTo>
                    <a:pt x="63629" y="49878"/>
                  </a:lnTo>
                  <a:lnTo>
                    <a:pt x="52267" y="55466"/>
                  </a:lnTo>
                  <a:lnTo>
                    <a:pt x="43177" y="83406"/>
                  </a:lnTo>
                  <a:lnTo>
                    <a:pt x="27270" y="94582"/>
                  </a:lnTo>
                  <a:lnTo>
                    <a:pt x="9090" y="102964"/>
                  </a:lnTo>
                  <a:lnTo>
                    <a:pt x="9090" y="49878"/>
                  </a:lnTo>
                  <a:lnTo>
                    <a:pt x="0" y="30320"/>
                  </a:lnTo>
                  <a:lnTo>
                    <a:pt x="6722" y="30320"/>
                  </a:lnTo>
                  <a:lnTo>
                    <a:pt x="2381" y="22725"/>
                  </a:lnTo>
                  <a:lnTo>
                    <a:pt x="22833" y="22725"/>
                  </a:lnTo>
                  <a:lnTo>
                    <a:pt x="33245" y="7852"/>
                  </a:lnTo>
                  <a:lnTo>
                    <a:pt x="36360" y="2380"/>
                  </a:lnTo>
                  <a:lnTo>
                    <a:pt x="36882" y="265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224;p30">
              <a:extLst>
                <a:ext uri="{FF2B5EF4-FFF2-40B4-BE49-F238E27FC236}">
                  <a16:creationId xmlns:a16="http://schemas.microsoft.com/office/drawing/2014/main" id="{3B22917F-A708-5074-0D31-DE1BDBD46989}"/>
                </a:ext>
              </a:extLst>
            </p:cNvPr>
            <p:cNvSpPr/>
            <p:nvPr/>
          </p:nvSpPr>
          <p:spPr>
            <a:xfrm>
              <a:off x="4997953" y="4145967"/>
              <a:ext cx="325693" cy="276349"/>
            </a:xfrm>
            <a:custGeom>
              <a:avLst/>
              <a:gdLst/>
              <a:ahLst/>
              <a:cxnLst/>
              <a:rect l="l" t="t" r="r" b="b"/>
              <a:pathLst>
                <a:path w="434258" h="368465" extrusionOk="0">
                  <a:moveTo>
                    <a:pt x="316090" y="0"/>
                  </a:moveTo>
                  <a:lnTo>
                    <a:pt x="331997" y="0"/>
                  </a:lnTo>
                  <a:lnTo>
                    <a:pt x="347905" y="11363"/>
                  </a:lnTo>
                  <a:lnTo>
                    <a:pt x="359267" y="15908"/>
                  </a:lnTo>
                  <a:lnTo>
                    <a:pt x="386536" y="27270"/>
                  </a:lnTo>
                  <a:lnTo>
                    <a:pt x="406989" y="31815"/>
                  </a:lnTo>
                  <a:lnTo>
                    <a:pt x="422896" y="54539"/>
                  </a:lnTo>
                  <a:lnTo>
                    <a:pt x="434258" y="81809"/>
                  </a:lnTo>
                  <a:lnTo>
                    <a:pt x="428454" y="86452"/>
                  </a:lnTo>
                  <a:lnTo>
                    <a:pt x="429496" y="88952"/>
                  </a:lnTo>
                  <a:lnTo>
                    <a:pt x="422398" y="94630"/>
                  </a:lnTo>
                  <a:lnTo>
                    <a:pt x="418351" y="124986"/>
                  </a:lnTo>
                  <a:lnTo>
                    <a:pt x="422896" y="156800"/>
                  </a:lnTo>
                  <a:lnTo>
                    <a:pt x="417989" y="162933"/>
                  </a:lnTo>
                  <a:lnTo>
                    <a:pt x="418134" y="163943"/>
                  </a:lnTo>
                  <a:lnTo>
                    <a:pt x="413038" y="170313"/>
                  </a:lnTo>
                  <a:lnTo>
                    <a:pt x="402444" y="199977"/>
                  </a:lnTo>
                  <a:lnTo>
                    <a:pt x="422896" y="211340"/>
                  </a:lnTo>
                  <a:lnTo>
                    <a:pt x="411260" y="214664"/>
                  </a:lnTo>
                  <a:lnTo>
                    <a:pt x="418134" y="218483"/>
                  </a:lnTo>
                  <a:lnTo>
                    <a:pt x="312465" y="248674"/>
                  </a:lnTo>
                  <a:lnTo>
                    <a:pt x="316090" y="270424"/>
                  </a:lnTo>
                  <a:lnTo>
                    <a:pt x="310276" y="271254"/>
                  </a:lnTo>
                  <a:lnTo>
                    <a:pt x="311328" y="277567"/>
                  </a:lnTo>
                  <a:lnTo>
                    <a:pt x="279514" y="282112"/>
                  </a:lnTo>
                  <a:lnTo>
                    <a:pt x="264797" y="296828"/>
                  </a:lnTo>
                  <a:lnTo>
                    <a:pt x="261551" y="302238"/>
                  </a:lnTo>
                  <a:lnTo>
                    <a:pt x="260976" y="302402"/>
                  </a:lnTo>
                  <a:lnTo>
                    <a:pt x="256789" y="309381"/>
                  </a:lnTo>
                  <a:lnTo>
                    <a:pt x="240882" y="313926"/>
                  </a:lnTo>
                  <a:lnTo>
                    <a:pt x="209067" y="345741"/>
                  </a:lnTo>
                  <a:lnTo>
                    <a:pt x="193160" y="368465"/>
                  </a:lnTo>
                  <a:lnTo>
                    <a:pt x="177253" y="368465"/>
                  </a:lnTo>
                  <a:lnTo>
                    <a:pt x="165890" y="368465"/>
                  </a:lnTo>
                  <a:lnTo>
                    <a:pt x="122713" y="361648"/>
                  </a:lnTo>
                  <a:lnTo>
                    <a:pt x="118168" y="357103"/>
                  </a:lnTo>
                  <a:lnTo>
                    <a:pt x="102261" y="345741"/>
                  </a:lnTo>
                  <a:lnTo>
                    <a:pt x="79537" y="345741"/>
                  </a:lnTo>
                  <a:lnTo>
                    <a:pt x="47722" y="352558"/>
                  </a:lnTo>
                  <a:lnTo>
                    <a:pt x="27270" y="329833"/>
                  </a:lnTo>
                  <a:lnTo>
                    <a:pt x="0" y="298019"/>
                  </a:lnTo>
                  <a:lnTo>
                    <a:pt x="4545" y="179851"/>
                  </a:lnTo>
                  <a:lnTo>
                    <a:pt x="9033" y="179851"/>
                  </a:lnTo>
                  <a:lnTo>
                    <a:pt x="9307" y="172708"/>
                  </a:lnTo>
                  <a:lnTo>
                    <a:pt x="79537" y="172708"/>
                  </a:lnTo>
                  <a:lnTo>
                    <a:pt x="79537" y="168488"/>
                  </a:lnTo>
                  <a:lnTo>
                    <a:pt x="86354" y="152581"/>
                  </a:lnTo>
                  <a:lnTo>
                    <a:pt x="74992" y="132129"/>
                  </a:lnTo>
                  <a:lnTo>
                    <a:pt x="79537" y="116222"/>
                  </a:lnTo>
                  <a:lnTo>
                    <a:pt x="74992" y="104859"/>
                  </a:lnTo>
                  <a:lnTo>
                    <a:pt x="82611" y="104859"/>
                  </a:lnTo>
                  <a:lnTo>
                    <a:pt x="79754" y="97716"/>
                  </a:lnTo>
                  <a:lnTo>
                    <a:pt x="95661" y="97716"/>
                  </a:lnTo>
                  <a:lnTo>
                    <a:pt x="95661" y="113624"/>
                  </a:lnTo>
                  <a:lnTo>
                    <a:pt x="111568" y="109079"/>
                  </a:lnTo>
                  <a:lnTo>
                    <a:pt x="138838" y="113624"/>
                  </a:lnTo>
                  <a:lnTo>
                    <a:pt x="150200" y="129531"/>
                  </a:lnTo>
                  <a:lnTo>
                    <a:pt x="177470" y="134076"/>
                  </a:lnTo>
                  <a:lnTo>
                    <a:pt x="202467" y="124986"/>
                  </a:lnTo>
                  <a:lnTo>
                    <a:pt x="209284" y="140893"/>
                  </a:lnTo>
                  <a:lnTo>
                    <a:pt x="236554" y="145438"/>
                  </a:lnTo>
                  <a:lnTo>
                    <a:pt x="252461" y="161345"/>
                  </a:lnTo>
                  <a:lnTo>
                    <a:pt x="268368" y="184070"/>
                  </a:lnTo>
                  <a:lnTo>
                    <a:pt x="289615" y="184070"/>
                  </a:lnTo>
                  <a:lnTo>
                    <a:pt x="284058" y="152581"/>
                  </a:lnTo>
                  <a:lnTo>
                    <a:pt x="272696" y="159398"/>
                  </a:lnTo>
                  <a:lnTo>
                    <a:pt x="252244" y="141219"/>
                  </a:lnTo>
                  <a:lnTo>
                    <a:pt x="240882" y="136674"/>
                  </a:lnTo>
                  <a:lnTo>
                    <a:pt x="247699" y="98042"/>
                  </a:lnTo>
                  <a:lnTo>
                    <a:pt x="252244" y="57137"/>
                  </a:lnTo>
                  <a:lnTo>
                    <a:pt x="240882" y="38958"/>
                  </a:lnTo>
                  <a:lnTo>
                    <a:pt x="252244" y="18506"/>
                  </a:lnTo>
                  <a:lnTo>
                    <a:pt x="253264" y="18098"/>
                  </a:lnTo>
                  <a:lnTo>
                    <a:pt x="257006" y="11363"/>
                  </a:lnTo>
                  <a:lnTo>
                    <a:pt x="268368" y="6818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225;p30">
              <a:extLst>
                <a:ext uri="{FF2B5EF4-FFF2-40B4-BE49-F238E27FC236}">
                  <a16:creationId xmlns:a16="http://schemas.microsoft.com/office/drawing/2014/main" id="{3652EA5E-4AFC-C8C1-1CBD-68AEB4441883}"/>
                </a:ext>
              </a:extLst>
            </p:cNvPr>
            <p:cNvSpPr/>
            <p:nvPr/>
          </p:nvSpPr>
          <p:spPr>
            <a:xfrm>
              <a:off x="4938134" y="4401294"/>
              <a:ext cx="281952" cy="292258"/>
            </a:xfrm>
            <a:custGeom>
              <a:avLst/>
              <a:gdLst/>
              <a:ahLst/>
              <a:cxnLst/>
              <a:rect l="l" t="t" r="r" b="b"/>
              <a:pathLst>
                <a:path w="375936" h="389677" extrusionOk="0">
                  <a:moveTo>
                    <a:pt x="214591" y="0"/>
                  </a:moveTo>
                  <a:lnTo>
                    <a:pt x="219136" y="4545"/>
                  </a:lnTo>
                  <a:lnTo>
                    <a:pt x="235044" y="31815"/>
                  </a:lnTo>
                  <a:lnTo>
                    <a:pt x="241861" y="43177"/>
                  </a:lnTo>
                  <a:lnTo>
                    <a:pt x="250951" y="65902"/>
                  </a:lnTo>
                  <a:lnTo>
                    <a:pt x="294128" y="106806"/>
                  </a:lnTo>
                  <a:lnTo>
                    <a:pt x="310035" y="113624"/>
                  </a:lnTo>
                  <a:lnTo>
                    <a:pt x="310035" y="124986"/>
                  </a:lnTo>
                  <a:lnTo>
                    <a:pt x="321397" y="149983"/>
                  </a:lnTo>
                  <a:lnTo>
                    <a:pt x="353212" y="156800"/>
                  </a:lnTo>
                  <a:lnTo>
                    <a:pt x="375936" y="172708"/>
                  </a:lnTo>
                  <a:lnTo>
                    <a:pt x="368328" y="177146"/>
                  </a:lnTo>
                  <a:lnTo>
                    <a:pt x="368791" y="177470"/>
                  </a:lnTo>
                  <a:lnTo>
                    <a:pt x="365824" y="179201"/>
                  </a:lnTo>
                  <a:lnTo>
                    <a:pt x="373555" y="184613"/>
                  </a:lnTo>
                  <a:lnTo>
                    <a:pt x="365947" y="189051"/>
                  </a:lnTo>
                  <a:lnTo>
                    <a:pt x="366410" y="189375"/>
                  </a:lnTo>
                  <a:lnTo>
                    <a:pt x="354350" y="196410"/>
                  </a:lnTo>
                  <a:lnTo>
                    <a:pt x="354504" y="196518"/>
                  </a:lnTo>
                  <a:lnTo>
                    <a:pt x="316125" y="218906"/>
                  </a:lnTo>
                  <a:lnTo>
                    <a:pt x="287202" y="243697"/>
                  </a:lnTo>
                  <a:lnTo>
                    <a:pt x="275839" y="270966"/>
                  </a:lnTo>
                  <a:lnTo>
                    <a:pt x="266750" y="286874"/>
                  </a:lnTo>
                  <a:lnTo>
                    <a:pt x="261755" y="287873"/>
                  </a:lnTo>
                  <a:lnTo>
                    <a:pt x="259605" y="291636"/>
                  </a:lnTo>
                  <a:lnTo>
                    <a:pt x="255766" y="292404"/>
                  </a:lnTo>
                  <a:lnTo>
                    <a:pt x="254844" y="294017"/>
                  </a:lnTo>
                  <a:lnTo>
                    <a:pt x="249849" y="295016"/>
                  </a:lnTo>
                  <a:lnTo>
                    <a:pt x="247699" y="298779"/>
                  </a:lnTo>
                  <a:lnTo>
                    <a:pt x="241572" y="300005"/>
                  </a:lnTo>
                  <a:lnTo>
                    <a:pt x="239480" y="307326"/>
                  </a:lnTo>
                  <a:lnTo>
                    <a:pt x="232663" y="318688"/>
                  </a:lnTo>
                  <a:lnTo>
                    <a:pt x="226232" y="322261"/>
                  </a:lnTo>
                  <a:lnTo>
                    <a:pt x="225518" y="323450"/>
                  </a:lnTo>
                  <a:lnTo>
                    <a:pt x="214089" y="329799"/>
                  </a:lnTo>
                  <a:lnTo>
                    <a:pt x="213612" y="330593"/>
                  </a:lnTo>
                  <a:lnTo>
                    <a:pt x="193159" y="341955"/>
                  </a:lnTo>
                  <a:lnTo>
                    <a:pt x="161345" y="341955"/>
                  </a:lnTo>
                  <a:lnTo>
                    <a:pt x="145438" y="330593"/>
                  </a:lnTo>
                  <a:lnTo>
                    <a:pt x="129531" y="326048"/>
                  </a:lnTo>
                  <a:lnTo>
                    <a:pt x="128500" y="326564"/>
                  </a:lnTo>
                  <a:lnTo>
                    <a:pt x="121312" y="339140"/>
                  </a:lnTo>
                  <a:lnTo>
                    <a:pt x="105405" y="350503"/>
                  </a:lnTo>
                  <a:lnTo>
                    <a:pt x="82680" y="373227"/>
                  </a:lnTo>
                  <a:lnTo>
                    <a:pt x="79821" y="373704"/>
                  </a:lnTo>
                  <a:lnTo>
                    <a:pt x="75535" y="377989"/>
                  </a:lnTo>
                  <a:lnTo>
                    <a:pt x="72679" y="378465"/>
                  </a:lnTo>
                  <a:lnTo>
                    <a:pt x="70774" y="380370"/>
                  </a:lnTo>
                  <a:lnTo>
                    <a:pt x="67915" y="380847"/>
                  </a:lnTo>
                  <a:lnTo>
                    <a:pt x="63629" y="385132"/>
                  </a:lnTo>
                  <a:lnTo>
                    <a:pt x="36360" y="389677"/>
                  </a:lnTo>
                  <a:lnTo>
                    <a:pt x="31815" y="373770"/>
                  </a:lnTo>
                  <a:lnTo>
                    <a:pt x="36360" y="346500"/>
                  </a:lnTo>
                  <a:lnTo>
                    <a:pt x="9090" y="310141"/>
                  </a:lnTo>
                  <a:lnTo>
                    <a:pt x="0" y="303324"/>
                  </a:lnTo>
                  <a:lnTo>
                    <a:pt x="0" y="185155"/>
                  </a:lnTo>
                  <a:lnTo>
                    <a:pt x="2381" y="185155"/>
                  </a:lnTo>
                  <a:lnTo>
                    <a:pt x="2381" y="173250"/>
                  </a:lnTo>
                  <a:lnTo>
                    <a:pt x="9526" y="173250"/>
                  </a:lnTo>
                  <a:lnTo>
                    <a:pt x="9526" y="168488"/>
                  </a:lnTo>
                  <a:lnTo>
                    <a:pt x="14287" y="168488"/>
                  </a:lnTo>
                  <a:lnTo>
                    <a:pt x="14287" y="166107"/>
                  </a:lnTo>
                  <a:lnTo>
                    <a:pt x="21432" y="166107"/>
                  </a:lnTo>
                  <a:lnTo>
                    <a:pt x="21432" y="161345"/>
                  </a:lnTo>
                  <a:lnTo>
                    <a:pt x="37531" y="161345"/>
                  </a:lnTo>
                  <a:lnTo>
                    <a:pt x="43177" y="46535"/>
                  </a:lnTo>
                  <a:lnTo>
                    <a:pt x="44973" y="46535"/>
                  </a:lnTo>
                  <a:lnTo>
                    <a:pt x="45558" y="34630"/>
                  </a:lnTo>
                  <a:lnTo>
                    <a:pt x="52469" y="34630"/>
                  </a:lnTo>
                  <a:lnTo>
                    <a:pt x="52703" y="29868"/>
                  </a:lnTo>
                  <a:lnTo>
                    <a:pt x="57347" y="29868"/>
                  </a:lnTo>
                  <a:lnTo>
                    <a:pt x="57464" y="27487"/>
                  </a:lnTo>
                  <a:lnTo>
                    <a:pt x="64375" y="27487"/>
                  </a:lnTo>
                  <a:lnTo>
                    <a:pt x="64609" y="22725"/>
                  </a:lnTo>
                  <a:lnTo>
                    <a:pt x="89606" y="22725"/>
                  </a:lnTo>
                  <a:lnTo>
                    <a:pt x="144145" y="11363"/>
                  </a:lnTo>
                  <a:lnTo>
                    <a:pt x="160052" y="22725"/>
                  </a:lnTo>
                  <a:lnTo>
                    <a:pt x="182777" y="11363"/>
                  </a:lnTo>
                  <a:lnTo>
                    <a:pt x="191867" y="1136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226;p30">
              <a:extLst>
                <a:ext uri="{FF2B5EF4-FFF2-40B4-BE49-F238E27FC236}">
                  <a16:creationId xmlns:a16="http://schemas.microsoft.com/office/drawing/2014/main" id="{84D32718-A732-51CF-48A5-7BC28572271B}"/>
                </a:ext>
              </a:extLst>
            </p:cNvPr>
            <p:cNvSpPr/>
            <p:nvPr/>
          </p:nvSpPr>
          <p:spPr>
            <a:xfrm>
              <a:off x="5091774" y="4341046"/>
              <a:ext cx="214398" cy="214373"/>
            </a:xfrm>
            <a:custGeom>
              <a:avLst/>
              <a:gdLst/>
              <a:ahLst/>
              <a:cxnLst/>
              <a:rect l="l" t="t" r="r" b="b"/>
              <a:pathLst>
                <a:path w="285864" h="285831" extrusionOk="0">
                  <a:moveTo>
                    <a:pt x="194965" y="0"/>
                  </a:moveTo>
                  <a:lnTo>
                    <a:pt x="194965" y="15908"/>
                  </a:lnTo>
                  <a:lnTo>
                    <a:pt x="226780" y="15908"/>
                  </a:lnTo>
                  <a:lnTo>
                    <a:pt x="242687" y="20452"/>
                  </a:lnTo>
                  <a:lnTo>
                    <a:pt x="249505" y="31815"/>
                  </a:lnTo>
                  <a:lnTo>
                    <a:pt x="269957" y="31815"/>
                  </a:lnTo>
                  <a:lnTo>
                    <a:pt x="285864" y="43177"/>
                  </a:lnTo>
                  <a:lnTo>
                    <a:pt x="285864" y="95444"/>
                  </a:lnTo>
                  <a:lnTo>
                    <a:pt x="281319" y="122713"/>
                  </a:lnTo>
                  <a:lnTo>
                    <a:pt x="281319" y="149983"/>
                  </a:lnTo>
                  <a:lnTo>
                    <a:pt x="285864" y="161345"/>
                  </a:lnTo>
                  <a:lnTo>
                    <a:pt x="281319" y="181797"/>
                  </a:lnTo>
                  <a:lnTo>
                    <a:pt x="279505" y="183611"/>
                  </a:lnTo>
                  <a:lnTo>
                    <a:pt x="274969" y="204022"/>
                  </a:lnTo>
                  <a:lnTo>
                    <a:pt x="270424" y="208567"/>
                  </a:lnTo>
                  <a:lnTo>
                    <a:pt x="259062" y="235837"/>
                  </a:lnTo>
                  <a:lnTo>
                    <a:pt x="220430" y="285831"/>
                  </a:lnTo>
                  <a:lnTo>
                    <a:pt x="199978" y="279014"/>
                  </a:lnTo>
                  <a:lnTo>
                    <a:pt x="188615" y="285831"/>
                  </a:lnTo>
                  <a:lnTo>
                    <a:pt x="172708" y="274469"/>
                  </a:lnTo>
                  <a:lnTo>
                    <a:pt x="156801" y="274469"/>
                  </a:lnTo>
                  <a:lnTo>
                    <a:pt x="134076" y="258562"/>
                  </a:lnTo>
                  <a:lnTo>
                    <a:pt x="102261" y="251744"/>
                  </a:lnTo>
                  <a:lnTo>
                    <a:pt x="90899" y="226747"/>
                  </a:lnTo>
                  <a:lnTo>
                    <a:pt x="90899" y="215385"/>
                  </a:lnTo>
                  <a:lnTo>
                    <a:pt x="74992" y="208567"/>
                  </a:lnTo>
                  <a:lnTo>
                    <a:pt x="31815" y="167663"/>
                  </a:lnTo>
                  <a:lnTo>
                    <a:pt x="27270" y="144938"/>
                  </a:lnTo>
                  <a:lnTo>
                    <a:pt x="15908" y="140393"/>
                  </a:lnTo>
                  <a:lnTo>
                    <a:pt x="0" y="106306"/>
                  </a:lnTo>
                  <a:lnTo>
                    <a:pt x="18052" y="109157"/>
                  </a:lnTo>
                  <a:lnTo>
                    <a:pt x="6350" y="84081"/>
                  </a:lnTo>
                  <a:lnTo>
                    <a:pt x="49527" y="90899"/>
                  </a:lnTo>
                  <a:lnTo>
                    <a:pt x="60890" y="90899"/>
                  </a:lnTo>
                  <a:lnTo>
                    <a:pt x="76797" y="90899"/>
                  </a:lnTo>
                  <a:lnTo>
                    <a:pt x="92704" y="68174"/>
                  </a:lnTo>
                  <a:lnTo>
                    <a:pt x="124519" y="36360"/>
                  </a:lnTo>
                  <a:lnTo>
                    <a:pt x="140426" y="31815"/>
                  </a:lnTo>
                  <a:lnTo>
                    <a:pt x="140426" y="20452"/>
                  </a:lnTo>
                  <a:lnTo>
                    <a:pt x="163151" y="454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227;p30">
              <a:extLst>
                <a:ext uri="{FF2B5EF4-FFF2-40B4-BE49-F238E27FC236}">
                  <a16:creationId xmlns:a16="http://schemas.microsoft.com/office/drawing/2014/main" id="{6E8D4E70-E97A-6A1B-BE01-300A121415D4}"/>
                </a:ext>
              </a:extLst>
            </p:cNvPr>
            <p:cNvSpPr/>
            <p:nvPr/>
          </p:nvSpPr>
          <p:spPr>
            <a:xfrm>
              <a:off x="4846347" y="4543327"/>
              <a:ext cx="455063" cy="398820"/>
            </a:xfrm>
            <a:custGeom>
              <a:avLst/>
              <a:gdLst/>
              <a:ahLst/>
              <a:cxnLst/>
              <a:rect l="l" t="t" r="r" b="b"/>
              <a:pathLst>
                <a:path w="267" h="234" extrusionOk="0">
                  <a:moveTo>
                    <a:pt x="220" y="0"/>
                  </a:moveTo>
                  <a:lnTo>
                    <a:pt x="220" y="0"/>
                  </a:lnTo>
                  <a:lnTo>
                    <a:pt x="227" y="2"/>
                  </a:lnTo>
                  <a:lnTo>
                    <a:pt x="234" y="2"/>
                  </a:lnTo>
                  <a:lnTo>
                    <a:pt x="241" y="2"/>
                  </a:lnTo>
                  <a:lnTo>
                    <a:pt x="248" y="28"/>
                  </a:lnTo>
                  <a:lnTo>
                    <a:pt x="253" y="40"/>
                  </a:lnTo>
                  <a:lnTo>
                    <a:pt x="251" y="59"/>
                  </a:lnTo>
                  <a:lnTo>
                    <a:pt x="253" y="66"/>
                  </a:lnTo>
                  <a:lnTo>
                    <a:pt x="244" y="64"/>
                  </a:lnTo>
                  <a:lnTo>
                    <a:pt x="239" y="64"/>
                  </a:lnTo>
                  <a:lnTo>
                    <a:pt x="239" y="68"/>
                  </a:lnTo>
                  <a:lnTo>
                    <a:pt x="234" y="76"/>
                  </a:lnTo>
                  <a:lnTo>
                    <a:pt x="234" y="83"/>
                  </a:lnTo>
                  <a:lnTo>
                    <a:pt x="244" y="92"/>
                  </a:lnTo>
                  <a:lnTo>
                    <a:pt x="253" y="90"/>
                  </a:lnTo>
                  <a:lnTo>
                    <a:pt x="255" y="83"/>
                  </a:lnTo>
                  <a:lnTo>
                    <a:pt x="267" y="83"/>
                  </a:lnTo>
                  <a:lnTo>
                    <a:pt x="265" y="95"/>
                  </a:lnTo>
                  <a:lnTo>
                    <a:pt x="263" y="111"/>
                  </a:lnTo>
                  <a:lnTo>
                    <a:pt x="258" y="118"/>
                  </a:lnTo>
                  <a:lnTo>
                    <a:pt x="246" y="128"/>
                  </a:lnTo>
                  <a:lnTo>
                    <a:pt x="244" y="132"/>
                  </a:lnTo>
                  <a:lnTo>
                    <a:pt x="237" y="139"/>
                  </a:lnTo>
                  <a:lnTo>
                    <a:pt x="232" y="149"/>
                  </a:lnTo>
                  <a:lnTo>
                    <a:pt x="222" y="163"/>
                  </a:lnTo>
                  <a:lnTo>
                    <a:pt x="206" y="182"/>
                  </a:lnTo>
                  <a:lnTo>
                    <a:pt x="194" y="194"/>
                  </a:lnTo>
                  <a:lnTo>
                    <a:pt x="182" y="203"/>
                  </a:lnTo>
                  <a:lnTo>
                    <a:pt x="163" y="211"/>
                  </a:lnTo>
                  <a:lnTo>
                    <a:pt x="156" y="211"/>
                  </a:lnTo>
                  <a:lnTo>
                    <a:pt x="154" y="218"/>
                  </a:lnTo>
                  <a:lnTo>
                    <a:pt x="144" y="215"/>
                  </a:lnTo>
                  <a:lnTo>
                    <a:pt x="135" y="218"/>
                  </a:lnTo>
                  <a:lnTo>
                    <a:pt x="118" y="215"/>
                  </a:lnTo>
                  <a:lnTo>
                    <a:pt x="109" y="218"/>
                  </a:lnTo>
                  <a:lnTo>
                    <a:pt x="102" y="215"/>
                  </a:lnTo>
                  <a:lnTo>
                    <a:pt x="85" y="225"/>
                  </a:lnTo>
                  <a:lnTo>
                    <a:pt x="71" y="225"/>
                  </a:lnTo>
                  <a:lnTo>
                    <a:pt x="61" y="234"/>
                  </a:lnTo>
                  <a:lnTo>
                    <a:pt x="54" y="234"/>
                  </a:lnTo>
                  <a:lnTo>
                    <a:pt x="47" y="227"/>
                  </a:lnTo>
                  <a:lnTo>
                    <a:pt x="43" y="227"/>
                  </a:lnTo>
                  <a:lnTo>
                    <a:pt x="35" y="218"/>
                  </a:lnTo>
                  <a:lnTo>
                    <a:pt x="33" y="222"/>
                  </a:lnTo>
                  <a:lnTo>
                    <a:pt x="31" y="215"/>
                  </a:lnTo>
                  <a:lnTo>
                    <a:pt x="31" y="203"/>
                  </a:lnTo>
                  <a:lnTo>
                    <a:pt x="26" y="192"/>
                  </a:lnTo>
                  <a:lnTo>
                    <a:pt x="31" y="187"/>
                  </a:lnTo>
                  <a:lnTo>
                    <a:pt x="31" y="173"/>
                  </a:lnTo>
                  <a:lnTo>
                    <a:pt x="21" y="156"/>
                  </a:lnTo>
                  <a:lnTo>
                    <a:pt x="14" y="139"/>
                  </a:lnTo>
                  <a:lnTo>
                    <a:pt x="12" y="139"/>
                  </a:lnTo>
                  <a:lnTo>
                    <a:pt x="0" y="116"/>
                  </a:lnTo>
                  <a:lnTo>
                    <a:pt x="9" y="106"/>
                  </a:lnTo>
                  <a:lnTo>
                    <a:pt x="14" y="111"/>
                  </a:lnTo>
                  <a:lnTo>
                    <a:pt x="19" y="121"/>
                  </a:lnTo>
                  <a:lnTo>
                    <a:pt x="26" y="121"/>
                  </a:lnTo>
                  <a:lnTo>
                    <a:pt x="35" y="125"/>
                  </a:lnTo>
                  <a:lnTo>
                    <a:pt x="45" y="123"/>
                  </a:lnTo>
                  <a:lnTo>
                    <a:pt x="59" y="113"/>
                  </a:lnTo>
                  <a:lnTo>
                    <a:pt x="59" y="47"/>
                  </a:lnTo>
                  <a:lnTo>
                    <a:pt x="61" y="50"/>
                  </a:lnTo>
                  <a:lnTo>
                    <a:pt x="73" y="66"/>
                  </a:lnTo>
                  <a:lnTo>
                    <a:pt x="71" y="78"/>
                  </a:lnTo>
                  <a:lnTo>
                    <a:pt x="76" y="85"/>
                  </a:lnTo>
                  <a:lnTo>
                    <a:pt x="85" y="83"/>
                  </a:lnTo>
                  <a:lnTo>
                    <a:pt x="95" y="73"/>
                  </a:lnTo>
                  <a:lnTo>
                    <a:pt x="102" y="68"/>
                  </a:lnTo>
                  <a:lnTo>
                    <a:pt x="106" y="61"/>
                  </a:lnTo>
                  <a:lnTo>
                    <a:pt x="114" y="57"/>
                  </a:lnTo>
                  <a:lnTo>
                    <a:pt x="121" y="59"/>
                  </a:lnTo>
                  <a:lnTo>
                    <a:pt x="130" y="64"/>
                  </a:lnTo>
                  <a:lnTo>
                    <a:pt x="142" y="64"/>
                  </a:lnTo>
                  <a:lnTo>
                    <a:pt x="151" y="59"/>
                  </a:lnTo>
                  <a:lnTo>
                    <a:pt x="154" y="54"/>
                  </a:lnTo>
                  <a:lnTo>
                    <a:pt x="156" y="45"/>
                  </a:lnTo>
                  <a:lnTo>
                    <a:pt x="166" y="45"/>
                  </a:lnTo>
                  <a:lnTo>
                    <a:pt x="170" y="38"/>
                  </a:lnTo>
                  <a:lnTo>
                    <a:pt x="175" y="26"/>
                  </a:lnTo>
                  <a:lnTo>
                    <a:pt x="189" y="14"/>
                  </a:lnTo>
                  <a:lnTo>
                    <a:pt x="213" y="0"/>
                  </a:lnTo>
                  <a:lnTo>
                    <a:pt x="220" y="0"/>
                  </a:lnTo>
                  <a:moveTo>
                    <a:pt x="192" y="121"/>
                  </a:moveTo>
                  <a:lnTo>
                    <a:pt x="192" y="121"/>
                  </a:lnTo>
                  <a:lnTo>
                    <a:pt x="182" y="128"/>
                  </a:lnTo>
                  <a:lnTo>
                    <a:pt x="173" y="139"/>
                  </a:lnTo>
                  <a:lnTo>
                    <a:pt x="187" y="154"/>
                  </a:lnTo>
                  <a:lnTo>
                    <a:pt x="192" y="151"/>
                  </a:lnTo>
                  <a:lnTo>
                    <a:pt x="194" y="147"/>
                  </a:lnTo>
                  <a:lnTo>
                    <a:pt x="203" y="144"/>
                  </a:lnTo>
                  <a:lnTo>
                    <a:pt x="206" y="137"/>
                  </a:lnTo>
                  <a:lnTo>
                    <a:pt x="210" y="128"/>
                  </a:lnTo>
                  <a:lnTo>
                    <a:pt x="206" y="123"/>
                  </a:lnTo>
                  <a:lnTo>
                    <a:pt x="199" y="116"/>
                  </a:lnTo>
                  <a:lnTo>
                    <a:pt x="192" y="121"/>
                  </a:lnTo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228;p30">
              <a:extLst>
                <a:ext uri="{FF2B5EF4-FFF2-40B4-BE49-F238E27FC236}">
                  <a16:creationId xmlns:a16="http://schemas.microsoft.com/office/drawing/2014/main" id="{EC5BA736-290B-C333-D0F7-40283176F038}"/>
                </a:ext>
              </a:extLst>
            </p:cNvPr>
            <p:cNvSpPr/>
            <p:nvPr/>
          </p:nvSpPr>
          <p:spPr>
            <a:xfrm>
              <a:off x="4721928" y="4384415"/>
              <a:ext cx="366435" cy="370333"/>
            </a:xfrm>
            <a:custGeom>
              <a:avLst/>
              <a:gdLst/>
              <a:ahLst/>
              <a:cxnLst/>
              <a:rect l="l" t="t" r="r" b="b"/>
              <a:pathLst>
                <a:path w="488580" h="493777" extrusionOk="0">
                  <a:moveTo>
                    <a:pt x="379218" y="46740"/>
                  </a:moveTo>
                  <a:lnTo>
                    <a:pt x="363595" y="49995"/>
                  </a:lnTo>
                  <a:lnTo>
                    <a:pt x="338598" y="49995"/>
                  </a:lnTo>
                  <a:lnTo>
                    <a:pt x="338513" y="51719"/>
                  </a:lnTo>
                  <a:lnTo>
                    <a:pt x="354505" y="52918"/>
                  </a:lnTo>
                  <a:close/>
                  <a:moveTo>
                    <a:pt x="36360" y="0"/>
                  </a:moveTo>
                  <a:lnTo>
                    <a:pt x="59084" y="6817"/>
                  </a:lnTo>
                  <a:lnTo>
                    <a:pt x="79537" y="22725"/>
                  </a:lnTo>
                  <a:lnTo>
                    <a:pt x="90899" y="15908"/>
                  </a:lnTo>
                  <a:lnTo>
                    <a:pt x="236337" y="15908"/>
                  </a:lnTo>
                  <a:lnTo>
                    <a:pt x="263606" y="31815"/>
                  </a:lnTo>
                  <a:lnTo>
                    <a:pt x="354505" y="38632"/>
                  </a:lnTo>
                  <a:lnTo>
                    <a:pt x="418134" y="22725"/>
                  </a:lnTo>
                  <a:lnTo>
                    <a:pt x="449948" y="15908"/>
                  </a:lnTo>
                  <a:lnTo>
                    <a:pt x="472673" y="15908"/>
                  </a:lnTo>
                  <a:lnTo>
                    <a:pt x="488580" y="27270"/>
                  </a:lnTo>
                  <a:lnTo>
                    <a:pt x="478580" y="34413"/>
                  </a:lnTo>
                  <a:lnTo>
                    <a:pt x="488580" y="41556"/>
                  </a:lnTo>
                  <a:lnTo>
                    <a:pt x="472673" y="52918"/>
                  </a:lnTo>
                  <a:lnTo>
                    <a:pt x="461311" y="52918"/>
                  </a:lnTo>
                  <a:lnTo>
                    <a:pt x="434041" y="68826"/>
                  </a:lnTo>
                  <a:lnTo>
                    <a:pt x="418134" y="52918"/>
                  </a:lnTo>
                  <a:lnTo>
                    <a:pt x="363595" y="64281"/>
                  </a:lnTo>
                  <a:lnTo>
                    <a:pt x="338598" y="64281"/>
                  </a:lnTo>
                  <a:lnTo>
                    <a:pt x="331780" y="202901"/>
                  </a:lnTo>
                  <a:lnTo>
                    <a:pt x="299966" y="202901"/>
                  </a:lnTo>
                  <a:lnTo>
                    <a:pt x="299966" y="306784"/>
                  </a:lnTo>
                  <a:lnTo>
                    <a:pt x="299966" y="321070"/>
                  </a:lnTo>
                  <a:lnTo>
                    <a:pt x="299966" y="456767"/>
                  </a:lnTo>
                  <a:lnTo>
                    <a:pt x="299966" y="471053"/>
                  </a:lnTo>
                  <a:lnTo>
                    <a:pt x="263606" y="493777"/>
                  </a:lnTo>
                  <a:lnTo>
                    <a:pt x="245426" y="493777"/>
                  </a:lnTo>
                  <a:lnTo>
                    <a:pt x="224974" y="489232"/>
                  </a:lnTo>
                  <a:lnTo>
                    <a:pt x="204522" y="489232"/>
                  </a:lnTo>
                  <a:lnTo>
                    <a:pt x="197705" y="466508"/>
                  </a:lnTo>
                  <a:lnTo>
                    <a:pt x="186342" y="455145"/>
                  </a:lnTo>
                  <a:lnTo>
                    <a:pt x="165890" y="477870"/>
                  </a:lnTo>
                  <a:lnTo>
                    <a:pt x="138621" y="446055"/>
                  </a:lnTo>
                  <a:lnTo>
                    <a:pt x="122713" y="411968"/>
                  </a:lnTo>
                  <a:lnTo>
                    <a:pt x="118168" y="375609"/>
                  </a:lnTo>
                  <a:lnTo>
                    <a:pt x="106806" y="348339"/>
                  </a:lnTo>
                  <a:lnTo>
                    <a:pt x="95444" y="284710"/>
                  </a:lnTo>
                  <a:lnTo>
                    <a:pt x="95444" y="270424"/>
                  </a:lnTo>
                  <a:lnTo>
                    <a:pt x="95444" y="234716"/>
                  </a:lnTo>
                  <a:lnTo>
                    <a:pt x="90899" y="214264"/>
                  </a:lnTo>
                  <a:lnTo>
                    <a:pt x="74992" y="198356"/>
                  </a:lnTo>
                  <a:lnTo>
                    <a:pt x="59084" y="166542"/>
                  </a:lnTo>
                  <a:lnTo>
                    <a:pt x="36360" y="123365"/>
                  </a:lnTo>
                  <a:lnTo>
                    <a:pt x="31815" y="96095"/>
                  </a:lnTo>
                  <a:lnTo>
                    <a:pt x="0" y="64281"/>
                  </a:lnTo>
                  <a:lnTo>
                    <a:pt x="0" y="49995"/>
                  </a:lnTo>
                  <a:lnTo>
                    <a:pt x="0" y="30194"/>
                  </a:lnTo>
                  <a:lnTo>
                    <a:pt x="0" y="15908"/>
                  </a:lnTo>
                  <a:lnTo>
                    <a:pt x="15908" y="681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229;p30">
              <a:extLst>
                <a:ext uri="{FF2B5EF4-FFF2-40B4-BE49-F238E27FC236}">
                  <a16:creationId xmlns:a16="http://schemas.microsoft.com/office/drawing/2014/main" id="{E8B4CD26-20C4-07AA-EC66-5E6B60138AA3}"/>
                </a:ext>
              </a:extLst>
            </p:cNvPr>
            <p:cNvSpPr/>
            <p:nvPr/>
          </p:nvSpPr>
          <p:spPr>
            <a:xfrm>
              <a:off x="4733859" y="3776202"/>
              <a:ext cx="530379" cy="514958"/>
            </a:xfrm>
            <a:custGeom>
              <a:avLst/>
              <a:gdLst/>
              <a:ahLst/>
              <a:cxnLst/>
              <a:rect l="l" t="t" r="r" b="b"/>
              <a:pathLst>
                <a:path w="707172" h="686611" extrusionOk="0">
                  <a:moveTo>
                    <a:pt x="493125" y="0"/>
                  </a:moveTo>
                  <a:lnTo>
                    <a:pt x="520395" y="6817"/>
                  </a:lnTo>
                  <a:lnTo>
                    <a:pt x="543120" y="6817"/>
                  </a:lnTo>
                  <a:lnTo>
                    <a:pt x="559027" y="0"/>
                  </a:lnTo>
                  <a:lnTo>
                    <a:pt x="564385" y="8930"/>
                  </a:lnTo>
                  <a:lnTo>
                    <a:pt x="568552" y="7144"/>
                  </a:lnTo>
                  <a:lnTo>
                    <a:pt x="585802" y="35894"/>
                  </a:lnTo>
                  <a:lnTo>
                    <a:pt x="595386" y="38632"/>
                  </a:lnTo>
                  <a:lnTo>
                    <a:pt x="606749" y="27270"/>
                  </a:lnTo>
                  <a:lnTo>
                    <a:pt x="622656" y="34087"/>
                  </a:lnTo>
                  <a:lnTo>
                    <a:pt x="645381" y="22725"/>
                  </a:lnTo>
                  <a:lnTo>
                    <a:pt x="650672" y="31985"/>
                  </a:lnTo>
                  <a:lnTo>
                    <a:pt x="654906" y="29869"/>
                  </a:lnTo>
                  <a:lnTo>
                    <a:pt x="663995" y="45776"/>
                  </a:lnTo>
                  <a:lnTo>
                    <a:pt x="698082" y="73046"/>
                  </a:lnTo>
                  <a:lnTo>
                    <a:pt x="691797" y="106571"/>
                  </a:lnTo>
                  <a:lnTo>
                    <a:pt x="697647" y="109079"/>
                  </a:lnTo>
                  <a:lnTo>
                    <a:pt x="696242" y="111538"/>
                  </a:lnTo>
                  <a:lnTo>
                    <a:pt x="707172" y="116223"/>
                  </a:lnTo>
                  <a:lnTo>
                    <a:pt x="698082" y="132130"/>
                  </a:lnTo>
                  <a:lnTo>
                    <a:pt x="679903" y="143492"/>
                  </a:lnTo>
                  <a:lnTo>
                    <a:pt x="670813" y="159399"/>
                  </a:lnTo>
                  <a:lnTo>
                    <a:pt x="659450" y="179852"/>
                  </a:lnTo>
                  <a:lnTo>
                    <a:pt x="659450" y="207121"/>
                  </a:lnTo>
                  <a:lnTo>
                    <a:pt x="648088" y="218483"/>
                  </a:lnTo>
                  <a:lnTo>
                    <a:pt x="648088" y="245753"/>
                  </a:lnTo>
                  <a:lnTo>
                    <a:pt x="636726" y="254843"/>
                  </a:lnTo>
                  <a:lnTo>
                    <a:pt x="636726" y="282112"/>
                  </a:lnTo>
                  <a:lnTo>
                    <a:pt x="632181" y="282112"/>
                  </a:lnTo>
                  <a:lnTo>
                    <a:pt x="627636" y="304837"/>
                  </a:lnTo>
                  <a:lnTo>
                    <a:pt x="636726" y="320744"/>
                  </a:lnTo>
                  <a:lnTo>
                    <a:pt x="636726" y="363921"/>
                  </a:lnTo>
                  <a:lnTo>
                    <a:pt x="643543" y="395736"/>
                  </a:lnTo>
                  <a:lnTo>
                    <a:pt x="643543" y="416188"/>
                  </a:lnTo>
                  <a:lnTo>
                    <a:pt x="648088" y="438913"/>
                  </a:lnTo>
                  <a:lnTo>
                    <a:pt x="670813" y="459365"/>
                  </a:lnTo>
                  <a:lnTo>
                    <a:pt x="691265" y="502542"/>
                  </a:lnTo>
                  <a:lnTo>
                    <a:pt x="675358" y="502542"/>
                  </a:lnTo>
                  <a:lnTo>
                    <a:pt x="627636" y="509359"/>
                  </a:lnTo>
                  <a:lnTo>
                    <a:pt x="616274" y="513904"/>
                  </a:lnTo>
                  <a:lnTo>
                    <a:pt x="604911" y="534356"/>
                  </a:lnTo>
                  <a:lnTo>
                    <a:pt x="616274" y="552536"/>
                  </a:lnTo>
                  <a:lnTo>
                    <a:pt x="611729" y="593440"/>
                  </a:lnTo>
                  <a:lnTo>
                    <a:pt x="605461" y="628958"/>
                  </a:lnTo>
                  <a:lnTo>
                    <a:pt x="606749" y="629473"/>
                  </a:lnTo>
                  <a:lnTo>
                    <a:pt x="613568" y="635535"/>
                  </a:lnTo>
                  <a:lnTo>
                    <a:pt x="616274" y="636617"/>
                  </a:lnTo>
                  <a:lnTo>
                    <a:pt x="628089" y="647120"/>
                  </a:lnTo>
                  <a:lnTo>
                    <a:pt x="638563" y="640835"/>
                  </a:lnTo>
                  <a:lnTo>
                    <a:pt x="640615" y="652463"/>
                  </a:lnTo>
                  <a:lnTo>
                    <a:pt x="648088" y="647979"/>
                  </a:lnTo>
                  <a:lnTo>
                    <a:pt x="654906" y="686611"/>
                  </a:lnTo>
                  <a:lnTo>
                    <a:pt x="620819" y="686611"/>
                  </a:lnTo>
                  <a:lnTo>
                    <a:pt x="617961" y="679467"/>
                  </a:lnTo>
                  <a:lnTo>
                    <a:pt x="611294" y="679467"/>
                  </a:lnTo>
                  <a:lnTo>
                    <a:pt x="602204" y="656743"/>
                  </a:lnTo>
                  <a:lnTo>
                    <a:pt x="592964" y="647503"/>
                  </a:lnTo>
                  <a:lnTo>
                    <a:pt x="568552" y="643434"/>
                  </a:lnTo>
                  <a:lnTo>
                    <a:pt x="564046" y="637127"/>
                  </a:lnTo>
                  <a:lnTo>
                    <a:pt x="559027" y="636290"/>
                  </a:lnTo>
                  <a:lnTo>
                    <a:pt x="553833" y="629019"/>
                  </a:lnTo>
                  <a:lnTo>
                    <a:pt x="536737" y="636617"/>
                  </a:lnTo>
                  <a:lnTo>
                    <a:pt x="509468" y="632072"/>
                  </a:lnTo>
                  <a:lnTo>
                    <a:pt x="502800" y="625404"/>
                  </a:lnTo>
                  <a:lnTo>
                    <a:pt x="499943" y="624928"/>
                  </a:lnTo>
                  <a:lnTo>
                    <a:pt x="490584" y="615569"/>
                  </a:lnTo>
                  <a:lnTo>
                    <a:pt x="470836" y="611620"/>
                  </a:lnTo>
                  <a:lnTo>
                    <a:pt x="454929" y="611620"/>
                  </a:lnTo>
                  <a:lnTo>
                    <a:pt x="452071" y="604476"/>
                  </a:lnTo>
                  <a:lnTo>
                    <a:pt x="445404" y="604476"/>
                  </a:lnTo>
                  <a:lnTo>
                    <a:pt x="443716" y="600258"/>
                  </a:lnTo>
                  <a:lnTo>
                    <a:pt x="439021" y="600258"/>
                  </a:lnTo>
                  <a:lnTo>
                    <a:pt x="423114" y="600258"/>
                  </a:lnTo>
                  <a:lnTo>
                    <a:pt x="400389" y="604802"/>
                  </a:lnTo>
                  <a:lnTo>
                    <a:pt x="384482" y="604802"/>
                  </a:lnTo>
                  <a:lnTo>
                    <a:pt x="375392" y="604802"/>
                  </a:lnTo>
                  <a:lnTo>
                    <a:pt x="375392" y="597658"/>
                  </a:lnTo>
                  <a:lnTo>
                    <a:pt x="374957" y="597658"/>
                  </a:lnTo>
                  <a:lnTo>
                    <a:pt x="365867" y="597658"/>
                  </a:lnTo>
                  <a:lnTo>
                    <a:pt x="365867" y="554482"/>
                  </a:lnTo>
                  <a:lnTo>
                    <a:pt x="354505" y="538574"/>
                  </a:lnTo>
                  <a:lnTo>
                    <a:pt x="347688" y="518122"/>
                  </a:lnTo>
                  <a:lnTo>
                    <a:pt x="354505" y="495398"/>
                  </a:lnTo>
                  <a:lnTo>
                    <a:pt x="347688" y="479490"/>
                  </a:lnTo>
                  <a:lnTo>
                    <a:pt x="347688" y="466182"/>
                  </a:lnTo>
                  <a:lnTo>
                    <a:pt x="316308" y="466182"/>
                  </a:lnTo>
                  <a:lnTo>
                    <a:pt x="316308" y="459038"/>
                  </a:lnTo>
                  <a:lnTo>
                    <a:pt x="306783" y="459038"/>
                  </a:lnTo>
                  <a:lnTo>
                    <a:pt x="306783" y="454820"/>
                  </a:lnTo>
                  <a:lnTo>
                    <a:pt x="298128" y="454820"/>
                  </a:lnTo>
                  <a:lnTo>
                    <a:pt x="293583" y="459365"/>
                  </a:lnTo>
                  <a:lnTo>
                    <a:pt x="273131" y="459365"/>
                  </a:lnTo>
                  <a:lnTo>
                    <a:pt x="261769" y="482089"/>
                  </a:lnTo>
                  <a:lnTo>
                    <a:pt x="257224" y="493452"/>
                  </a:lnTo>
                  <a:lnTo>
                    <a:pt x="239044" y="486634"/>
                  </a:lnTo>
                  <a:lnTo>
                    <a:pt x="223137" y="493452"/>
                  </a:lnTo>
                  <a:lnTo>
                    <a:pt x="202685" y="493452"/>
                  </a:lnTo>
                  <a:lnTo>
                    <a:pt x="196434" y="486308"/>
                  </a:lnTo>
                  <a:lnTo>
                    <a:pt x="193160" y="486308"/>
                  </a:lnTo>
                  <a:lnTo>
                    <a:pt x="177253" y="468128"/>
                  </a:lnTo>
                  <a:lnTo>
                    <a:pt x="170435" y="459038"/>
                  </a:lnTo>
                  <a:lnTo>
                    <a:pt x="161345" y="431769"/>
                  </a:lnTo>
                  <a:lnTo>
                    <a:pt x="153426" y="415929"/>
                  </a:lnTo>
                  <a:lnTo>
                    <a:pt x="52702" y="411643"/>
                  </a:lnTo>
                  <a:lnTo>
                    <a:pt x="36795" y="416188"/>
                  </a:lnTo>
                  <a:lnTo>
                    <a:pt x="29977" y="416188"/>
                  </a:lnTo>
                  <a:lnTo>
                    <a:pt x="14070" y="423005"/>
                  </a:lnTo>
                  <a:lnTo>
                    <a:pt x="10237" y="413422"/>
                  </a:lnTo>
                  <a:lnTo>
                    <a:pt x="4545" y="415861"/>
                  </a:lnTo>
                  <a:lnTo>
                    <a:pt x="0" y="404499"/>
                  </a:lnTo>
                  <a:lnTo>
                    <a:pt x="4545" y="399954"/>
                  </a:lnTo>
                  <a:lnTo>
                    <a:pt x="9090" y="384047"/>
                  </a:lnTo>
                  <a:lnTo>
                    <a:pt x="15908" y="372684"/>
                  </a:lnTo>
                  <a:lnTo>
                    <a:pt x="27270" y="365867"/>
                  </a:lnTo>
                  <a:lnTo>
                    <a:pt x="36360" y="372684"/>
                  </a:lnTo>
                  <a:lnTo>
                    <a:pt x="47722" y="356777"/>
                  </a:lnTo>
                  <a:lnTo>
                    <a:pt x="68174" y="356777"/>
                  </a:lnTo>
                  <a:lnTo>
                    <a:pt x="73532" y="363921"/>
                  </a:lnTo>
                  <a:lnTo>
                    <a:pt x="77699" y="363921"/>
                  </a:lnTo>
                  <a:lnTo>
                    <a:pt x="82568" y="370413"/>
                  </a:lnTo>
                  <a:lnTo>
                    <a:pt x="86354" y="372684"/>
                  </a:lnTo>
                  <a:lnTo>
                    <a:pt x="106806" y="349960"/>
                  </a:lnTo>
                  <a:lnTo>
                    <a:pt x="129531" y="334053"/>
                  </a:lnTo>
                  <a:lnTo>
                    <a:pt x="138621" y="324963"/>
                  </a:lnTo>
                  <a:lnTo>
                    <a:pt x="138621" y="290876"/>
                  </a:lnTo>
                  <a:lnTo>
                    <a:pt x="149983" y="254516"/>
                  </a:lnTo>
                  <a:lnTo>
                    <a:pt x="170435" y="238609"/>
                  </a:lnTo>
                  <a:lnTo>
                    <a:pt x="193160" y="222702"/>
                  </a:lnTo>
                  <a:lnTo>
                    <a:pt x="197705" y="204522"/>
                  </a:lnTo>
                  <a:lnTo>
                    <a:pt x="197705" y="195432"/>
                  </a:lnTo>
                  <a:lnTo>
                    <a:pt x="209067" y="184070"/>
                  </a:lnTo>
                  <a:lnTo>
                    <a:pt x="204522" y="161345"/>
                  </a:lnTo>
                  <a:lnTo>
                    <a:pt x="209067" y="129531"/>
                  </a:lnTo>
                  <a:lnTo>
                    <a:pt x="213612" y="102261"/>
                  </a:lnTo>
                  <a:lnTo>
                    <a:pt x="224974" y="86354"/>
                  </a:lnTo>
                  <a:lnTo>
                    <a:pt x="229519" y="65902"/>
                  </a:lnTo>
                  <a:lnTo>
                    <a:pt x="229519" y="38632"/>
                  </a:lnTo>
                  <a:lnTo>
                    <a:pt x="247699" y="18180"/>
                  </a:lnTo>
                  <a:lnTo>
                    <a:pt x="268151" y="6817"/>
                  </a:lnTo>
                  <a:lnTo>
                    <a:pt x="295421" y="22725"/>
                  </a:lnTo>
                  <a:lnTo>
                    <a:pt x="322690" y="34087"/>
                  </a:lnTo>
                  <a:lnTo>
                    <a:pt x="347688" y="38632"/>
                  </a:lnTo>
                  <a:lnTo>
                    <a:pt x="374957" y="43177"/>
                  </a:lnTo>
                  <a:lnTo>
                    <a:pt x="386319" y="22725"/>
                  </a:lnTo>
                  <a:lnTo>
                    <a:pt x="390864" y="18180"/>
                  </a:lnTo>
                  <a:lnTo>
                    <a:pt x="409044" y="22725"/>
                  </a:lnTo>
                  <a:lnTo>
                    <a:pt x="445404" y="6817"/>
                  </a:lnTo>
                  <a:lnTo>
                    <a:pt x="461311" y="11363"/>
                  </a:lnTo>
                  <a:lnTo>
                    <a:pt x="472673" y="11363"/>
                  </a:lnTo>
                  <a:lnTo>
                    <a:pt x="477218" y="681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230;p30">
              <a:extLst>
                <a:ext uri="{FF2B5EF4-FFF2-40B4-BE49-F238E27FC236}">
                  <a16:creationId xmlns:a16="http://schemas.microsoft.com/office/drawing/2014/main" id="{C4A1854C-5F05-3ED9-B3F7-5E79C833C560}"/>
                </a:ext>
              </a:extLst>
            </p:cNvPr>
            <p:cNvSpPr/>
            <p:nvPr/>
          </p:nvSpPr>
          <p:spPr>
            <a:xfrm>
              <a:off x="4716816" y="4038674"/>
              <a:ext cx="347688" cy="380073"/>
            </a:xfrm>
            <a:custGeom>
              <a:avLst/>
              <a:gdLst/>
              <a:ahLst/>
              <a:cxnLst/>
              <a:rect l="l" t="t" r="r" b="b"/>
              <a:pathLst>
                <a:path w="204" h="223" extrusionOk="0">
                  <a:moveTo>
                    <a:pt x="76" y="24"/>
                  </a:moveTo>
                  <a:lnTo>
                    <a:pt x="76" y="24"/>
                  </a:lnTo>
                  <a:lnTo>
                    <a:pt x="81" y="36"/>
                  </a:lnTo>
                  <a:lnTo>
                    <a:pt x="85" y="45"/>
                  </a:lnTo>
                  <a:lnTo>
                    <a:pt x="90" y="52"/>
                  </a:lnTo>
                  <a:lnTo>
                    <a:pt x="95" y="60"/>
                  </a:lnTo>
                  <a:lnTo>
                    <a:pt x="107" y="57"/>
                  </a:lnTo>
                  <a:lnTo>
                    <a:pt x="111" y="55"/>
                  </a:lnTo>
                  <a:lnTo>
                    <a:pt x="121" y="57"/>
                  </a:lnTo>
                  <a:lnTo>
                    <a:pt x="123" y="55"/>
                  </a:lnTo>
                  <a:lnTo>
                    <a:pt x="126" y="45"/>
                  </a:lnTo>
                  <a:lnTo>
                    <a:pt x="137" y="45"/>
                  </a:lnTo>
                  <a:lnTo>
                    <a:pt x="137" y="41"/>
                  </a:lnTo>
                  <a:lnTo>
                    <a:pt x="147" y="41"/>
                  </a:lnTo>
                  <a:lnTo>
                    <a:pt x="145" y="48"/>
                  </a:lnTo>
                  <a:lnTo>
                    <a:pt x="163" y="48"/>
                  </a:lnTo>
                  <a:lnTo>
                    <a:pt x="163" y="57"/>
                  </a:lnTo>
                  <a:lnTo>
                    <a:pt x="168" y="64"/>
                  </a:lnTo>
                  <a:lnTo>
                    <a:pt x="166" y="74"/>
                  </a:lnTo>
                  <a:lnTo>
                    <a:pt x="166" y="83"/>
                  </a:lnTo>
                  <a:lnTo>
                    <a:pt x="173" y="90"/>
                  </a:lnTo>
                  <a:lnTo>
                    <a:pt x="171" y="109"/>
                  </a:lnTo>
                  <a:lnTo>
                    <a:pt x="175" y="107"/>
                  </a:lnTo>
                  <a:lnTo>
                    <a:pt x="182" y="107"/>
                  </a:lnTo>
                  <a:lnTo>
                    <a:pt x="192" y="104"/>
                  </a:lnTo>
                  <a:lnTo>
                    <a:pt x="199" y="107"/>
                  </a:lnTo>
                  <a:lnTo>
                    <a:pt x="201" y="112"/>
                  </a:lnTo>
                  <a:lnTo>
                    <a:pt x="199" y="119"/>
                  </a:lnTo>
                  <a:lnTo>
                    <a:pt x="204" y="128"/>
                  </a:lnTo>
                  <a:lnTo>
                    <a:pt x="201" y="133"/>
                  </a:lnTo>
                  <a:lnTo>
                    <a:pt x="201" y="140"/>
                  </a:lnTo>
                  <a:lnTo>
                    <a:pt x="168" y="140"/>
                  </a:lnTo>
                  <a:lnTo>
                    <a:pt x="166" y="192"/>
                  </a:lnTo>
                  <a:lnTo>
                    <a:pt x="178" y="206"/>
                  </a:lnTo>
                  <a:lnTo>
                    <a:pt x="190" y="216"/>
                  </a:lnTo>
                  <a:lnTo>
                    <a:pt x="159" y="223"/>
                  </a:lnTo>
                  <a:lnTo>
                    <a:pt x="119" y="220"/>
                  </a:lnTo>
                  <a:lnTo>
                    <a:pt x="107" y="211"/>
                  </a:lnTo>
                  <a:lnTo>
                    <a:pt x="43" y="213"/>
                  </a:lnTo>
                  <a:lnTo>
                    <a:pt x="38" y="213"/>
                  </a:lnTo>
                  <a:lnTo>
                    <a:pt x="29" y="206"/>
                  </a:lnTo>
                  <a:lnTo>
                    <a:pt x="19" y="206"/>
                  </a:lnTo>
                  <a:lnTo>
                    <a:pt x="10" y="209"/>
                  </a:lnTo>
                  <a:lnTo>
                    <a:pt x="3" y="211"/>
                  </a:lnTo>
                  <a:lnTo>
                    <a:pt x="0" y="202"/>
                  </a:lnTo>
                  <a:lnTo>
                    <a:pt x="3" y="187"/>
                  </a:lnTo>
                  <a:lnTo>
                    <a:pt x="7" y="171"/>
                  </a:lnTo>
                  <a:lnTo>
                    <a:pt x="10" y="164"/>
                  </a:lnTo>
                  <a:lnTo>
                    <a:pt x="14" y="149"/>
                  </a:lnTo>
                  <a:lnTo>
                    <a:pt x="19" y="142"/>
                  </a:lnTo>
                  <a:lnTo>
                    <a:pt x="26" y="133"/>
                  </a:lnTo>
                  <a:lnTo>
                    <a:pt x="33" y="123"/>
                  </a:lnTo>
                  <a:lnTo>
                    <a:pt x="33" y="114"/>
                  </a:lnTo>
                  <a:lnTo>
                    <a:pt x="33" y="102"/>
                  </a:lnTo>
                  <a:lnTo>
                    <a:pt x="29" y="97"/>
                  </a:lnTo>
                  <a:lnTo>
                    <a:pt x="24" y="88"/>
                  </a:lnTo>
                  <a:lnTo>
                    <a:pt x="22" y="78"/>
                  </a:lnTo>
                  <a:lnTo>
                    <a:pt x="22" y="74"/>
                  </a:lnTo>
                  <a:lnTo>
                    <a:pt x="26" y="69"/>
                  </a:lnTo>
                  <a:lnTo>
                    <a:pt x="22" y="52"/>
                  </a:lnTo>
                  <a:lnTo>
                    <a:pt x="19" y="41"/>
                  </a:lnTo>
                  <a:lnTo>
                    <a:pt x="10" y="31"/>
                  </a:lnTo>
                  <a:lnTo>
                    <a:pt x="12" y="29"/>
                  </a:lnTo>
                  <a:lnTo>
                    <a:pt x="19" y="26"/>
                  </a:lnTo>
                  <a:lnTo>
                    <a:pt x="24" y="26"/>
                  </a:lnTo>
                  <a:lnTo>
                    <a:pt x="29" y="24"/>
                  </a:lnTo>
                  <a:lnTo>
                    <a:pt x="76" y="24"/>
                  </a:lnTo>
                  <a:close/>
                  <a:moveTo>
                    <a:pt x="12" y="22"/>
                  </a:moveTo>
                  <a:lnTo>
                    <a:pt x="12" y="22"/>
                  </a:lnTo>
                  <a:lnTo>
                    <a:pt x="10" y="22"/>
                  </a:lnTo>
                  <a:lnTo>
                    <a:pt x="5" y="10"/>
                  </a:lnTo>
                  <a:lnTo>
                    <a:pt x="12" y="5"/>
                  </a:lnTo>
                  <a:lnTo>
                    <a:pt x="17" y="0"/>
                  </a:lnTo>
                  <a:lnTo>
                    <a:pt x="24" y="7"/>
                  </a:lnTo>
                  <a:lnTo>
                    <a:pt x="17" y="10"/>
                  </a:lnTo>
                  <a:lnTo>
                    <a:pt x="14" y="15"/>
                  </a:lnTo>
                  <a:lnTo>
                    <a:pt x="12" y="2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231;p30">
              <a:extLst>
                <a:ext uri="{FF2B5EF4-FFF2-40B4-BE49-F238E27FC236}">
                  <a16:creationId xmlns:a16="http://schemas.microsoft.com/office/drawing/2014/main" id="{4A42A659-008C-5C37-17EF-3A518B3FA4E5}"/>
                </a:ext>
              </a:extLst>
            </p:cNvPr>
            <p:cNvSpPr/>
            <p:nvPr/>
          </p:nvSpPr>
          <p:spPr>
            <a:xfrm>
              <a:off x="4701475" y="3817106"/>
              <a:ext cx="208093" cy="245589"/>
            </a:xfrm>
            <a:custGeom>
              <a:avLst/>
              <a:gdLst/>
              <a:ahLst/>
              <a:cxnLst/>
              <a:rect l="l" t="t" r="r" b="b"/>
              <a:pathLst>
                <a:path w="277458" h="327452" extrusionOk="0">
                  <a:moveTo>
                    <a:pt x="224974" y="0"/>
                  </a:moveTo>
                  <a:lnTo>
                    <a:pt x="247699" y="6818"/>
                  </a:lnTo>
                  <a:lnTo>
                    <a:pt x="272696" y="11363"/>
                  </a:lnTo>
                  <a:lnTo>
                    <a:pt x="271864" y="15108"/>
                  </a:lnTo>
                  <a:lnTo>
                    <a:pt x="277458" y="16125"/>
                  </a:lnTo>
                  <a:lnTo>
                    <a:pt x="272913" y="36577"/>
                  </a:lnTo>
                  <a:lnTo>
                    <a:pt x="261551" y="52484"/>
                  </a:lnTo>
                  <a:lnTo>
                    <a:pt x="257006" y="79754"/>
                  </a:lnTo>
                  <a:lnTo>
                    <a:pt x="252461" y="111568"/>
                  </a:lnTo>
                  <a:lnTo>
                    <a:pt x="257006" y="134293"/>
                  </a:lnTo>
                  <a:lnTo>
                    <a:pt x="245644" y="145655"/>
                  </a:lnTo>
                  <a:lnTo>
                    <a:pt x="245644" y="154745"/>
                  </a:lnTo>
                  <a:lnTo>
                    <a:pt x="241099" y="172925"/>
                  </a:lnTo>
                  <a:lnTo>
                    <a:pt x="218374" y="188832"/>
                  </a:lnTo>
                  <a:lnTo>
                    <a:pt x="202467" y="204739"/>
                  </a:lnTo>
                  <a:lnTo>
                    <a:pt x="186560" y="241099"/>
                  </a:lnTo>
                  <a:lnTo>
                    <a:pt x="186560" y="275186"/>
                  </a:lnTo>
                  <a:lnTo>
                    <a:pt x="177470" y="284275"/>
                  </a:lnTo>
                  <a:lnTo>
                    <a:pt x="154745" y="300183"/>
                  </a:lnTo>
                  <a:lnTo>
                    <a:pt x="134293" y="322907"/>
                  </a:lnTo>
                  <a:lnTo>
                    <a:pt x="122931" y="316090"/>
                  </a:lnTo>
                  <a:lnTo>
                    <a:pt x="120333" y="312626"/>
                  </a:lnTo>
                  <a:lnTo>
                    <a:pt x="118169" y="311328"/>
                  </a:lnTo>
                  <a:lnTo>
                    <a:pt x="114923" y="307000"/>
                  </a:lnTo>
                  <a:lnTo>
                    <a:pt x="100206" y="307000"/>
                  </a:lnTo>
                  <a:lnTo>
                    <a:pt x="84299" y="322907"/>
                  </a:lnTo>
                  <a:lnTo>
                    <a:pt x="80489" y="317193"/>
                  </a:lnTo>
                  <a:lnTo>
                    <a:pt x="79537" y="318145"/>
                  </a:lnTo>
                  <a:lnTo>
                    <a:pt x="77190" y="314625"/>
                  </a:lnTo>
                  <a:lnTo>
                    <a:pt x="63846" y="307000"/>
                  </a:lnTo>
                  <a:lnTo>
                    <a:pt x="52484" y="311545"/>
                  </a:lnTo>
                  <a:lnTo>
                    <a:pt x="36577" y="327452"/>
                  </a:lnTo>
                  <a:lnTo>
                    <a:pt x="32132" y="322373"/>
                  </a:lnTo>
                  <a:lnTo>
                    <a:pt x="31815" y="322690"/>
                  </a:lnTo>
                  <a:lnTo>
                    <a:pt x="0" y="286331"/>
                  </a:lnTo>
                  <a:lnTo>
                    <a:pt x="31815" y="263606"/>
                  </a:lnTo>
                  <a:lnTo>
                    <a:pt x="15908" y="236337"/>
                  </a:lnTo>
                  <a:lnTo>
                    <a:pt x="31815" y="231792"/>
                  </a:lnTo>
                  <a:lnTo>
                    <a:pt x="52267" y="227247"/>
                  </a:lnTo>
                  <a:lnTo>
                    <a:pt x="52267" y="209067"/>
                  </a:lnTo>
                  <a:lnTo>
                    <a:pt x="74992" y="227247"/>
                  </a:lnTo>
                  <a:lnTo>
                    <a:pt x="106806" y="227247"/>
                  </a:lnTo>
                  <a:lnTo>
                    <a:pt x="118169" y="209067"/>
                  </a:lnTo>
                  <a:lnTo>
                    <a:pt x="122713" y="188615"/>
                  </a:lnTo>
                  <a:lnTo>
                    <a:pt x="118169" y="156800"/>
                  </a:lnTo>
                  <a:lnTo>
                    <a:pt x="102261" y="134076"/>
                  </a:lnTo>
                  <a:lnTo>
                    <a:pt x="117251" y="93389"/>
                  </a:lnTo>
                  <a:lnTo>
                    <a:pt x="111568" y="91116"/>
                  </a:lnTo>
                  <a:lnTo>
                    <a:pt x="84299" y="95661"/>
                  </a:lnTo>
                  <a:lnTo>
                    <a:pt x="83108" y="90303"/>
                  </a:lnTo>
                  <a:lnTo>
                    <a:pt x="79537" y="90899"/>
                  </a:lnTo>
                  <a:lnTo>
                    <a:pt x="74992" y="70447"/>
                  </a:lnTo>
                  <a:lnTo>
                    <a:pt x="74992" y="54539"/>
                  </a:lnTo>
                  <a:lnTo>
                    <a:pt x="122713" y="54539"/>
                  </a:lnTo>
                  <a:lnTo>
                    <a:pt x="149983" y="65902"/>
                  </a:lnTo>
                  <a:lnTo>
                    <a:pt x="177253" y="74992"/>
                  </a:lnTo>
                  <a:lnTo>
                    <a:pt x="181798" y="54539"/>
                  </a:lnTo>
                  <a:lnTo>
                    <a:pt x="204522" y="2272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232;p30">
              <a:extLst>
                <a:ext uri="{FF2B5EF4-FFF2-40B4-BE49-F238E27FC236}">
                  <a16:creationId xmlns:a16="http://schemas.microsoft.com/office/drawing/2014/main" id="{D97C6880-240A-C649-FE96-B74DF9C108AB}"/>
                </a:ext>
              </a:extLst>
            </p:cNvPr>
            <p:cNvSpPr/>
            <p:nvPr/>
          </p:nvSpPr>
          <p:spPr>
            <a:xfrm>
              <a:off x="4652051" y="3858011"/>
              <a:ext cx="57948" cy="39363"/>
            </a:xfrm>
            <a:custGeom>
              <a:avLst/>
              <a:gdLst/>
              <a:ahLst/>
              <a:cxnLst/>
              <a:rect l="l" t="t" r="r" b="b"/>
              <a:pathLst>
                <a:path w="77264" h="52484" extrusionOk="0">
                  <a:moveTo>
                    <a:pt x="18180" y="0"/>
                  </a:moveTo>
                  <a:lnTo>
                    <a:pt x="77264" y="0"/>
                  </a:lnTo>
                  <a:lnTo>
                    <a:pt x="77264" y="4762"/>
                  </a:lnTo>
                  <a:lnTo>
                    <a:pt x="77264" y="43177"/>
                  </a:lnTo>
                  <a:lnTo>
                    <a:pt x="77264" y="47939"/>
                  </a:lnTo>
                  <a:lnTo>
                    <a:pt x="22725" y="47939"/>
                  </a:lnTo>
                  <a:lnTo>
                    <a:pt x="6818" y="52484"/>
                  </a:lnTo>
                  <a:lnTo>
                    <a:pt x="0" y="41122"/>
                  </a:lnTo>
                  <a:lnTo>
                    <a:pt x="1299" y="38524"/>
                  </a:lnTo>
                  <a:lnTo>
                    <a:pt x="0" y="3636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233;p30">
              <a:extLst>
                <a:ext uri="{FF2B5EF4-FFF2-40B4-BE49-F238E27FC236}">
                  <a16:creationId xmlns:a16="http://schemas.microsoft.com/office/drawing/2014/main" id="{05344270-4AC0-25FC-0B6C-0B939B4D1C8B}"/>
                </a:ext>
              </a:extLst>
            </p:cNvPr>
            <p:cNvSpPr/>
            <p:nvPr/>
          </p:nvSpPr>
          <p:spPr>
            <a:xfrm>
              <a:off x="4640119" y="3858010"/>
              <a:ext cx="153392" cy="174089"/>
            </a:xfrm>
            <a:custGeom>
              <a:avLst/>
              <a:gdLst/>
              <a:ahLst/>
              <a:cxnLst/>
              <a:rect l="l" t="t" r="r" b="b"/>
              <a:pathLst>
                <a:path w="204522" h="232118" extrusionOk="0">
                  <a:moveTo>
                    <a:pt x="93171" y="0"/>
                  </a:moveTo>
                  <a:lnTo>
                    <a:pt x="109079" y="0"/>
                  </a:lnTo>
                  <a:lnTo>
                    <a:pt x="129531" y="0"/>
                  </a:lnTo>
                  <a:lnTo>
                    <a:pt x="152256" y="0"/>
                  </a:lnTo>
                  <a:lnTo>
                    <a:pt x="156800" y="0"/>
                  </a:lnTo>
                  <a:lnTo>
                    <a:pt x="156800" y="7143"/>
                  </a:lnTo>
                  <a:lnTo>
                    <a:pt x="156800" y="15908"/>
                  </a:lnTo>
                  <a:lnTo>
                    <a:pt x="161345" y="31815"/>
                  </a:lnTo>
                  <a:lnTo>
                    <a:pt x="188615" y="31815"/>
                  </a:lnTo>
                  <a:lnTo>
                    <a:pt x="199977" y="36360"/>
                  </a:lnTo>
                  <a:lnTo>
                    <a:pt x="197684" y="42585"/>
                  </a:lnTo>
                  <a:lnTo>
                    <a:pt x="199977" y="43503"/>
                  </a:lnTo>
                  <a:lnTo>
                    <a:pt x="185794" y="82000"/>
                  </a:lnTo>
                  <a:lnTo>
                    <a:pt x="199977" y="102262"/>
                  </a:lnTo>
                  <a:lnTo>
                    <a:pt x="204522" y="129531"/>
                  </a:lnTo>
                  <a:lnTo>
                    <a:pt x="203901" y="132947"/>
                  </a:lnTo>
                  <a:lnTo>
                    <a:pt x="204522" y="136674"/>
                  </a:lnTo>
                  <a:lnTo>
                    <a:pt x="199977" y="161672"/>
                  </a:lnTo>
                  <a:lnTo>
                    <a:pt x="188615" y="179851"/>
                  </a:lnTo>
                  <a:lnTo>
                    <a:pt x="156800" y="179851"/>
                  </a:lnTo>
                  <a:lnTo>
                    <a:pt x="134076" y="161672"/>
                  </a:lnTo>
                  <a:lnTo>
                    <a:pt x="134076" y="172708"/>
                  </a:lnTo>
                  <a:lnTo>
                    <a:pt x="134076" y="179851"/>
                  </a:lnTo>
                  <a:lnTo>
                    <a:pt x="113624" y="179851"/>
                  </a:lnTo>
                  <a:lnTo>
                    <a:pt x="100841" y="187155"/>
                  </a:lnTo>
                  <a:lnTo>
                    <a:pt x="113624" y="209068"/>
                  </a:lnTo>
                  <a:lnTo>
                    <a:pt x="110398" y="210681"/>
                  </a:lnTo>
                  <a:lnTo>
                    <a:pt x="113624" y="216211"/>
                  </a:lnTo>
                  <a:lnTo>
                    <a:pt x="81809" y="232118"/>
                  </a:lnTo>
                  <a:lnTo>
                    <a:pt x="49995" y="200304"/>
                  </a:lnTo>
                  <a:lnTo>
                    <a:pt x="22725" y="168489"/>
                  </a:lnTo>
                  <a:lnTo>
                    <a:pt x="0" y="129857"/>
                  </a:lnTo>
                  <a:lnTo>
                    <a:pt x="0" y="122714"/>
                  </a:lnTo>
                  <a:lnTo>
                    <a:pt x="0" y="120767"/>
                  </a:lnTo>
                  <a:lnTo>
                    <a:pt x="0" y="113624"/>
                  </a:lnTo>
                  <a:lnTo>
                    <a:pt x="11363" y="95444"/>
                  </a:lnTo>
                  <a:lnTo>
                    <a:pt x="15908" y="74992"/>
                  </a:lnTo>
                  <a:lnTo>
                    <a:pt x="27270" y="47722"/>
                  </a:lnTo>
                  <a:lnTo>
                    <a:pt x="38632" y="43177"/>
                  </a:lnTo>
                  <a:lnTo>
                    <a:pt x="93171" y="43177"/>
                  </a:lnTo>
                  <a:lnTo>
                    <a:pt x="93171" y="714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234;p30">
              <a:extLst>
                <a:ext uri="{FF2B5EF4-FFF2-40B4-BE49-F238E27FC236}">
                  <a16:creationId xmlns:a16="http://schemas.microsoft.com/office/drawing/2014/main" id="{62B124BC-91BB-17D6-C8D0-75794A68EE3B}"/>
                </a:ext>
              </a:extLst>
            </p:cNvPr>
            <p:cNvSpPr/>
            <p:nvPr/>
          </p:nvSpPr>
          <p:spPr>
            <a:xfrm>
              <a:off x="4793511" y="3610880"/>
              <a:ext cx="363189" cy="256060"/>
            </a:xfrm>
            <a:custGeom>
              <a:avLst/>
              <a:gdLst/>
              <a:ahLst/>
              <a:cxnLst/>
              <a:rect l="l" t="t" r="r" b="b"/>
              <a:pathLst>
                <a:path w="484252" h="341413" extrusionOk="0">
                  <a:moveTo>
                    <a:pt x="311328" y="0"/>
                  </a:moveTo>
                  <a:lnTo>
                    <a:pt x="315843" y="12042"/>
                  </a:lnTo>
                  <a:lnTo>
                    <a:pt x="316090" y="11905"/>
                  </a:lnTo>
                  <a:lnTo>
                    <a:pt x="318695" y="18852"/>
                  </a:lnTo>
                  <a:lnTo>
                    <a:pt x="338597" y="43177"/>
                  </a:lnTo>
                  <a:lnTo>
                    <a:pt x="338597" y="49262"/>
                  </a:lnTo>
                  <a:lnTo>
                    <a:pt x="343359" y="55082"/>
                  </a:lnTo>
                  <a:lnTo>
                    <a:pt x="343359" y="66445"/>
                  </a:lnTo>
                  <a:lnTo>
                    <a:pt x="338815" y="82352"/>
                  </a:lnTo>
                  <a:lnTo>
                    <a:pt x="338815" y="85211"/>
                  </a:lnTo>
                  <a:lnTo>
                    <a:pt x="349960" y="93171"/>
                  </a:lnTo>
                  <a:lnTo>
                    <a:pt x="377229" y="109079"/>
                  </a:lnTo>
                  <a:lnTo>
                    <a:pt x="393137" y="124986"/>
                  </a:lnTo>
                  <a:lnTo>
                    <a:pt x="393137" y="132129"/>
                  </a:lnTo>
                  <a:lnTo>
                    <a:pt x="397899" y="136891"/>
                  </a:lnTo>
                  <a:lnTo>
                    <a:pt x="397899" y="139920"/>
                  </a:lnTo>
                  <a:lnTo>
                    <a:pt x="420406" y="156801"/>
                  </a:lnTo>
                  <a:lnTo>
                    <a:pt x="436313" y="172708"/>
                  </a:lnTo>
                  <a:lnTo>
                    <a:pt x="447676" y="195433"/>
                  </a:lnTo>
                  <a:lnTo>
                    <a:pt x="472673" y="211340"/>
                  </a:lnTo>
                  <a:lnTo>
                    <a:pt x="479490" y="220430"/>
                  </a:lnTo>
                  <a:lnTo>
                    <a:pt x="473011" y="220430"/>
                  </a:lnTo>
                  <a:lnTo>
                    <a:pt x="477435" y="223245"/>
                  </a:lnTo>
                  <a:lnTo>
                    <a:pt x="484252" y="232335"/>
                  </a:lnTo>
                  <a:lnTo>
                    <a:pt x="472890" y="232335"/>
                  </a:lnTo>
                  <a:lnTo>
                    <a:pt x="445620" y="232335"/>
                  </a:lnTo>
                  <a:lnTo>
                    <a:pt x="418351" y="227790"/>
                  </a:lnTo>
                  <a:lnTo>
                    <a:pt x="409261" y="232335"/>
                  </a:lnTo>
                  <a:lnTo>
                    <a:pt x="397899" y="243697"/>
                  </a:lnTo>
                  <a:lnTo>
                    <a:pt x="386536" y="243697"/>
                  </a:lnTo>
                  <a:lnTo>
                    <a:pt x="370629" y="239152"/>
                  </a:lnTo>
                  <a:lnTo>
                    <a:pt x="334270" y="255059"/>
                  </a:lnTo>
                  <a:lnTo>
                    <a:pt x="316090" y="250514"/>
                  </a:lnTo>
                  <a:lnTo>
                    <a:pt x="311545" y="255059"/>
                  </a:lnTo>
                  <a:lnTo>
                    <a:pt x="300183" y="275512"/>
                  </a:lnTo>
                  <a:lnTo>
                    <a:pt x="272913" y="266422"/>
                  </a:lnTo>
                  <a:lnTo>
                    <a:pt x="247916" y="266422"/>
                  </a:lnTo>
                  <a:lnTo>
                    <a:pt x="220646" y="250514"/>
                  </a:lnTo>
                  <a:lnTo>
                    <a:pt x="193377" y="239152"/>
                  </a:lnTo>
                  <a:lnTo>
                    <a:pt x="172925" y="250514"/>
                  </a:lnTo>
                  <a:lnTo>
                    <a:pt x="154745" y="270967"/>
                  </a:lnTo>
                  <a:lnTo>
                    <a:pt x="154745" y="293691"/>
                  </a:lnTo>
                  <a:lnTo>
                    <a:pt x="129748" y="293691"/>
                  </a:lnTo>
                  <a:lnTo>
                    <a:pt x="107023" y="286874"/>
                  </a:lnTo>
                  <a:lnTo>
                    <a:pt x="86571" y="302781"/>
                  </a:lnTo>
                  <a:lnTo>
                    <a:pt x="63846" y="341413"/>
                  </a:lnTo>
                  <a:lnTo>
                    <a:pt x="59301" y="330051"/>
                  </a:lnTo>
                  <a:lnTo>
                    <a:pt x="59301" y="329139"/>
                  </a:lnTo>
                  <a:lnTo>
                    <a:pt x="59084" y="329508"/>
                  </a:lnTo>
                  <a:lnTo>
                    <a:pt x="54539" y="318146"/>
                  </a:lnTo>
                  <a:lnTo>
                    <a:pt x="54539" y="309382"/>
                  </a:lnTo>
                  <a:lnTo>
                    <a:pt x="43394" y="298236"/>
                  </a:lnTo>
                  <a:lnTo>
                    <a:pt x="32032" y="282329"/>
                  </a:lnTo>
                  <a:lnTo>
                    <a:pt x="27487" y="270967"/>
                  </a:lnTo>
                  <a:lnTo>
                    <a:pt x="11580" y="250514"/>
                  </a:lnTo>
                  <a:lnTo>
                    <a:pt x="11580" y="244732"/>
                  </a:lnTo>
                  <a:lnTo>
                    <a:pt x="6818" y="238609"/>
                  </a:lnTo>
                  <a:lnTo>
                    <a:pt x="6818" y="228041"/>
                  </a:lnTo>
                  <a:lnTo>
                    <a:pt x="4762" y="223245"/>
                  </a:lnTo>
                  <a:lnTo>
                    <a:pt x="4888" y="222743"/>
                  </a:lnTo>
                  <a:lnTo>
                    <a:pt x="0" y="211340"/>
                  </a:lnTo>
                  <a:lnTo>
                    <a:pt x="6818" y="184070"/>
                  </a:lnTo>
                  <a:lnTo>
                    <a:pt x="15908" y="179525"/>
                  </a:lnTo>
                  <a:lnTo>
                    <a:pt x="31815" y="140893"/>
                  </a:lnTo>
                  <a:lnTo>
                    <a:pt x="65902" y="136348"/>
                  </a:lnTo>
                  <a:lnTo>
                    <a:pt x="70447" y="129531"/>
                  </a:lnTo>
                  <a:lnTo>
                    <a:pt x="74992" y="129531"/>
                  </a:lnTo>
                  <a:lnTo>
                    <a:pt x="86354" y="136348"/>
                  </a:lnTo>
                  <a:lnTo>
                    <a:pt x="134076" y="124986"/>
                  </a:lnTo>
                  <a:lnTo>
                    <a:pt x="145438" y="109079"/>
                  </a:lnTo>
                  <a:lnTo>
                    <a:pt x="167883" y="97856"/>
                  </a:lnTo>
                  <a:lnTo>
                    <a:pt x="166107" y="93714"/>
                  </a:lnTo>
                  <a:lnTo>
                    <a:pt x="166398" y="93598"/>
                  </a:lnTo>
                  <a:lnTo>
                    <a:pt x="161345" y="81809"/>
                  </a:lnTo>
                  <a:lnTo>
                    <a:pt x="172708" y="77264"/>
                  </a:lnTo>
                  <a:lnTo>
                    <a:pt x="209067" y="81809"/>
                  </a:lnTo>
                  <a:lnTo>
                    <a:pt x="243154" y="65902"/>
                  </a:lnTo>
                  <a:lnTo>
                    <a:pt x="268151" y="22725"/>
                  </a:lnTo>
                  <a:lnTo>
                    <a:pt x="290876" y="1136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235;p30">
              <a:extLst>
                <a:ext uri="{FF2B5EF4-FFF2-40B4-BE49-F238E27FC236}">
                  <a16:creationId xmlns:a16="http://schemas.microsoft.com/office/drawing/2014/main" id="{F08BBBA5-0EFA-6437-D093-C735E2442642}"/>
                </a:ext>
              </a:extLst>
            </p:cNvPr>
            <p:cNvSpPr/>
            <p:nvPr/>
          </p:nvSpPr>
          <p:spPr>
            <a:xfrm>
              <a:off x="4633301" y="3563157"/>
              <a:ext cx="208093" cy="313763"/>
            </a:xfrm>
            <a:custGeom>
              <a:avLst/>
              <a:gdLst/>
              <a:ahLst/>
              <a:cxnLst/>
              <a:rect l="l" t="t" r="r" b="b"/>
              <a:pathLst>
                <a:path w="277458" h="418350" extrusionOk="0">
                  <a:moveTo>
                    <a:pt x="220430" y="0"/>
                  </a:moveTo>
                  <a:lnTo>
                    <a:pt x="223583" y="5406"/>
                  </a:lnTo>
                  <a:lnTo>
                    <a:pt x="225192" y="4762"/>
                  </a:lnTo>
                  <a:lnTo>
                    <a:pt x="241099" y="32032"/>
                  </a:lnTo>
                  <a:lnTo>
                    <a:pt x="241099" y="52484"/>
                  </a:lnTo>
                  <a:lnTo>
                    <a:pt x="241099" y="79753"/>
                  </a:lnTo>
                  <a:lnTo>
                    <a:pt x="257006" y="111568"/>
                  </a:lnTo>
                  <a:lnTo>
                    <a:pt x="241099" y="111568"/>
                  </a:lnTo>
                  <a:lnTo>
                    <a:pt x="229736" y="118385"/>
                  </a:lnTo>
                  <a:lnTo>
                    <a:pt x="207012" y="111568"/>
                  </a:lnTo>
                  <a:lnTo>
                    <a:pt x="202467" y="127475"/>
                  </a:lnTo>
                  <a:lnTo>
                    <a:pt x="220430" y="145438"/>
                  </a:lnTo>
                  <a:lnTo>
                    <a:pt x="236337" y="149983"/>
                  </a:lnTo>
                  <a:lnTo>
                    <a:pt x="237395" y="153687"/>
                  </a:lnTo>
                  <a:lnTo>
                    <a:pt x="241099" y="154745"/>
                  </a:lnTo>
                  <a:lnTo>
                    <a:pt x="245644" y="170652"/>
                  </a:lnTo>
                  <a:lnTo>
                    <a:pt x="257006" y="197921"/>
                  </a:lnTo>
                  <a:lnTo>
                    <a:pt x="250189" y="209284"/>
                  </a:lnTo>
                  <a:lnTo>
                    <a:pt x="234281" y="247916"/>
                  </a:lnTo>
                  <a:lnTo>
                    <a:pt x="225192" y="252461"/>
                  </a:lnTo>
                  <a:lnTo>
                    <a:pt x="218374" y="279730"/>
                  </a:lnTo>
                  <a:lnTo>
                    <a:pt x="225192" y="295637"/>
                  </a:lnTo>
                  <a:lnTo>
                    <a:pt x="225192" y="307000"/>
                  </a:lnTo>
                  <a:lnTo>
                    <a:pt x="241099" y="327452"/>
                  </a:lnTo>
                  <a:lnTo>
                    <a:pt x="245644" y="338814"/>
                  </a:lnTo>
                  <a:lnTo>
                    <a:pt x="255753" y="357011"/>
                  </a:lnTo>
                  <a:lnTo>
                    <a:pt x="268151" y="365867"/>
                  </a:lnTo>
                  <a:lnTo>
                    <a:pt x="268151" y="367227"/>
                  </a:lnTo>
                  <a:lnTo>
                    <a:pt x="272913" y="370629"/>
                  </a:lnTo>
                  <a:lnTo>
                    <a:pt x="272913" y="386536"/>
                  </a:lnTo>
                  <a:lnTo>
                    <a:pt x="277458" y="397898"/>
                  </a:lnTo>
                  <a:lnTo>
                    <a:pt x="272913" y="418350"/>
                  </a:lnTo>
                  <a:lnTo>
                    <a:pt x="245644" y="409260"/>
                  </a:lnTo>
                  <a:lnTo>
                    <a:pt x="218374" y="397898"/>
                  </a:lnTo>
                  <a:lnTo>
                    <a:pt x="170652" y="397898"/>
                  </a:lnTo>
                  <a:lnTo>
                    <a:pt x="166107" y="397898"/>
                  </a:lnTo>
                  <a:lnTo>
                    <a:pt x="143383" y="397898"/>
                  </a:lnTo>
                  <a:lnTo>
                    <a:pt x="122931" y="397898"/>
                  </a:lnTo>
                  <a:lnTo>
                    <a:pt x="107023" y="397898"/>
                  </a:lnTo>
                  <a:lnTo>
                    <a:pt x="47939" y="397898"/>
                  </a:lnTo>
                  <a:lnTo>
                    <a:pt x="48733" y="393136"/>
                  </a:lnTo>
                  <a:lnTo>
                    <a:pt x="43177" y="393136"/>
                  </a:lnTo>
                  <a:lnTo>
                    <a:pt x="47722" y="365867"/>
                  </a:lnTo>
                  <a:lnTo>
                    <a:pt x="34196" y="342679"/>
                  </a:lnTo>
                  <a:lnTo>
                    <a:pt x="20670" y="338814"/>
                  </a:lnTo>
                  <a:lnTo>
                    <a:pt x="17617" y="334541"/>
                  </a:lnTo>
                  <a:lnTo>
                    <a:pt x="15908" y="334052"/>
                  </a:lnTo>
                  <a:lnTo>
                    <a:pt x="4545" y="318145"/>
                  </a:lnTo>
                  <a:lnTo>
                    <a:pt x="0" y="311327"/>
                  </a:lnTo>
                  <a:lnTo>
                    <a:pt x="0" y="302238"/>
                  </a:lnTo>
                  <a:lnTo>
                    <a:pt x="9090" y="274968"/>
                  </a:lnTo>
                  <a:lnTo>
                    <a:pt x="24997" y="243154"/>
                  </a:lnTo>
                  <a:lnTo>
                    <a:pt x="36360" y="243154"/>
                  </a:lnTo>
                  <a:lnTo>
                    <a:pt x="59084" y="215884"/>
                  </a:lnTo>
                  <a:lnTo>
                    <a:pt x="68174" y="215884"/>
                  </a:lnTo>
                  <a:lnTo>
                    <a:pt x="90899" y="231791"/>
                  </a:lnTo>
                  <a:lnTo>
                    <a:pt x="118169" y="220429"/>
                  </a:lnTo>
                  <a:lnTo>
                    <a:pt x="122713" y="204522"/>
                  </a:lnTo>
                  <a:lnTo>
                    <a:pt x="127258" y="188615"/>
                  </a:lnTo>
                  <a:lnTo>
                    <a:pt x="134076" y="165890"/>
                  </a:lnTo>
                  <a:lnTo>
                    <a:pt x="154528" y="156800"/>
                  </a:lnTo>
                  <a:lnTo>
                    <a:pt x="161345" y="129531"/>
                  </a:lnTo>
                  <a:lnTo>
                    <a:pt x="170435" y="118168"/>
                  </a:lnTo>
                  <a:lnTo>
                    <a:pt x="177253" y="102261"/>
                  </a:lnTo>
                  <a:lnTo>
                    <a:pt x="181798" y="74991"/>
                  </a:lnTo>
                  <a:lnTo>
                    <a:pt x="213612" y="47722"/>
                  </a:lnTo>
                  <a:lnTo>
                    <a:pt x="213612" y="38632"/>
                  </a:lnTo>
                  <a:lnTo>
                    <a:pt x="219651" y="28568"/>
                  </a:lnTo>
                  <a:lnTo>
                    <a:pt x="207012" y="20669"/>
                  </a:lnTo>
                  <a:lnTo>
                    <a:pt x="207791" y="19371"/>
                  </a:lnTo>
                  <a:lnTo>
                    <a:pt x="202250" y="15907"/>
                  </a:lnTo>
                  <a:lnTo>
                    <a:pt x="209067" y="454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236;p30">
              <a:extLst>
                <a:ext uri="{FF2B5EF4-FFF2-40B4-BE49-F238E27FC236}">
                  <a16:creationId xmlns:a16="http://schemas.microsoft.com/office/drawing/2014/main" id="{2A52096C-04A3-3EDA-34F6-D6A26381BFC0}"/>
                </a:ext>
              </a:extLst>
            </p:cNvPr>
            <p:cNvSpPr/>
            <p:nvPr/>
          </p:nvSpPr>
          <p:spPr>
            <a:xfrm>
              <a:off x="4471387" y="3534184"/>
              <a:ext cx="332592" cy="274726"/>
            </a:xfrm>
            <a:custGeom>
              <a:avLst/>
              <a:gdLst/>
              <a:ahLst/>
              <a:cxnLst/>
              <a:rect l="l" t="t" r="r" b="b"/>
              <a:pathLst>
                <a:path w="443456" h="366302" extrusionOk="0">
                  <a:moveTo>
                    <a:pt x="102261" y="0"/>
                  </a:moveTo>
                  <a:lnTo>
                    <a:pt x="138621" y="18180"/>
                  </a:lnTo>
                  <a:lnTo>
                    <a:pt x="149983" y="27270"/>
                  </a:lnTo>
                  <a:lnTo>
                    <a:pt x="165890" y="27270"/>
                  </a:lnTo>
                  <a:lnTo>
                    <a:pt x="188615" y="22725"/>
                  </a:lnTo>
                  <a:lnTo>
                    <a:pt x="231792" y="38632"/>
                  </a:lnTo>
                  <a:lnTo>
                    <a:pt x="252244" y="38632"/>
                  </a:lnTo>
                  <a:lnTo>
                    <a:pt x="274968" y="22725"/>
                  </a:lnTo>
                  <a:lnTo>
                    <a:pt x="295420" y="27270"/>
                  </a:lnTo>
                  <a:lnTo>
                    <a:pt x="299965" y="18180"/>
                  </a:lnTo>
                  <a:lnTo>
                    <a:pt x="322690" y="22725"/>
                  </a:lnTo>
                  <a:lnTo>
                    <a:pt x="354505" y="34087"/>
                  </a:lnTo>
                  <a:lnTo>
                    <a:pt x="381774" y="11363"/>
                  </a:lnTo>
                  <a:lnTo>
                    <a:pt x="393136" y="11363"/>
                  </a:lnTo>
                  <a:lnTo>
                    <a:pt x="397648" y="20887"/>
                  </a:lnTo>
                  <a:lnTo>
                    <a:pt x="400279" y="20887"/>
                  </a:lnTo>
                  <a:lnTo>
                    <a:pt x="416220" y="54540"/>
                  </a:lnTo>
                  <a:lnTo>
                    <a:pt x="418134" y="54540"/>
                  </a:lnTo>
                  <a:lnTo>
                    <a:pt x="436313" y="65902"/>
                  </a:lnTo>
                  <a:lnTo>
                    <a:pt x="434105" y="69582"/>
                  </a:lnTo>
                  <a:lnTo>
                    <a:pt x="443456" y="75426"/>
                  </a:lnTo>
                  <a:lnTo>
                    <a:pt x="436639" y="86788"/>
                  </a:lnTo>
                  <a:lnTo>
                    <a:pt x="436639" y="95878"/>
                  </a:lnTo>
                  <a:lnTo>
                    <a:pt x="404824" y="123148"/>
                  </a:lnTo>
                  <a:lnTo>
                    <a:pt x="400279" y="150417"/>
                  </a:lnTo>
                  <a:lnTo>
                    <a:pt x="393462" y="166325"/>
                  </a:lnTo>
                  <a:lnTo>
                    <a:pt x="384372" y="177687"/>
                  </a:lnTo>
                  <a:lnTo>
                    <a:pt x="377555" y="204957"/>
                  </a:lnTo>
                  <a:lnTo>
                    <a:pt x="357103" y="214047"/>
                  </a:lnTo>
                  <a:lnTo>
                    <a:pt x="350285" y="236771"/>
                  </a:lnTo>
                  <a:lnTo>
                    <a:pt x="345740" y="252679"/>
                  </a:lnTo>
                  <a:lnTo>
                    <a:pt x="341195" y="268586"/>
                  </a:lnTo>
                  <a:lnTo>
                    <a:pt x="313926" y="279948"/>
                  </a:lnTo>
                  <a:lnTo>
                    <a:pt x="291201" y="264041"/>
                  </a:lnTo>
                  <a:lnTo>
                    <a:pt x="282111" y="264041"/>
                  </a:lnTo>
                  <a:lnTo>
                    <a:pt x="259387" y="284493"/>
                  </a:lnTo>
                  <a:lnTo>
                    <a:pt x="248024" y="284493"/>
                  </a:lnTo>
                  <a:lnTo>
                    <a:pt x="232117" y="323125"/>
                  </a:lnTo>
                  <a:lnTo>
                    <a:pt x="223027" y="350395"/>
                  </a:lnTo>
                  <a:lnTo>
                    <a:pt x="179850" y="359485"/>
                  </a:lnTo>
                  <a:lnTo>
                    <a:pt x="168488" y="359485"/>
                  </a:lnTo>
                  <a:lnTo>
                    <a:pt x="152581" y="366302"/>
                  </a:lnTo>
                  <a:lnTo>
                    <a:pt x="125311" y="366302"/>
                  </a:lnTo>
                  <a:lnTo>
                    <a:pt x="104859" y="343578"/>
                  </a:lnTo>
                  <a:lnTo>
                    <a:pt x="103628" y="340622"/>
                  </a:lnTo>
                  <a:lnTo>
                    <a:pt x="97716" y="334054"/>
                  </a:lnTo>
                  <a:lnTo>
                    <a:pt x="88360" y="311599"/>
                  </a:lnTo>
                  <a:lnTo>
                    <a:pt x="66227" y="291311"/>
                  </a:lnTo>
                  <a:lnTo>
                    <a:pt x="38958" y="291311"/>
                  </a:lnTo>
                  <a:lnTo>
                    <a:pt x="7143" y="291311"/>
                  </a:lnTo>
                  <a:lnTo>
                    <a:pt x="7143" y="281787"/>
                  </a:lnTo>
                  <a:lnTo>
                    <a:pt x="0" y="281787"/>
                  </a:lnTo>
                  <a:lnTo>
                    <a:pt x="0" y="227247"/>
                  </a:lnTo>
                  <a:lnTo>
                    <a:pt x="0" y="199978"/>
                  </a:lnTo>
                  <a:lnTo>
                    <a:pt x="4545" y="179525"/>
                  </a:lnTo>
                  <a:lnTo>
                    <a:pt x="15907" y="168163"/>
                  </a:lnTo>
                  <a:lnTo>
                    <a:pt x="38632" y="140893"/>
                  </a:lnTo>
                  <a:lnTo>
                    <a:pt x="31815" y="129531"/>
                  </a:lnTo>
                  <a:lnTo>
                    <a:pt x="43177" y="120441"/>
                  </a:lnTo>
                  <a:lnTo>
                    <a:pt x="31815" y="97717"/>
                  </a:lnTo>
                  <a:lnTo>
                    <a:pt x="31815" y="81809"/>
                  </a:lnTo>
                  <a:lnTo>
                    <a:pt x="38632" y="49995"/>
                  </a:lnTo>
                  <a:lnTo>
                    <a:pt x="47722" y="34087"/>
                  </a:lnTo>
                  <a:lnTo>
                    <a:pt x="54539" y="11363"/>
                  </a:lnTo>
                  <a:lnTo>
                    <a:pt x="59084" y="681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237;p30">
              <a:extLst>
                <a:ext uri="{FF2B5EF4-FFF2-40B4-BE49-F238E27FC236}">
                  <a16:creationId xmlns:a16="http://schemas.microsoft.com/office/drawing/2014/main" id="{C8691725-79BE-3B4F-E12C-0933AF12A59F}"/>
                </a:ext>
              </a:extLst>
            </p:cNvPr>
            <p:cNvSpPr/>
            <p:nvPr/>
          </p:nvSpPr>
          <p:spPr>
            <a:xfrm>
              <a:off x="4418553" y="3583610"/>
              <a:ext cx="88789" cy="168731"/>
            </a:xfrm>
            <a:custGeom>
              <a:avLst/>
              <a:gdLst/>
              <a:ahLst/>
              <a:cxnLst/>
              <a:rect l="l" t="t" r="r" b="b"/>
              <a:pathLst>
                <a:path w="118385" h="224975" extrusionOk="0">
                  <a:moveTo>
                    <a:pt x="59084" y="0"/>
                  </a:moveTo>
                  <a:lnTo>
                    <a:pt x="63846" y="0"/>
                  </a:lnTo>
                  <a:lnTo>
                    <a:pt x="74991" y="0"/>
                  </a:lnTo>
                  <a:lnTo>
                    <a:pt x="79753" y="0"/>
                  </a:lnTo>
                  <a:lnTo>
                    <a:pt x="107023" y="20453"/>
                  </a:lnTo>
                  <a:lnTo>
                    <a:pt x="107023" y="31815"/>
                  </a:lnTo>
                  <a:lnTo>
                    <a:pt x="118385" y="54540"/>
                  </a:lnTo>
                  <a:lnTo>
                    <a:pt x="107023" y="70447"/>
                  </a:lnTo>
                  <a:lnTo>
                    <a:pt x="113840" y="79537"/>
                  </a:lnTo>
                  <a:lnTo>
                    <a:pt x="91116" y="102262"/>
                  </a:lnTo>
                  <a:lnTo>
                    <a:pt x="79753" y="113624"/>
                  </a:lnTo>
                  <a:lnTo>
                    <a:pt x="75209" y="138621"/>
                  </a:lnTo>
                  <a:lnTo>
                    <a:pt x="75209" y="161346"/>
                  </a:lnTo>
                  <a:lnTo>
                    <a:pt x="75209" y="220430"/>
                  </a:lnTo>
                  <a:lnTo>
                    <a:pt x="43394" y="224975"/>
                  </a:lnTo>
                  <a:lnTo>
                    <a:pt x="43230" y="224318"/>
                  </a:lnTo>
                  <a:lnTo>
                    <a:pt x="38632" y="224975"/>
                  </a:lnTo>
                  <a:lnTo>
                    <a:pt x="31815" y="197706"/>
                  </a:lnTo>
                  <a:lnTo>
                    <a:pt x="31815" y="113624"/>
                  </a:lnTo>
                  <a:lnTo>
                    <a:pt x="22725" y="106807"/>
                  </a:lnTo>
                  <a:lnTo>
                    <a:pt x="22725" y="86354"/>
                  </a:lnTo>
                  <a:lnTo>
                    <a:pt x="11363" y="74992"/>
                  </a:lnTo>
                  <a:lnTo>
                    <a:pt x="0" y="63630"/>
                  </a:lnTo>
                  <a:lnTo>
                    <a:pt x="6818" y="43177"/>
                  </a:lnTo>
                  <a:lnTo>
                    <a:pt x="11580" y="43177"/>
                  </a:lnTo>
                  <a:lnTo>
                    <a:pt x="15907" y="43177"/>
                  </a:lnTo>
                  <a:lnTo>
                    <a:pt x="22725" y="27270"/>
                  </a:lnTo>
                  <a:lnTo>
                    <a:pt x="43177" y="20453"/>
                  </a:lnTo>
                  <a:lnTo>
                    <a:pt x="49994" y="1136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238;p30">
              <a:extLst>
                <a:ext uri="{FF2B5EF4-FFF2-40B4-BE49-F238E27FC236}">
                  <a16:creationId xmlns:a16="http://schemas.microsoft.com/office/drawing/2014/main" id="{2EEA47AC-3672-1979-F9E9-41D5CDC13ABA}"/>
                </a:ext>
              </a:extLst>
            </p:cNvPr>
            <p:cNvSpPr/>
            <p:nvPr/>
          </p:nvSpPr>
          <p:spPr>
            <a:xfrm>
              <a:off x="4394691" y="3615992"/>
              <a:ext cx="58193" cy="141461"/>
            </a:xfrm>
            <a:custGeom>
              <a:avLst/>
              <a:gdLst/>
              <a:ahLst/>
              <a:cxnLst/>
              <a:rect l="l" t="t" r="r" b="b"/>
              <a:pathLst>
                <a:path w="77590" h="188615" extrusionOk="0">
                  <a:moveTo>
                    <a:pt x="0" y="0"/>
                  </a:moveTo>
                  <a:lnTo>
                    <a:pt x="7143" y="0"/>
                  </a:lnTo>
                  <a:lnTo>
                    <a:pt x="38632" y="0"/>
                  </a:lnTo>
                  <a:lnTo>
                    <a:pt x="45775" y="0"/>
                  </a:lnTo>
                  <a:lnTo>
                    <a:pt x="38958" y="20452"/>
                  </a:lnTo>
                  <a:lnTo>
                    <a:pt x="50320" y="31815"/>
                  </a:lnTo>
                  <a:lnTo>
                    <a:pt x="61683" y="43177"/>
                  </a:lnTo>
                  <a:lnTo>
                    <a:pt x="61683" y="63629"/>
                  </a:lnTo>
                  <a:lnTo>
                    <a:pt x="70773" y="70447"/>
                  </a:lnTo>
                  <a:lnTo>
                    <a:pt x="66228" y="154528"/>
                  </a:lnTo>
                  <a:lnTo>
                    <a:pt x="77590" y="177253"/>
                  </a:lnTo>
                  <a:lnTo>
                    <a:pt x="50320" y="188615"/>
                  </a:lnTo>
                  <a:lnTo>
                    <a:pt x="48219" y="186514"/>
                  </a:lnTo>
                  <a:lnTo>
                    <a:pt x="43177" y="188615"/>
                  </a:lnTo>
                  <a:lnTo>
                    <a:pt x="31815" y="177253"/>
                  </a:lnTo>
                  <a:lnTo>
                    <a:pt x="22725" y="149983"/>
                  </a:lnTo>
                  <a:lnTo>
                    <a:pt x="22725" y="134076"/>
                  </a:lnTo>
                  <a:lnTo>
                    <a:pt x="27270" y="95444"/>
                  </a:lnTo>
                  <a:lnTo>
                    <a:pt x="15908" y="86354"/>
                  </a:lnTo>
                  <a:lnTo>
                    <a:pt x="15908" y="59084"/>
                  </a:lnTo>
                  <a:lnTo>
                    <a:pt x="15908" y="31815"/>
                  </a:lnTo>
                  <a:lnTo>
                    <a:pt x="0" y="1136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239;p30">
              <a:extLst>
                <a:ext uri="{FF2B5EF4-FFF2-40B4-BE49-F238E27FC236}">
                  <a16:creationId xmlns:a16="http://schemas.microsoft.com/office/drawing/2014/main" id="{859F1DC9-74D2-A69A-E332-B2054DB2C422}"/>
                </a:ext>
              </a:extLst>
            </p:cNvPr>
            <p:cNvSpPr/>
            <p:nvPr/>
          </p:nvSpPr>
          <p:spPr>
            <a:xfrm>
              <a:off x="4306065" y="3615992"/>
              <a:ext cx="122795" cy="173843"/>
            </a:xfrm>
            <a:custGeom>
              <a:avLst/>
              <a:gdLst/>
              <a:ahLst/>
              <a:cxnLst/>
              <a:rect l="l" t="t" r="r" b="b"/>
              <a:pathLst>
                <a:path w="163727" h="231791" extrusionOk="0">
                  <a:moveTo>
                    <a:pt x="74992" y="0"/>
                  </a:moveTo>
                  <a:lnTo>
                    <a:pt x="75468" y="136"/>
                  </a:lnTo>
                  <a:lnTo>
                    <a:pt x="77373" y="0"/>
                  </a:lnTo>
                  <a:lnTo>
                    <a:pt x="91891" y="4148"/>
                  </a:lnTo>
                  <a:lnTo>
                    <a:pt x="102262" y="0"/>
                  </a:lnTo>
                  <a:lnTo>
                    <a:pt x="104643" y="0"/>
                  </a:lnTo>
                  <a:lnTo>
                    <a:pt x="122714" y="0"/>
                  </a:lnTo>
                  <a:lnTo>
                    <a:pt x="125095" y="0"/>
                  </a:lnTo>
                  <a:lnTo>
                    <a:pt x="120550" y="11363"/>
                  </a:lnTo>
                  <a:lnTo>
                    <a:pt x="136457" y="31815"/>
                  </a:lnTo>
                  <a:lnTo>
                    <a:pt x="136457" y="59084"/>
                  </a:lnTo>
                  <a:lnTo>
                    <a:pt x="143275" y="86354"/>
                  </a:lnTo>
                  <a:lnTo>
                    <a:pt x="147820" y="102261"/>
                  </a:lnTo>
                  <a:lnTo>
                    <a:pt x="143275" y="134075"/>
                  </a:lnTo>
                  <a:lnTo>
                    <a:pt x="147820" y="149983"/>
                  </a:lnTo>
                  <a:lnTo>
                    <a:pt x="152365" y="177252"/>
                  </a:lnTo>
                  <a:lnTo>
                    <a:pt x="163727" y="188614"/>
                  </a:lnTo>
                  <a:lnTo>
                    <a:pt x="104643" y="209067"/>
                  </a:lnTo>
                  <a:lnTo>
                    <a:pt x="84190" y="220429"/>
                  </a:lnTo>
                  <a:lnTo>
                    <a:pt x="50103" y="231791"/>
                  </a:lnTo>
                  <a:lnTo>
                    <a:pt x="48954" y="231381"/>
                  </a:lnTo>
                  <a:lnTo>
                    <a:pt x="47722" y="231791"/>
                  </a:lnTo>
                  <a:lnTo>
                    <a:pt x="15908" y="220429"/>
                  </a:lnTo>
                  <a:lnTo>
                    <a:pt x="15908" y="209067"/>
                  </a:lnTo>
                  <a:lnTo>
                    <a:pt x="0" y="177252"/>
                  </a:lnTo>
                  <a:lnTo>
                    <a:pt x="11363" y="134075"/>
                  </a:lnTo>
                  <a:lnTo>
                    <a:pt x="27270" y="106806"/>
                  </a:lnTo>
                  <a:lnTo>
                    <a:pt x="15908" y="52267"/>
                  </a:lnTo>
                  <a:lnTo>
                    <a:pt x="11363" y="27270"/>
                  </a:lnTo>
                  <a:lnTo>
                    <a:pt x="11363" y="454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240;p30">
              <a:extLst>
                <a:ext uri="{FF2B5EF4-FFF2-40B4-BE49-F238E27FC236}">
                  <a16:creationId xmlns:a16="http://schemas.microsoft.com/office/drawing/2014/main" id="{47151807-B4E8-94F6-0CEC-4ED7F12F2DC0}"/>
                </a:ext>
              </a:extLst>
            </p:cNvPr>
            <p:cNvSpPr/>
            <p:nvPr/>
          </p:nvSpPr>
          <p:spPr>
            <a:xfrm>
              <a:off x="4246412" y="3498392"/>
              <a:ext cx="214993" cy="167515"/>
            </a:xfrm>
            <a:custGeom>
              <a:avLst/>
              <a:gdLst/>
              <a:ahLst/>
              <a:cxnLst/>
              <a:rect l="l" t="t" r="r" b="b"/>
              <a:pathLst>
                <a:path w="286657" h="223353" extrusionOk="0">
                  <a:moveTo>
                    <a:pt x="181798" y="0"/>
                  </a:moveTo>
                  <a:lnTo>
                    <a:pt x="193160" y="11362"/>
                  </a:lnTo>
                  <a:lnTo>
                    <a:pt x="213613" y="6817"/>
                  </a:lnTo>
                  <a:lnTo>
                    <a:pt x="213613" y="22691"/>
                  </a:lnTo>
                  <a:lnTo>
                    <a:pt x="220756" y="21104"/>
                  </a:lnTo>
                  <a:lnTo>
                    <a:pt x="220756" y="41556"/>
                  </a:lnTo>
                  <a:lnTo>
                    <a:pt x="220756" y="51749"/>
                  </a:lnTo>
                  <a:lnTo>
                    <a:pt x="236337" y="70447"/>
                  </a:lnTo>
                  <a:lnTo>
                    <a:pt x="236337" y="76161"/>
                  </a:lnTo>
                  <a:lnTo>
                    <a:pt x="243480" y="84733"/>
                  </a:lnTo>
                  <a:lnTo>
                    <a:pt x="243480" y="88234"/>
                  </a:lnTo>
                  <a:lnTo>
                    <a:pt x="279514" y="97716"/>
                  </a:lnTo>
                  <a:lnTo>
                    <a:pt x="279514" y="110123"/>
                  </a:lnTo>
                  <a:lnTo>
                    <a:pt x="286657" y="112002"/>
                  </a:lnTo>
                  <a:lnTo>
                    <a:pt x="286657" y="132455"/>
                  </a:lnTo>
                  <a:lnTo>
                    <a:pt x="279840" y="148362"/>
                  </a:lnTo>
                  <a:lnTo>
                    <a:pt x="259388" y="148362"/>
                  </a:lnTo>
                  <a:lnTo>
                    <a:pt x="252570" y="164269"/>
                  </a:lnTo>
                  <a:lnTo>
                    <a:pt x="243480" y="171086"/>
                  </a:lnTo>
                  <a:lnTo>
                    <a:pt x="209393" y="171086"/>
                  </a:lnTo>
                  <a:lnTo>
                    <a:pt x="188941" y="164269"/>
                  </a:lnTo>
                  <a:lnTo>
                    <a:pt x="177579" y="171086"/>
                  </a:lnTo>
                  <a:lnTo>
                    <a:pt x="161671" y="171086"/>
                  </a:lnTo>
                  <a:lnTo>
                    <a:pt x="102587" y="171086"/>
                  </a:lnTo>
                  <a:lnTo>
                    <a:pt x="98042" y="191539"/>
                  </a:lnTo>
                  <a:lnTo>
                    <a:pt x="102587" y="218808"/>
                  </a:lnTo>
                  <a:lnTo>
                    <a:pt x="75317" y="214263"/>
                  </a:lnTo>
                  <a:lnTo>
                    <a:pt x="59410" y="214263"/>
                  </a:lnTo>
                  <a:lnTo>
                    <a:pt x="48048" y="223353"/>
                  </a:lnTo>
                  <a:lnTo>
                    <a:pt x="32140" y="214263"/>
                  </a:lnTo>
                  <a:lnTo>
                    <a:pt x="27595" y="202901"/>
                  </a:lnTo>
                  <a:lnTo>
                    <a:pt x="7143" y="198356"/>
                  </a:lnTo>
                  <a:lnTo>
                    <a:pt x="7143" y="185658"/>
                  </a:lnTo>
                  <a:lnTo>
                    <a:pt x="0" y="184070"/>
                  </a:lnTo>
                  <a:lnTo>
                    <a:pt x="0" y="156800"/>
                  </a:lnTo>
                  <a:lnTo>
                    <a:pt x="9090" y="145438"/>
                  </a:lnTo>
                  <a:lnTo>
                    <a:pt x="9090" y="129531"/>
                  </a:lnTo>
                  <a:lnTo>
                    <a:pt x="36360" y="97716"/>
                  </a:lnTo>
                  <a:lnTo>
                    <a:pt x="40905" y="74992"/>
                  </a:lnTo>
                  <a:lnTo>
                    <a:pt x="52267" y="65902"/>
                  </a:lnTo>
                  <a:lnTo>
                    <a:pt x="68174" y="70447"/>
                  </a:lnTo>
                  <a:lnTo>
                    <a:pt x="84082" y="59084"/>
                  </a:lnTo>
                  <a:lnTo>
                    <a:pt x="90899" y="47722"/>
                  </a:lnTo>
                  <a:lnTo>
                    <a:pt x="118169" y="38632"/>
                  </a:lnTo>
                  <a:lnTo>
                    <a:pt x="127259" y="22725"/>
                  </a:lnTo>
                  <a:lnTo>
                    <a:pt x="161346" y="681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241;p30">
              <a:extLst>
                <a:ext uri="{FF2B5EF4-FFF2-40B4-BE49-F238E27FC236}">
                  <a16:creationId xmlns:a16="http://schemas.microsoft.com/office/drawing/2014/main" id="{CD74C227-35E0-FA95-E060-0C24BDB31DA2}"/>
                </a:ext>
              </a:extLst>
            </p:cNvPr>
            <p:cNvSpPr/>
            <p:nvPr/>
          </p:nvSpPr>
          <p:spPr>
            <a:xfrm>
              <a:off x="4905998" y="2591672"/>
              <a:ext cx="59979" cy="63062"/>
            </a:xfrm>
            <a:custGeom>
              <a:avLst/>
              <a:gdLst/>
              <a:ahLst/>
              <a:cxnLst/>
              <a:rect l="l" t="t" r="r" b="b"/>
              <a:pathLst>
                <a:path w="79972" h="84082" extrusionOk="0">
                  <a:moveTo>
                    <a:pt x="27270" y="0"/>
                  </a:moveTo>
                  <a:lnTo>
                    <a:pt x="32562" y="4234"/>
                  </a:lnTo>
                  <a:lnTo>
                    <a:pt x="36795" y="0"/>
                  </a:lnTo>
                  <a:lnTo>
                    <a:pt x="48157" y="9090"/>
                  </a:lnTo>
                  <a:lnTo>
                    <a:pt x="52702" y="15908"/>
                  </a:lnTo>
                  <a:lnTo>
                    <a:pt x="64065" y="20453"/>
                  </a:lnTo>
                  <a:lnTo>
                    <a:pt x="79972" y="31815"/>
                  </a:lnTo>
                  <a:lnTo>
                    <a:pt x="75427" y="36360"/>
                  </a:lnTo>
                  <a:lnTo>
                    <a:pt x="68610" y="47722"/>
                  </a:lnTo>
                  <a:lnTo>
                    <a:pt x="59520" y="52267"/>
                  </a:lnTo>
                  <a:lnTo>
                    <a:pt x="59520" y="46997"/>
                  </a:lnTo>
                  <a:lnTo>
                    <a:pt x="59085" y="47722"/>
                  </a:lnTo>
                  <a:lnTo>
                    <a:pt x="52307" y="51111"/>
                  </a:lnTo>
                  <a:lnTo>
                    <a:pt x="36795" y="68175"/>
                  </a:lnTo>
                  <a:lnTo>
                    <a:pt x="43613" y="84082"/>
                  </a:lnTo>
                  <a:lnTo>
                    <a:pt x="32250" y="79537"/>
                  </a:lnTo>
                  <a:lnTo>
                    <a:pt x="31974" y="79151"/>
                  </a:lnTo>
                  <a:lnTo>
                    <a:pt x="34088" y="84082"/>
                  </a:lnTo>
                  <a:lnTo>
                    <a:pt x="22725" y="79537"/>
                  </a:lnTo>
                  <a:lnTo>
                    <a:pt x="11363" y="63630"/>
                  </a:lnTo>
                  <a:lnTo>
                    <a:pt x="0" y="52267"/>
                  </a:lnTo>
                  <a:lnTo>
                    <a:pt x="0" y="43177"/>
                  </a:lnTo>
                  <a:lnTo>
                    <a:pt x="6817" y="15908"/>
                  </a:lnTo>
                  <a:lnTo>
                    <a:pt x="22725" y="454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242;p30">
              <a:extLst>
                <a:ext uri="{FF2B5EF4-FFF2-40B4-BE49-F238E27FC236}">
                  <a16:creationId xmlns:a16="http://schemas.microsoft.com/office/drawing/2014/main" id="{5B456C7B-97E9-9AE5-80AC-924ECC647487}"/>
                </a:ext>
              </a:extLst>
            </p:cNvPr>
            <p:cNvSpPr/>
            <p:nvPr/>
          </p:nvSpPr>
          <p:spPr>
            <a:xfrm>
              <a:off x="4912489" y="2489410"/>
              <a:ext cx="119631" cy="149983"/>
            </a:xfrm>
            <a:custGeom>
              <a:avLst/>
              <a:gdLst/>
              <a:ahLst/>
              <a:cxnLst/>
              <a:rect l="l" t="t" r="r" b="b"/>
              <a:pathLst>
                <a:path w="159508" h="199977" extrusionOk="0">
                  <a:moveTo>
                    <a:pt x="24997" y="0"/>
                  </a:moveTo>
                  <a:lnTo>
                    <a:pt x="34522" y="0"/>
                  </a:lnTo>
                  <a:lnTo>
                    <a:pt x="47722" y="0"/>
                  </a:lnTo>
                  <a:lnTo>
                    <a:pt x="57247" y="0"/>
                  </a:lnTo>
                  <a:lnTo>
                    <a:pt x="77699" y="22725"/>
                  </a:lnTo>
                  <a:lnTo>
                    <a:pt x="77699" y="38632"/>
                  </a:lnTo>
                  <a:lnTo>
                    <a:pt x="104969" y="54539"/>
                  </a:lnTo>
                  <a:lnTo>
                    <a:pt x="104969" y="70447"/>
                  </a:lnTo>
                  <a:lnTo>
                    <a:pt x="122091" y="82432"/>
                  </a:lnTo>
                  <a:lnTo>
                    <a:pt x="127259" y="77264"/>
                  </a:lnTo>
                  <a:lnTo>
                    <a:pt x="134062" y="79985"/>
                  </a:lnTo>
                  <a:lnTo>
                    <a:pt x="136784" y="77264"/>
                  </a:lnTo>
                  <a:lnTo>
                    <a:pt x="148146" y="81809"/>
                  </a:lnTo>
                  <a:lnTo>
                    <a:pt x="136784" y="93171"/>
                  </a:lnTo>
                  <a:lnTo>
                    <a:pt x="148146" y="102261"/>
                  </a:lnTo>
                  <a:lnTo>
                    <a:pt x="136784" y="113623"/>
                  </a:lnTo>
                  <a:lnTo>
                    <a:pt x="136784" y="129531"/>
                  </a:lnTo>
                  <a:lnTo>
                    <a:pt x="159508" y="152255"/>
                  </a:lnTo>
                  <a:lnTo>
                    <a:pt x="143601" y="168163"/>
                  </a:lnTo>
                  <a:lnTo>
                    <a:pt x="136784" y="184070"/>
                  </a:lnTo>
                  <a:lnTo>
                    <a:pt x="143601" y="188615"/>
                  </a:lnTo>
                  <a:lnTo>
                    <a:pt x="136784" y="199977"/>
                  </a:lnTo>
                  <a:lnTo>
                    <a:pt x="127259" y="199977"/>
                  </a:lnTo>
                  <a:lnTo>
                    <a:pt x="120876" y="199977"/>
                  </a:lnTo>
                  <a:lnTo>
                    <a:pt x="111351" y="199977"/>
                  </a:lnTo>
                  <a:lnTo>
                    <a:pt x="104969" y="199977"/>
                  </a:lnTo>
                  <a:lnTo>
                    <a:pt x="95444" y="199977"/>
                  </a:lnTo>
                  <a:lnTo>
                    <a:pt x="99989" y="188615"/>
                  </a:lnTo>
                  <a:lnTo>
                    <a:pt x="106806" y="179525"/>
                  </a:lnTo>
                  <a:lnTo>
                    <a:pt x="99989" y="179525"/>
                  </a:lnTo>
                  <a:lnTo>
                    <a:pt x="90899" y="172708"/>
                  </a:lnTo>
                  <a:lnTo>
                    <a:pt x="84082" y="168163"/>
                  </a:lnTo>
                  <a:lnTo>
                    <a:pt x="79537" y="161345"/>
                  </a:lnTo>
                  <a:lnTo>
                    <a:pt x="74992" y="156800"/>
                  </a:lnTo>
                  <a:lnTo>
                    <a:pt x="72357" y="155044"/>
                  </a:lnTo>
                  <a:lnTo>
                    <a:pt x="68609" y="168163"/>
                  </a:lnTo>
                  <a:lnTo>
                    <a:pt x="57247" y="172708"/>
                  </a:lnTo>
                  <a:lnTo>
                    <a:pt x="61792" y="168163"/>
                  </a:lnTo>
                  <a:lnTo>
                    <a:pt x="59543" y="166556"/>
                  </a:lnTo>
                  <a:lnTo>
                    <a:pt x="59084" y="168163"/>
                  </a:lnTo>
                  <a:lnTo>
                    <a:pt x="47722" y="172708"/>
                  </a:lnTo>
                  <a:lnTo>
                    <a:pt x="52267" y="168163"/>
                  </a:lnTo>
                  <a:lnTo>
                    <a:pt x="36360" y="156800"/>
                  </a:lnTo>
                  <a:lnTo>
                    <a:pt x="24997" y="152255"/>
                  </a:lnTo>
                  <a:lnTo>
                    <a:pt x="20452" y="145438"/>
                  </a:lnTo>
                  <a:lnTo>
                    <a:pt x="9090" y="136348"/>
                  </a:lnTo>
                  <a:lnTo>
                    <a:pt x="18615" y="136348"/>
                  </a:lnTo>
                  <a:lnTo>
                    <a:pt x="20452" y="136348"/>
                  </a:lnTo>
                  <a:lnTo>
                    <a:pt x="24997" y="109078"/>
                  </a:lnTo>
                  <a:lnTo>
                    <a:pt x="9090" y="93171"/>
                  </a:lnTo>
                  <a:lnTo>
                    <a:pt x="15908" y="70447"/>
                  </a:lnTo>
                  <a:lnTo>
                    <a:pt x="14070" y="70447"/>
                  </a:lnTo>
                  <a:lnTo>
                    <a:pt x="4545" y="70447"/>
                  </a:lnTo>
                  <a:lnTo>
                    <a:pt x="15908" y="49994"/>
                  </a:lnTo>
                  <a:lnTo>
                    <a:pt x="4545" y="34087"/>
                  </a:lnTo>
                  <a:lnTo>
                    <a:pt x="0" y="1136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243;p30">
              <a:extLst>
                <a:ext uri="{FF2B5EF4-FFF2-40B4-BE49-F238E27FC236}">
                  <a16:creationId xmlns:a16="http://schemas.microsoft.com/office/drawing/2014/main" id="{288D9DDD-BF45-CA5E-7B79-57159608FACD}"/>
                </a:ext>
              </a:extLst>
            </p:cNvPr>
            <p:cNvSpPr/>
            <p:nvPr/>
          </p:nvSpPr>
          <p:spPr>
            <a:xfrm>
              <a:off x="5035529" y="2049686"/>
              <a:ext cx="267827" cy="226678"/>
            </a:xfrm>
            <a:custGeom>
              <a:avLst/>
              <a:gdLst/>
              <a:ahLst/>
              <a:cxnLst/>
              <a:rect l="l" t="t" r="r" b="b"/>
              <a:pathLst>
                <a:path w="357103" h="302238" extrusionOk="0">
                  <a:moveTo>
                    <a:pt x="184079" y="0"/>
                  </a:moveTo>
                  <a:lnTo>
                    <a:pt x="188461" y="1949"/>
                  </a:lnTo>
                  <a:lnTo>
                    <a:pt x="191223" y="0"/>
                  </a:lnTo>
                  <a:lnTo>
                    <a:pt x="232133" y="18195"/>
                  </a:lnTo>
                  <a:lnTo>
                    <a:pt x="237816" y="31502"/>
                  </a:lnTo>
                  <a:lnTo>
                    <a:pt x="247701" y="27262"/>
                  </a:lnTo>
                  <a:lnTo>
                    <a:pt x="251939" y="28508"/>
                  </a:lnTo>
                  <a:lnTo>
                    <a:pt x="254845" y="27262"/>
                  </a:lnTo>
                  <a:lnTo>
                    <a:pt x="293481" y="38626"/>
                  </a:lnTo>
                  <a:cubicBezTo>
                    <a:pt x="294986" y="49235"/>
                    <a:pt x="296525" y="59843"/>
                    <a:pt x="298030" y="70452"/>
                  </a:cubicBezTo>
                  <a:lnTo>
                    <a:pt x="286656" y="86350"/>
                  </a:lnTo>
                  <a:lnTo>
                    <a:pt x="313918" y="129539"/>
                  </a:lnTo>
                  <a:lnTo>
                    <a:pt x="325292" y="140903"/>
                  </a:lnTo>
                  <a:lnTo>
                    <a:pt x="325292" y="152268"/>
                  </a:lnTo>
                  <a:lnTo>
                    <a:pt x="345730" y="161335"/>
                  </a:lnTo>
                  <a:lnTo>
                    <a:pt x="357103" y="179530"/>
                  </a:lnTo>
                  <a:lnTo>
                    <a:pt x="345730" y="195427"/>
                  </a:lnTo>
                  <a:lnTo>
                    <a:pt x="335336" y="202923"/>
                  </a:lnTo>
                  <a:lnTo>
                    <a:pt x="329159" y="202225"/>
                  </a:lnTo>
                  <a:lnTo>
                    <a:pt x="328192" y="202923"/>
                  </a:lnTo>
                  <a:lnTo>
                    <a:pt x="310162" y="200887"/>
                  </a:lnTo>
                  <a:lnTo>
                    <a:pt x="316403" y="207940"/>
                  </a:lnTo>
                  <a:cubicBezTo>
                    <a:pt x="319544" y="210592"/>
                    <a:pt x="322685" y="213244"/>
                    <a:pt x="323437" y="215889"/>
                  </a:cubicBezTo>
                  <a:cubicBezTo>
                    <a:pt x="327217" y="228764"/>
                    <a:pt x="321512" y="241639"/>
                    <a:pt x="325292" y="254515"/>
                  </a:cubicBezTo>
                  <a:lnTo>
                    <a:pt x="293481" y="259048"/>
                  </a:lnTo>
                  <a:lnTo>
                    <a:pt x="282107" y="274976"/>
                  </a:lnTo>
                  <a:lnTo>
                    <a:pt x="282107" y="302238"/>
                  </a:lnTo>
                  <a:lnTo>
                    <a:pt x="274963" y="300200"/>
                  </a:lnTo>
                  <a:lnTo>
                    <a:pt x="274963" y="302238"/>
                  </a:lnTo>
                  <a:lnTo>
                    <a:pt x="259075" y="297705"/>
                  </a:lnTo>
                  <a:lnTo>
                    <a:pt x="232133" y="297705"/>
                  </a:lnTo>
                  <a:lnTo>
                    <a:pt x="224989" y="297705"/>
                  </a:lnTo>
                  <a:lnTo>
                    <a:pt x="218488" y="289585"/>
                  </a:lnTo>
                  <a:lnTo>
                    <a:pt x="207111" y="297705"/>
                  </a:lnTo>
                  <a:lnTo>
                    <a:pt x="204139" y="294727"/>
                  </a:lnTo>
                  <a:lnTo>
                    <a:pt x="199967" y="297705"/>
                  </a:lnTo>
                  <a:lnTo>
                    <a:pt x="188628" y="286340"/>
                  </a:lnTo>
                  <a:lnTo>
                    <a:pt x="168475" y="286340"/>
                  </a:lnTo>
                  <a:lnTo>
                    <a:pt x="161331" y="286340"/>
                  </a:lnTo>
                  <a:lnTo>
                    <a:pt x="118181" y="274976"/>
                  </a:lnTo>
                  <a:lnTo>
                    <a:pt x="81821" y="270412"/>
                  </a:lnTo>
                  <a:lnTo>
                    <a:pt x="61668" y="270412"/>
                  </a:lnTo>
                  <a:lnTo>
                    <a:pt x="38956" y="286340"/>
                  </a:lnTo>
                  <a:lnTo>
                    <a:pt x="31812" y="286340"/>
                  </a:lnTo>
                  <a:lnTo>
                    <a:pt x="23067" y="286340"/>
                  </a:lnTo>
                  <a:lnTo>
                    <a:pt x="15923" y="286340"/>
                  </a:lnTo>
                  <a:cubicBezTo>
                    <a:pt x="14419" y="277243"/>
                    <a:pt x="12879" y="268146"/>
                    <a:pt x="11374" y="259048"/>
                  </a:cubicBezTo>
                  <a:cubicBezTo>
                    <a:pt x="7594" y="249951"/>
                    <a:pt x="3779" y="240884"/>
                    <a:pt x="0" y="231786"/>
                  </a:cubicBezTo>
                  <a:lnTo>
                    <a:pt x="27262" y="220422"/>
                  </a:lnTo>
                  <a:lnTo>
                    <a:pt x="27262" y="195427"/>
                  </a:lnTo>
                  <a:lnTo>
                    <a:pt x="15923" y="172699"/>
                  </a:lnTo>
                  <a:cubicBezTo>
                    <a:pt x="14419" y="163602"/>
                    <a:pt x="12879" y="154534"/>
                    <a:pt x="11374" y="145437"/>
                  </a:cubicBezTo>
                  <a:lnTo>
                    <a:pt x="18518" y="145437"/>
                  </a:lnTo>
                  <a:lnTo>
                    <a:pt x="47735" y="145437"/>
                  </a:lnTo>
                  <a:lnTo>
                    <a:pt x="86370" y="124976"/>
                  </a:lnTo>
                  <a:lnTo>
                    <a:pt x="97709" y="86350"/>
                  </a:lnTo>
                  <a:lnTo>
                    <a:pt x="129520" y="65888"/>
                  </a:lnTo>
                  <a:cubicBezTo>
                    <a:pt x="128015" y="56791"/>
                    <a:pt x="126475" y="47724"/>
                    <a:pt x="124971" y="38626"/>
                  </a:cubicBezTo>
                  <a:lnTo>
                    <a:pt x="145443" y="2726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244;p30">
              <a:extLst>
                <a:ext uri="{FF2B5EF4-FFF2-40B4-BE49-F238E27FC236}">
                  <a16:creationId xmlns:a16="http://schemas.microsoft.com/office/drawing/2014/main" id="{C486DA8F-992F-28FF-0920-DF63ECD83589}"/>
                </a:ext>
              </a:extLst>
            </p:cNvPr>
            <p:cNvSpPr/>
            <p:nvPr/>
          </p:nvSpPr>
          <p:spPr>
            <a:xfrm>
              <a:off x="5132678" y="2395589"/>
              <a:ext cx="95606" cy="122795"/>
            </a:xfrm>
            <a:custGeom>
              <a:avLst/>
              <a:gdLst/>
              <a:ahLst/>
              <a:cxnLst/>
              <a:rect l="l" t="t" r="r" b="b"/>
              <a:pathLst>
                <a:path w="127475" h="163727" extrusionOk="0">
                  <a:moveTo>
                    <a:pt x="36577" y="0"/>
                  </a:moveTo>
                  <a:lnTo>
                    <a:pt x="63846" y="15907"/>
                  </a:lnTo>
                  <a:lnTo>
                    <a:pt x="79754" y="20452"/>
                  </a:lnTo>
                  <a:lnTo>
                    <a:pt x="95661" y="31815"/>
                  </a:lnTo>
                  <a:lnTo>
                    <a:pt x="91116" y="54540"/>
                  </a:lnTo>
                  <a:lnTo>
                    <a:pt x="107023" y="59085"/>
                  </a:lnTo>
                  <a:lnTo>
                    <a:pt x="111568" y="86354"/>
                  </a:lnTo>
                  <a:lnTo>
                    <a:pt x="122930" y="97717"/>
                  </a:lnTo>
                  <a:lnTo>
                    <a:pt x="122930" y="102262"/>
                  </a:lnTo>
                  <a:lnTo>
                    <a:pt x="127475" y="106807"/>
                  </a:lnTo>
                  <a:lnTo>
                    <a:pt x="118385" y="113624"/>
                  </a:lnTo>
                  <a:lnTo>
                    <a:pt x="116798" y="113624"/>
                  </a:lnTo>
                  <a:lnTo>
                    <a:pt x="113623" y="116005"/>
                  </a:lnTo>
                  <a:lnTo>
                    <a:pt x="90899" y="116005"/>
                  </a:lnTo>
                  <a:lnTo>
                    <a:pt x="86354" y="109188"/>
                  </a:lnTo>
                  <a:lnTo>
                    <a:pt x="85727" y="109188"/>
                  </a:lnTo>
                  <a:lnTo>
                    <a:pt x="91116" y="118169"/>
                  </a:lnTo>
                  <a:lnTo>
                    <a:pt x="79754" y="134076"/>
                  </a:lnTo>
                  <a:lnTo>
                    <a:pt x="68391" y="156801"/>
                  </a:lnTo>
                  <a:lnTo>
                    <a:pt x="63846" y="161346"/>
                  </a:lnTo>
                  <a:lnTo>
                    <a:pt x="63146" y="159665"/>
                  </a:lnTo>
                  <a:lnTo>
                    <a:pt x="59084" y="163727"/>
                  </a:lnTo>
                  <a:lnTo>
                    <a:pt x="47722" y="136457"/>
                  </a:lnTo>
                  <a:lnTo>
                    <a:pt x="54539" y="116005"/>
                  </a:lnTo>
                  <a:lnTo>
                    <a:pt x="54539" y="88735"/>
                  </a:lnTo>
                  <a:lnTo>
                    <a:pt x="31815" y="61466"/>
                  </a:lnTo>
                  <a:lnTo>
                    <a:pt x="20452" y="41013"/>
                  </a:lnTo>
                  <a:lnTo>
                    <a:pt x="4545" y="22833"/>
                  </a:lnTo>
                  <a:lnTo>
                    <a:pt x="0" y="18288"/>
                  </a:lnTo>
                  <a:lnTo>
                    <a:pt x="4545" y="6926"/>
                  </a:lnTo>
                  <a:lnTo>
                    <a:pt x="8627" y="6246"/>
                  </a:lnTo>
                  <a:lnTo>
                    <a:pt x="9307" y="454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245;p30">
              <a:extLst>
                <a:ext uri="{FF2B5EF4-FFF2-40B4-BE49-F238E27FC236}">
                  <a16:creationId xmlns:a16="http://schemas.microsoft.com/office/drawing/2014/main" id="{3E11549D-18F9-FC8E-4DD6-A5D92CD8DE69}"/>
                </a:ext>
              </a:extLst>
            </p:cNvPr>
            <p:cNvSpPr/>
            <p:nvPr/>
          </p:nvSpPr>
          <p:spPr>
            <a:xfrm>
              <a:off x="4953639" y="2405733"/>
              <a:ext cx="259144" cy="180824"/>
            </a:xfrm>
            <a:custGeom>
              <a:avLst/>
              <a:gdLst/>
              <a:ahLst/>
              <a:cxnLst/>
              <a:rect l="l" t="t" r="r" b="b"/>
              <a:pathLst>
                <a:path w="345525" h="241098" extrusionOk="0">
                  <a:moveTo>
                    <a:pt x="220430" y="0"/>
                  </a:moveTo>
                  <a:lnTo>
                    <a:pt x="231792" y="0"/>
                  </a:lnTo>
                  <a:lnTo>
                    <a:pt x="240882" y="4545"/>
                  </a:lnTo>
                  <a:lnTo>
                    <a:pt x="256789" y="22725"/>
                  </a:lnTo>
                  <a:lnTo>
                    <a:pt x="268152" y="43177"/>
                  </a:lnTo>
                  <a:lnTo>
                    <a:pt x="290876" y="74991"/>
                  </a:lnTo>
                  <a:lnTo>
                    <a:pt x="290876" y="76419"/>
                  </a:lnTo>
                  <a:lnTo>
                    <a:pt x="293258" y="79753"/>
                  </a:lnTo>
                  <a:lnTo>
                    <a:pt x="293258" y="102478"/>
                  </a:lnTo>
                  <a:lnTo>
                    <a:pt x="286441" y="122930"/>
                  </a:lnTo>
                  <a:lnTo>
                    <a:pt x="292138" y="145718"/>
                  </a:lnTo>
                  <a:lnTo>
                    <a:pt x="311329" y="149983"/>
                  </a:lnTo>
                  <a:lnTo>
                    <a:pt x="327236" y="145438"/>
                  </a:lnTo>
                  <a:lnTo>
                    <a:pt x="343143" y="156800"/>
                  </a:lnTo>
                  <a:lnTo>
                    <a:pt x="343143" y="159860"/>
                  </a:lnTo>
                  <a:lnTo>
                    <a:pt x="345525" y="161562"/>
                  </a:lnTo>
                  <a:lnTo>
                    <a:pt x="345525" y="170652"/>
                  </a:lnTo>
                  <a:lnTo>
                    <a:pt x="329618" y="182014"/>
                  </a:lnTo>
                  <a:lnTo>
                    <a:pt x="318256" y="177469"/>
                  </a:lnTo>
                  <a:lnTo>
                    <a:pt x="309166" y="241098"/>
                  </a:lnTo>
                  <a:lnTo>
                    <a:pt x="286441" y="236553"/>
                  </a:lnTo>
                  <a:lnTo>
                    <a:pt x="259171" y="213829"/>
                  </a:lnTo>
                  <a:lnTo>
                    <a:pt x="215994" y="232008"/>
                  </a:lnTo>
                  <a:lnTo>
                    <a:pt x="195542" y="241098"/>
                  </a:lnTo>
                  <a:lnTo>
                    <a:pt x="141003" y="241098"/>
                  </a:lnTo>
                  <a:lnTo>
                    <a:pt x="116006" y="232008"/>
                  </a:lnTo>
                  <a:lnTo>
                    <a:pt x="104643" y="236553"/>
                  </a:lnTo>
                  <a:lnTo>
                    <a:pt x="102262" y="231791"/>
                  </a:lnTo>
                  <a:lnTo>
                    <a:pt x="102261" y="231791"/>
                  </a:lnTo>
                  <a:lnTo>
                    <a:pt x="93280" y="213827"/>
                  </a:lnTo>
                  <a:lnTo>
                    <a:pt x="81919" y="204739"/>
                  </a:lnTo>
                  <a:lnTo>
                    <a:pt x="83959" y="203514"/>
                  </a:lnTo>
                  <a:lnTo>
                    <a:pt x="79537" y="199977"/>
                  </a:lnTo>
                  <a:lnTo>
                    <a:pt x="87090" y="195445"/>
                  </a:lnTo>
                  <a:lnTo>
                    <a:pt x="81919" y="193376"/>
                  </a:lnTo>
                  <a:lnTo>
                    <a:pt x="72829" y="204739"/>
                  </a:lnTo>
                  <a:lnTo>
                    <a:pt x="50104" y="188832"/>
                  </a:lnTo>
                  <a:lnTo>
                    <a:pt x="50104" y="185737"/>
                  </a:lnTo>
                  <a:lnTo>
                    <a:pt x="47722" y="184070"/>
                  </a:lnTo>
                  <a:lnTo>
                    <a:pt x="47722" y="164717"/>
                  </a:lnTo>
                  <a:lnTo>
                    <a:pt x="22834" y="150200"/>
                  </a:lnTo>
                  <a:lnTo>
                    <a:pt x="22834" y="146827"/>
                  </a:lnTo>
                  <a:lnTo>
                    <a:pt x="20452" y="145438"/>
                  </a:lnTo>
                  <a:lnTo>
                    <a:pt x="20452" y="132440"/>
                  </a:lnTo>
                  <a:lnTo>
                    <a:pt x="2382" y="118385"/>
                  </a:lnTo>
                  <a:lnTo>
                    <a:pt x="4818" y="117370"/>
                  </a:lnTo>
                  <a:lnTo>
                    <a:pt x="0" y="113623"/>
                  </a:lnTo>
                  <a:lnTo>
                    <a:pt x="27270" y="102261"/>
                  </a:lnTo>
                  <a:lnTo>
                    <a:pt x="52267" y="63629"/>
                  </a:lnTo>
                  <a:lnTo>
                    <a:pt x="63629" y="27270"/>
                  </a:lnTo>
                  <a:lnTo>
                    <a:pt x="90899" y="15907"/>
                  </a:lnTo>
                  <a:lnTo>
                    <a:pt x="106806" y="4545"/>
                  </a:lnTo>
                  <a:lnTo>
                    <a:pt x="129531" y="11362"/>
                  </a:lnTo>
                  <a:lnTo>
                    <a:pt x="149983" y="11362"/>
                  </a:lnTo>
                  <a:lnTo>
                    <a:pt x="165891" y="27270"/>
                  </a:lnTo>
                  <a:lnTo>
                    <a:pt x="181798" y="15907"/>
                  </a:lnTo>
                  <a:lnTo>
                    <a:pt x="209068" y="1136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246;p30">
              <a:extLst>
                <a:ext uri="{FF2B5EF4-FFF2-40B4-BE49-F238E27FC236}">
                  <a16:creationId xmlns:a16="http://schemas.microsoft.com/office/drawing/2014/main" id="{D6B426C8-F637-7BA9-D27A-1CB864922FBB}"/>
                </a:ext>
              </a:extLst>
            </p:cNvPr>
            <p:cNvSpPr/>
            <p:nvPr/>
          </p:nvSpPr>
          <p:spPr>
            <a:xfrm>
              <a:off x="4784990" y="2114449"/>
              <a:ext cx="279758" cy="262633"/>
            </a:xfrm>
            <a:custGeom>
              <a:avLst/>
              <a:gdLst/>
              <a:ahLst/>
              <a:cxnLst/>
              <a:rect l="l" t="t" r="r" b="b"/>
              <a:pathLst>
                <a:path w="373011" h="350178" extrusionOk="0">
                  <a:moveTo>
                    <a:pt x="129531" y="0"/>
                  </a:moveTo>
                  <a:lnTo>
                    <a:pt x="133947" y="1299"/>
                  </a:lnTo>
                  <a:lnTo>
                    <a:pt x="136675" y="0"/>
                  </a:lnTo>
                  <a:lnTo>
                    <a:pt x="175307" y="11362"/>
                  </a:lnTo>
                  <a:lnTo>
                    <a:pt x="175307" y="16125"/>
                  </a:lnTo>
                  <a:lnTo>
                    <a:pt x="175307" y="27270"/>
                  </a:lnTo>
                  <a:lnTo>
                    <a:pt x="204522" y="27270"/>
                  </a:lnTo>
                  <a:lnTo>
                    <a:pt x="211666" y="27270"/>
                  </a:lnTo>
                  <a:lnTo>
                    <a:pt x="254843" y="34087"/>
                  </a:lnTo>
                  <a:lnTo>
                    <a:pt x="318145" y="34087"/>
                  </a:lnTo>
                  <a:lnTo>
                    <a:pt x="325289" y="34087"/>
                  </a:lnTo>
                  <a:lnTo>
                    <a:pt x="348014" y="43177"/>
                  </a:lnTo>
                  <a:lnTo>
                    <a:pt x="352559" y="59084"/>
                  </a:lnTo>
                  <a:lnTo>
                    <a:pt x="352559" y="63847"/>
                  </a:lnTo>
                  <a:lnTo>
                    <a:pt x="352559" y="86354"/>
                  </a:lnTo>
                  <a:lnTo>
                    <a:pt x="363921" y="109079"/>
                  </a:lnTo>
                  <a:lnTo>
                    <a:pt x="363921" y="113842"/>
                  </a:lnTo>
                  <a:lnTo>
                    <a:pt x="363921" y="134076"/>
                  </a:lnTo>
                  <a:lnTo>
                    <a:pt x="363921" y="138839"/>
                  </a:lnTo>
                  <a:lnTo>
                    <a:pt x="342840" y="149380"/>
                  </a:lnTo>
                  <a:lnTo>
                    <a:pt x="352559" y="172708"/>
                  </a:lnTo>
                  <a:lnTo>
                    <a:pt x="352559" y="177471"/>
                  </a:lnTo>
                  <a:lnTo>
                    <a:pt x="352559" y="199977"/>
                  </a:lnTo>
                  <a:lnTo>
                    <a:pt x="373011" y="254516"/>
                  </a:lnTo>
                  <a:lnTo>
                    <a:pt x="372239" y="257219"/>
                  </a:lnTo>
                  <a:lnTo>
                    <a:pt x="373011" y="259279"/>
                  </a:lnTo>
                  <a:lnTo>
                    <a:pt x="368466" y="275187"/>
                  </a:lnTo>
                  <a:lnTo>
                    <a:pt x="352559" y="279732"/>
                  </a:lnTo>
                  <a:lnTo>
                    <a:pt x="321478" y="326354"/>
                  </a:lnTo>
                  <a:lnTo>
                    <a:pt x="325289" y="345415"/>
                  </a:lnTo>
                  <a:lnTo>
                    <a:pt x="324337" y="345415"/>
                  </a:lnTo>
                  <a:lnTo>
                    <a:pt x="325289" y="350178"/>
                  </a:lnTo>
                  <a:lnTo>
                    <a:pt x="320745" y="350178"/>
                  </a:lnTo>
                  <a:lnTo>
                    <a:pt x="317799" y="348445"/>
                  </a:lnTo>
                  <a:lnTo>
                    <a:pt x="318145" y="350178"/>
                  </a:lnTo>
                  <a:lnTo>
                    <a:pt x="313601" y="350178"/>
                  </a:lnTo>
                  <a:lnTo>
                    <a:pt x="277099" y="328707"/>
                  </a:lnTo>
                  <a:lnTo>
                    <a:pt x="254843" y="334271"/>
                  </a:lnTo>
                  <a:lnTo>
                    <a:pt x="252211" y="333143"/>
                  </a:lnTo>
                  <a:lnTo>
                    <a:pt x="247699" y="334271"/>
                  </a:lnTo>
                  <a:lnTo>
                    <a:pt x="235825" y="329182"/>
                  </a:lnTo>
                  <a:lnTo>
                    <a:pt x="218484" y="338816"/>
                  </a:lnTo>
                  <a:lnTo>
                    <a:pt x="215932" y="336264"/>
                  </a:lnTo>
                  <a:lnTo>
                    <a:pt x="211340" y="338816"/>
                  </a:lnTo>
                  <a:lnTo>
                    <a:pt x="197020" y="324496"/>
                  </a:lnTo>
                  <a:lnTo>
                    <a:pt x="186669" y="327453"/>
                  </a:lnTo>
                  <a:lnTo>
                    <a:pt x="184526" y="326025"/>
                  </a:lnTo>
                  <a:lnTo>
                    <a:pt x="179525" y="327453"/>
                  </a:lnTo>
                  <a:lnTo>
                    <a:pt x="172708" y="322909"/>
                  </a:lnTo>
                  <a:lnTo>
                    <a:pt x="156800" y="295639"/>
                  </a:lnTo>
                  <a:lnTo>
                    <a:pt x="136675" y="295639"/>
                  </a:lnTo>
                  <a:lnTo>
                    <a:pt x="129531" y="295639"/>
                  </a:lnTo>
                  <a:lnTo>
                    <a:pt x="129531" y="290876"/>
                  </a:lnTo>
                  <a:lnTo>
                    <a:pt x="129531" y="275187"/>
                  </a:lnTo>
                  <a:lnTo>
                    <a:pt x="108929" y="270036"/>
                  </a:lnTo>
                  <a:lnTo>
                    <a:pt x="104860" y="284277"/>
                  </a:lnTo>
                  <a:lnTo>
                    <a:pt x="98521" y="281459"/>
                  </a:lnTo>
                  <a:lnTo>
                    <a:pt x="97716" y="284277"/>
                  </a:lnTo>
                  <a:lnTo>
                    <a:pt x="77264" y="275187"/>
                  </a:lnTo>
                  <a:lnTo>
                    <a:pt x="78472" y="270961"/>
                  </a:lnTo>
                  <a:lnTo>
                    <a:pt x="77264" y="270424"/>
                  </a:lnTo>
                  <a:lnTo>
                    <a:pt x="80527" y="259004"/>
                  </a:lnTo>
                  <a:lnTo>
                    <a:pt x="49994" y="252462"/>
                  </a:lnTo>
                  <a:lnTo>
                    <a:pt x="34087" y="232010"/>
                  </a:lnTo>
                  <a:lnTo>
                    <a:pt x="18180" y="193378"/>
                  </a:lnTo>
                  <a:lnTo>
                    <a:pt x="18984" y="190566"/>
                  </a:lnTo>
                  <a:lnTo>
                    <a:pt x="18180" y="188615"/>
                  </a:lnTo>
                  <a:lnTo>
                    <a:pt x="21969" y="175354"/>
                  </a:lnTo>
                  <a:lnTo>
                    <a:pt x="11363" y="145656"/>
                  </a:lnTo>
                  <a:lnTo>
                    <a:pt x="0" y="122931"/>
                  </a:lnTo>
                  <a:lnTo>
                    <a:pt x="1254" y="120675"/>
                  </a:lnTo>
                  <a:lnTo>
                    <a:pt x="0" y="118168"/>
                  </a:lnTo>
                  <a:lnTo>
                    <a:pt x="10229" y="99757"/>
                  </a:lnTo>
                  <a:lnTo>
                    <a:pt x="0" y="75210"/>
                  </a:lnTo>
                  <a:lnTo>
                    <a:pt x="1444" y="73911"/>
                  </a:lnTo>
                  <a:lnTo>
                    <a:pt x="0" y="70447"/>
                  </a:lnTo>
                  <a:lnTo>
                    <a:pt x="22725" y="49994"/>
                  </a:lnTo>
                  <a:lnTo>
                    <a:pt x="81809" y="2272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247;p30">
              <a:extLst>
                <a:ext uri="{FF2B5EF4-FFF2-40B4-BE49-F238E27FC236}">
                  <a16:creationId xmlns:a16="http://schemas.microsoft.com/office/drawing/2014/main" id="{45E911C6-33BB-6DB0-29F1-CFEB88E99CCF}"/>
                </a:ext>
              </a:extLst>
            </p:cNvPr>
            <p:cNvSpPr/>
            <p:nvPr/>
          </p:nvSpPr>
          <p:spPr>
            <a:xfrm>
              <a:off x="4268488" y="2279775"/>
              <a:ext cx="356453" cy="356210"/>
            </a:xfrm>
            <a:custGeom>
              <a:avLst/>
              <a:gdLst/>
              <a:ahLst/>
              <a:cxnLst/>
              <a:rect l="l" t="t" r="r" b="b"/>
              <a:pathLst>
                <a:path w="475271" h="474946" extrusionOk="0">
                  <a:moveTo>
                    <a:pt x="263606" y="0"/>
                  </a:moveTo>
                  <a:lnTo>
                    <a:pt x="264121" y="3093"/>
                  </a:lnTo>
                  <a:lnTo>
                    <a:pt x="270750" y="0"/>
                  </a:lnTo>
                  <a:lnTo>
                    <a:pt x="275295" y="27270"/>
                  </a:lnTo>
                  <a:lnTo>
                    <a:pt x="284058" y="27270"/>
                  </a:lnTo>
                  <a:lnTo>
                    <a:pt x="291202" y="27270"/>
                  </a:lnTo>
                  <a:lnTo>
                    <a:pt x="307109" y="49994"/>
                  </a:lnTo>
                  <a:lnTo>
                    <a:pt x="332681" y="73435"/>
                  </a:lnTo>
                  <a:lnTo>
                    <a:pt x="343142" y="70447"/>
                  </a:lnTo>
                  <a:lnTo>
                    <a:pt x="344928" y="71978"/>
                  </a:lnTo>
                  <a:lnTo>
                    <a:pt x="350286" y="70447"/>
                  </a:lnTo>
                  <a:lnTo>
                    <a:pt x="382100" y="97716"/>
                  </a:lnTo>
                  <a:lnTo>
                    <a:pt x="393463" y="102261"/>
                  </a:lnTo>
                  <a:lnTo>
                    <a:pt x="397681" y="102261"/>
                  </a:lnTo>
                  <a:lnTo>
                    <a:pt x="404825" y="102261"/>
                  </a:lnTo>
                  <a:lnTo>
                    <a:pt x="420732" y="113624"/>
                  </a:lnTo>
                  <a:lnTo>
                    <a:pt x="475271" y="124986"/>
                  </a:lnTo>
                  <a:lnTo>
                    <a:pt x="452547" y="161345"/>
                  </a:lnTo>
                  <a:lnTo>
                    <a:pt x="448002" y="204522"/>
                  </a:lnTo>
                  <a:lnTo>
                    <a:pt x="436639" y="211340"/>
                  </a:lnTo>
                  <a:lnTo>
                    <a:pt x="432472" y="209554"/>
                  </a:lnTo>
                  <a:lnTo>
                    <a:pt x="429495" y="211340"/>
                  </a:lnTo>
                  <a:lnTo>
                    <a:pt x="421729" y="208011"/>
                  </a:lnTo>
                  <a:lnTo>
                    <a:pt x="425277" y="220430"/>
                  </a:lnTo>
                  <a:lnTo>
                    <a:pt x="398008" y="247699"/>
                  </a:lnTo>
                  <a:lnTo>
                    <a:pt x="398008" y="269866"/>
                  </a:lnTo>
                  <a:lnTo>
                    <a:pt x="406771" y="263607"/>
                  </a:lnTo>
                  <a:lnTo>
                    <a:pt x="408409" y="267539"/>
                  </a:lnTo>
                  <a:lnTo>
                    <a:pt x="413915" y="263607"/>
                  </a:lnTo>
                  <a:lnTo>
                    <a:pt x="425277" y="290876"/>
                  </a:lnTo>
                  <a:lnTo>
                    <a:pt x="425277" y="302239"/>
                  </a:lnTo>
                  <a:lnTo>
                    <a:pt x="436639" y="322691"/>
                  </a:lnTo>
                  <a:lnTo>
                    <a:pt x="425277" y="338598"/>
                  </a:lnTo>
                  <a:lnTo>
                    <a:pt x="432094" y="381775"/>
                  </a:lnTo>
                  <a:lnTo>
                    <a:pt x="445403" y="381775"/>
                  </a:lnTo>
                  <a:lnTo>
                    <a:pt x="452547" y="381775"/>
                  </a:lnTo>
                  <a:lnTo>
                    <a:pt x="448002" y="409045"/>
                  </a:lnTo>
                  <a:lnTo>
                    <a:pt x="413915" y="436314"/>
                  </a:lnTo>
                  <a:lnTo>
                    <a:pt x="408002" y="435329"/>
                  </a:lnTo>
                  <a:lnTo>
                    <a:pt x="406771" y="436314"/>
                  </a:lnTo>
                  <a:lnTo>
                    <a:pt x="342566" y="425613"/>
                  </a:lnTo>
                  <a:lnTo>
                    <a:pt x="291202" y="436314"/>
                  </a:lnTo>
                  <a:lnTo>
                    <a:pt x="286657" y="468129"/>
                  </a:lnTo>
                  <a:lnTo>
                    <a:pt x="243480" y="474946"/>
                  </a:lnTo>
                  <a:lnTo>
                    <a:pt x="241832" y="474078"/>
                  </a:lnTo>
                  <a:lnTo>
                    <a:pt x="236336" y="474946"/>
                  </a:lnTo>
                  <a:lnTo>
                    <a:pt x="197840" y="454685"/>
                  </a:lnTo>
                  <a:lnTo>
                    <a:pt x="188941" y="463584"/>
                  </a:lnTo>
                  <a:lnTo>
                    <a:pt x="183540" y="461841"/>
                  </a:lnTo>
                  <a:lnTo>
                    <a:pt x="181797" y="463584"/>
                  </a:lnTo>
                  <a:lnTo>
                    <a:pt x="111351" y="440859"/>
                  </a:lnTo>
                  <a:lnTo>
                    <a:pt x="95444" y="420407"/>
                  </a:lnTo>
                  <a:lnTo>
                    <a:pt x="118168" y="388592"/>
                  </a:lnTo>
                  <a:lnTo>
                    <a:pt x="122713" y="286331"/>
                  </a:lnTo>
                  <a:lnTo>
                    <a:pt x="86354" y="231792"/>
                  </a:lnTo>
                  <a:lnTo>
                    <a:pt x="59084" y="204522"/>
                  </a:lnTo>
                  <a:lnTo>
                    <a:pt x="4545" y="184070"/>
                  </a:lnTo>
                  <a:lnTo>
                    <a:pt x="0" y="140893"/>
                  </a:lnTo>
                  <a:lnTo>
                    <a:pt x="47722" y="136348"/>
                  </a:lnTo>
                  <a:lnTo>
                    <a:pt x="50453" y="136769"/>
                  </a:lnTo>
                  <a:lnTo>
                    <a:pt x="54866" y="136348"/>
                  </a:lnTo>
                  <a:lnTo>
                    <a:pt x="106604" y="144308"/>
                  </a:lnTo>
                  <a:lnTo>
                    <a:pt x="95444" y="81809"/>
                  </a:lnTo>
                  <a:lnTo>
                    <a:pt x="103778" y="88477"/>
                  </a:lnTo>
                  <a:lnTo>
                    <a:pt x="102588" y="81809"/>
                  </a:lnTo>
                  <a:lnTo>
                    <a:pt x="134013" y="106949"/>
                  </a:lnTo>
                  <a:lnTo>
                    <a:pt x="220429" y="65902"/>
                  </a:lnTo>
                  <a:lnTo>
                    <a:pt x="229519" y="1590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248;p30">
              <a:extLst>
                <a:ext uri="{FF2B5EF4-FFF2-40B4-BE49-F238E27FC236}">
                  <a16:creationId xmlns:a16="http://schemas.microsoft.com/office/drawing/2014/main" id="{10D37E83-2DC6-30E2-4F1F-D1DE839FA38B}"/>
                </a:ext>
              </a:extLst>
            </p:cNvPr>
            <p:cNvSpPr/>
            <p:nvPr/>
          </p:nvSpPr>
          <p:spPr>
            <a:xfrm>
              <a:off x="4486726" y="2179216"/>
              <a:ext cx="111143" cy="122551"/>
            </a:xfrm>
            <a:custGeom>
              <a:avLst/>
              <a:gdLst/>
              <a:ahLst/>
              <a:cxnLst/>
              <a:rect l="l" t="t" r="r" b="b"/>
              <a:pathLst>
                <a:path w="148190" h="163402" extrusionOk="0">
                  <a:moveTo>
                    <a:pt x="102261" y="0"/>
                  </a:moveTo>
                  <a:lnTo>
                    <a:pt x="129531" y="0"/>
                  </a:lnTo>
                  <a:lnTo>
                    <a:pt x="132831" y="6601"/>
                  </a:lnTo>
                  <a:lnTo>
                    <a:pt x="136828" y="6601"/>
                  </a:lnTo>
                  <a:lnTo>
                    <a:pt x="148190" y="29326"/>
                  </a:lnTo>
                  <a:lnTo>
                    <a:pt x="136828" y="81593"/>
                  </a:lnTo>
                  <a:lnTo>
                    <a:pt x="125466" y="104318"/>
                  </a:lnTo>
                  <a:lnTo>
                    <a:pt x="105013" y="104318"/>
                  </a:lnTo>
                  <a:lnTo>
                    <a:pt x="109558" y="163402"/>
                  </a:lnTo>
                  <a:lnTo>
                    <a:pt x="93651" y="152040"/>
                  </a:lnTo>
                  <a:lnTo>
                    <a:pt x="88790" y="147179"/>
                  </a:lnTo>
                  <a:lnTo>
                    <a:pt x="86354" y="145439"/>
                  </a:lnTo>
                  <a:lnTo>
                    <a:pt x="65917" y="125002"/>
                  </a:lnTo>
                  <a:lnTo>
                    <a:pt x="34567" y="140677"/>
                  </a:lnTo>
                  <a:lnTo>
                    <a:pt x="7297" y="136132"/>
                  </a:lnTo>
                  <a:lnTo>
                    <a:pt x="13510" y="131783"/>
                  </a:lnTo>
                  <a:lnTo>
                    <a:pt x="0" y="129531"/>
                  </a:lnTo>
                  <a:lnTo>
                    <a:pt x="22725" y="113624"/>
                  </a:lnTo>
                  <a:lnTo>
                    <a:pt x="54539" y="2272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249;p30">
              <a:extLst>
                <a:ext uri="{FF2B5EF4-FFF2-40B4-BE49-F238E27FC236}">
                  <a16:creationId xmlns:a16="http://schemas.microsoft.com/office/drawing/2014/main" id="{F48246F7-07C9-19C0-26BD-1FB72D7A6719}"/>
                </a:ext>
              </a:extLst>
            </p:cNvPr>
            <p:cNvSpPr/>
            <p:nvPr/>
          </p:nvSpPr>
          <p:spPr>
            <a:xfrm>
              <a:off x="4563423" y="2426348"/>
              <a:ext cx="121010" cy="87249"/>
            </a:xfrm>
            <a:custGeom>
              <a:avLst/>
              <a:gdLst/>
              <a:ahLst/>
              <a:cxnLst/>
              <a:rect l="l" t="t" r="r" b="b"/>
              <a:pathLst>
                <a:path w="161346" h="116332" extrusionOk="0">
                  <a:moveTo>
                    <a:pt x="93172" y="0"/>
                  </a:moveTo>
                  <a:lnTo>
                    <a:pt x="129532" y="15908"/>
                  </a:lnTo>
                  <a:lnTo>
                    <a:pt x="129532" y="20453"/>
                  </a:lnTo>
                  <a:lnTo>
                    <a:pt x="128267" y="24879"/>
                  </a:lnTo>
                  <a:lnTo>
                    <a:pt x="129532" y="25433"/>
                  </a:lnTo>
                  <a:lnTo>
                    <a:pt x="129532" y="29978"/>
                  </a:lnTo>
                  <a:lnTo>
                    <a:pt x="127335" y="37665"/>
                  </a:lnTo>
                  <a:lnTo>
                    <a:pt x="145439" y="47722"/>
                  </a:lnTo>
                  <a:lnTo>
                    <a:pt x="161346" y="47722"/>
                  </a:lnTo>
                  <a:lnTo>
                    <a:pt x="159230" y="57247"/>
                  </a:lnTo>
                  <a:lnTo>
                    <a:pt x="161346" y="57247"/>
                  </a:lnTo>
                  <a:lnTo>
                    <a:pt x="156801" y="77700"/>
                  </a:lnTo>
                  <a:lnTo>
                    <a:pt x="145439" y="89062"/>
                  </a:lnTo>
                  <a:lnTo>
                    <a:pt x="113624" y="77700"/>
                  </a:lnTo>
                  <a:lnTo>
                    <a:pt x="109079" y="104970"/>
                  </a:lnTo>
                  <a:lnTo>
                    <a:pt x="93172" y="104970"/>
                  </a:lnTo>
                  <a:lnTo>
                    <a:pt x="81809" y="93607"/>
                  </a:lnTo>
                  <a:lnTo>
                    <a:pt x="65902" y="111787"/>
                  </a:lnTo>
                  <a:lnTo>
                    <a:pt x="43177" y="116332"/>
                  </a:lnTo>
                  <a:lnTo>
                    <a:pt x="27270" y="104970"/>
                  </a:lnTo>
                  <a:lnTo>
                    <a:pt x="15908" y="77700"/>
                  </a:lnTo>
                  <a:lnTo>
                    <a:pt x="0" y="89062"/>
                  </a:lnTo>
                  <a:lnTo>
                    <a:pt x="0" y="79537"/>
                  </a:lnTo>
                  <a:lnTo>
                    <a:pt x="0" y="61792"/>
                  </a:lnTo>
                  <a:lnTo>
                    <a:pt x="0" y="52267"/>
                  </a:lnTo>
                  <a:lnTo>
                    <a:pt x="27270" y="24998"/>
                  </a:lnTo>
                  <a:lnTo>
                    <a:pt x="27270" y="18615"/>
                  </a:lnTo>
                  <a:lnTo>
                    <a:pt x="27270" y="9090"/>
                  </a:lnTo>
                  <a:lnTo>
                    <a:pt x="43177" y="15908"/>
                  </a:lnTo>
                  <a:lnTo>
                    <a:pt x="54540" y="9090"/>
                  </a:lnTo>
                  <a:lnTo>
                    <a:pt x="81809" y="909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250;p30">
              <a:extLst>
                <a:ext uri="{FF2B5EF4-FFF2-40B4-BE49-F238E27FC236}">
                  <a16:creationId xmlns:a16="http://schemas.microsoft.com/office/drawing/2014/main" id="{2475692B-CF63-3E93-0025-7B9D154C257C}"/>
                </a:ext>
              </a:extLst>
            </p:cNvPr>
            <p:cNvSpPr/>
            <p:nvPr/>
          </p:nvSpPr>
          <p:spPr>
            <a:xfrm>
              <a:off x="4979287" y="2039296"/>
              <a:ext cx="153392" cy="119467"/>
            </a:xfrm>
            <a:custGeom>
              <a:avLst/>
              <a:gdLst/>
              <a:ahLst/>
              <a:cxnLst/>
              <a:rect l="l" t="t" r="r" b="b"/>
              <a:pathLst>
                <a:path w="204522" h="159290" extrusionOk="0">
                  <a:moveTo>
                    <a:pt x="43177" y="0"/>
                  </a:moveTo>
                  <a:lnTo>
                    <a:pt x="102261" y="4545"/>
                  </a:lnTo>
                  <a:lnTo>
                    <a:pt x="140893" y="0"/>
                  </a:lnTo>
                  <a:lnTo>
                    <a:pt x="145438" y="15907"/>
                  </a:lnTo>
                  <a:lnTo>
                    <a:pt x="161345" y="15907"/>
                  </a:lnTo>
                  <a:lnTo>
                    <a:pt x="199977" y="47722"/>
                  </a:lnTo>
                  <a:lnTo>
                    <a:pt x="204522" y="74992"/>
                  </a:lnTo>
                  <a:lnTo>
                    <a:pt x="203805" y="75452"/>
                  </a:lnTo>
                  <a:lnTo>
                    <a:pt x="204522" y="79754"/>
                  </a:lnTo>
                  <a:lnTo>
                    <a:pt x="172708" y="100206"/>
                  </a:lnTo>
                  <a:lnTo>
                    <a:pt x="161345" y="138838"/>
                  </a:lnTo>
                  <a:lnTo>
                    <a:pt x="122713" y="159290"/>
                  </a:lnTo>
                  <a:lnTo>
                    <a:pt x="86354" y="159290"/>
                  </a:lnTo>
                  <a:lnTo>
                    <a:pt x="81809" y="143383"/>
                  </a:lnTo>
                  <a:lnTo>
                    <a:pt x="59084" y="134293"/>
                  </a:lnTo>
                  <a:lnTo>
                    <a:pt x="59084" y="129531"/>
                  </a:lnTo>
                  <a:lnTo>
                    <a:pt x="59084" y="116113"/>
                  </a:lnTo>
                  <a:lnTo>
                    <a:pt x="59084" y="111351"/>
                  </a:lnTo>
                  <a:lnTo>
                    <a:pt x="59084" y="100206"/>
                  </a:lnTo>
                  <a:lnTo>
                    <a:pt x="43177" y="91116"/>
                  </a:lnTo>
                  <a:lnTo>
                    <a:pt x="4545" y="79754"/>
                  </a:lnTo>
                  <a:lnTo>
                    <a:pt x="0" y="25214"/>
                  </a:lnTo>
                  <a:lnTo>
                    <a:pt x="382" y="25034"/>
                  </a:lnTo>
                  <a:lnTo>
                    <a:pt x="0" y="2045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251;p30">
              <a:extLst>
                <a:ext uri="{FF2B5EF4-FFF2-40B4-BE49-F238E27FC236}">
                  <a16:creationId xmlns:a16="http://schemas.microsoft.com/office/drawing/2014/main" id="{34E5EBC4-F765-35EC-6778-05318A06137A}"/>
                </a:ext>
              </a:extLst>
            </p:cNvPr>
            <p:cNvSpPr/>
            <p:nvPr/>
          </p:nvSpPr>
          <p:spPr>
            <a:xfrm>
              <a:off x="4157786" y="2821760"/>
              <a:ext cx="570957" cy="573070"/>
            </a:xfrm>
            <a:custGeom>
              <a:avLst/>
              <a:gdLst/>
              <a:ahLst/>
              <a:cxnLst/>
              <a:rect l="l" t="t" r="r" b="b"/>
              <a:pathLst>
                <a:path w="761276" h="764093" extrusionOk="0">
                  <a:moveTo>
                    <a:pt x="547664" y="0"/>
                  </a:moveTo>
                  <a:lnTo>
                    <a:pt x="590841" y="0"/>
                  </a:lnTo>
                  <a:lnTo>
                    <a:pt x="599931" y="9090"/>
                  </a:lnTo>
                  <a:lnTo>
                    <a:pt x="627201" y="9090"/>
                  </a:lnTo>
                  <a:lnTo>
                    <a:pt x="624819" y="20997"/>
                  </a:lnTo>
                  <a:lnTo>
                    <a:pt x="627201" y="20997"/>
                  </a:lnTo>
                  <a:lnTo>
                    <a:pt x="623477" y="39616"/>
                  </a:lnTo>
                  <a:lnTo>
                    <a:pt x="627201" y="74991"/>
                  </a:lnTo>
                  <a:lnTo>
                    <a:pt x="626319" y="78519"/>
                  </a:lnTo>
                  <a:lnTo>
                    <a:pt x="627201" y="86898"/>
                  </a:lnTo>
                  <a:lnTo>
                    <a:pt x="618111" y="123258"/>
                  </a:lnTo>
                  <a:lnTo>
                    <a:pt x="596838" y="148785"/>
                  </a:lnTo>
                  <a:lnTo>
                    <a:pt x="599931" y="170435"/>
                  </a:lnTo>
                  <a:lnTo>
                    <a:pt x="627201" y="197705"/>
                  </a:lnTo>
                  <a:lnTo>
                    <a:pt x="627201" y="209067"/>
                  </a:lnTo>
                  <a:lnTo>
                    <a:pt x="654470" y="224974"/>
                  </a:lnTo>
                  <a:lnTo>
                    <a:pt x="665833" y="299966"/>
                  </a:lnTo>
                  <a:lnTo>
                    <a:pt x="681740" y="338597"/>
                  </a:lnTo>
                  <a:lnTo>
                    <a:pt x="681740" y="350504"/>
                  </a:lnTo>
                  <a:lnTo>
                    <a:pt x="681740" y="359050"/>
                  </a:lnTo>
                  <a:lnTo>
                    <a:pt x="681740" y="370957"/>
                  </a:lnTo>
                  <a:lnTo>
                    <a:pt x="677195" y="402771"/>
                  </a:lnTo>
                  <a:lnTo>
                    <a:pt x="677195" y="406771"/>
                  </a:lnTo>
                  <a:lnTo>
                    <a:pt x="677195" y="418678"/>
                  </a:lnTo>
                  <a:lnTo>
                    <a:pt x="672001" y="435991"/>
                  </a:lnTo>
                  <a:lnTo>
                    <a:pt x="677195" y="456766"/>
                  </a:lnTo>
                  <a:lnTo>
                    <a:pt x="674753" y="458903"/>
                  </a:lnTo>
                  <a:lnTo>
                    <a:pt x="677195" y="468673"/>
                  </a:lnTo>
                  <a:lnTo>
                    <a:pt x="664249" y="480001"/>
                  </a:lnTo>
                  <a:lnTo>
                    <a:pt x="681740" y="504488"/>
                  </a:lnTo>
                  <a:lnTo>
                    <a:pt x="686285" y="520395"/>
                  </a:lnTo>
                  <a:lnTo>
                    <a:pt x="697647" y="543119"/>
                  </a:lnTo>
                  <a:lnTo>
                    <a:pt x="713554" y="536302"/>
                  </a:lnTo>
                  <a:lnTo>
                    <a:pt x="745369" y="552209"/>
                  </a:lnTo>
                  <a:lnTo>
                    <a:pt x="761276" y="579479"/>
                  </a:lnTo>
                  <a:lnTo>
                    <a:pt x="756107" y="582525"/>
                  </a:lnTo>
                  <a:lnTo>
                    <a:pt x="761276" y="591386"/>
                  </a:lnTo>
                  <a:lnTo>
                    <a:pt x="634018" y="666377"/>
                  </a:lnTo>
                  <a:lnTo>
                    <a:pt x="531757" y="748186"/>
                  </a:lnTo>
                  <a:lnTo>
                    <a:pt x="477218" y="759548"/>
                  </a:lnTo>
                  <a:lnTo>
                    <a:pt x="434041" y="764093"/>
                  </a:lnTo>
                  <a:lnTo>
                    <a:pt x="434041" y="752186"/>
                  </a:lnTo>
                  <a:lnTo>
                    <a:pt x="434041" y="741369"/>
                  </a:lnTo>
                  <a:lnTo>
                    <a:pt x="418134" y="736824"/>
                  </a:lnTo>
                  <a:lnTo>
                    <a:pt x="397682" y="720916"/>
                  </a:lnTo>
                  <a:lnTo>
                    <a:pt x="386319" y="705009"/>
                  </a:lnTo>
                  <a:lnTo>
                    <a:pt x="261334" y="618655"/>
                  </a:lnTo>
                  <a:lnTo>
                    <a:pt x="138621" y="532302"/>
                  </a:lnTo>
                  <a:lnTo>
                    <a:pt x="0" y="430041"/>
                  </a:lnTo>
                  <a:lnTo>
                    <a:pt x="0" y="425496"/>
                  </a:lnTo>
                  <a:lnTo>
                    <a:pt x="0" y="418678"/>
                  </a:lnTo>
                  <a:lnTo>
                    <a:pt x="0" y="418134"/>
                  </a:lnTo>
                  <a:lnTo>
                    <a:pt x="0" y="413589"/>
                  </a:lnTo>
                  <a:lnTo>
                    <a:pt x="0" y="406771"/>
                  </a:lnTo>
                  <a:lnTo>
                    <a:pt x="0" y="370957"/>
                  </a:lnTo>
                  <a:lnTo>
                    <a:pt x="0" y="359050"/>
                  </a:lnTo>
                  <a:lnTo>
                    <a:pt x="59084" y="331780"/>
                  </a:lnTo>
                  <a:lnTo>
                    <a:pt x="95444" y="322690"/>
                  </a:lnTo>
                  <a:lnTo>
                    <a:pt x="127258" y="315873"/>
                  </a:lnTo>
                  <a:lnTo>
                    <a:pt x="138621" y="288603"/>
                  </a:lnTo>
                  <a:lnTo>
                    <a:pt x="181797" y="272696"/>
                  </a:lnTo>
                  <a:lnTo>
                    <a:pt x="181797" y="257333"/>
                  </a:lnTo>
                  <a:lnTo>
                    <a:pt x="181797" y="245426"/>
                  </a:lnTo>
                  <a:lnTo>
                    <a:pt x="209067" y="240881"/>
                  </a:lnTo>
                  <a:lnTo>
                    <a:pt x="224974" y="224974"/>
                  </a:lnTo>
                  <a:lnTo>
                    <a:pt x="272696" y="220429"/>
                  </a:lnTo>
                  <a:lnTo>
                    <a:pt x="276324" y="208336"/>
                  </a:lnTo>
                  <a:lnTo>
                    <a:pt x="268151" y="205067"/>
                  </a:lnTo>
                  <a:lnTo>
                    <a:pt x="256789" y="155072"/>
                  </a:lnTo>
                  <a:lnTo>
                    <a:pt x="252244" y="130075"/>
                  </a:lnTo>
                  <a:lnTo>
                    <a:pt x="240882" y="102806"/>
                  </a:lnTo>
                  <a:lnTo>
                    <a:pt x="244537" y="99672"/>
                  </a:lnTo>
                  <a:lnTo>
                    <a:pt x="240882" y="90899"/>
                  </a:lnTo>
                  <a:lnTo>
                    <a:pt x="272696" y="63629"/>
                  </a:lnTo>
                  <a:lnTo>
                    <a:pt x="315873" y="59084"/>
                  </a:lnTo>
                  <a:lnTo>
                    <a:pt x="338598" y="36360"/>
                  </a:lnTo>
                  <a:lnTo>
                    <a:pt x="374957" y="24997"/>
                  </a:lnTo>
                  <a:lnTo>
                    <a:pt x="434041" y="15907"/>
                  </a:lnTo>
                  <a:lnTo>
                    <a:pt x="497670" y="9090"/>
                  </a:lnTo>
                  <a:lnTo>
                    <a:pt x="515850" y="2045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252;p30">
              <a:extLst>
                <a:ext uri="{FF2B5EF4-FFF2-40B4-BE49-F238E27FC236}">
                  <a16:creationId xmlns:a16="http://schemas.microsoft.com/office/drawing/2014/main" id="{75A68E29-F59A-DB77-DEBE-86B2FD0EDA4C}"/>
                </a:ext>
              </a:extLst>
            </p:cNvPr>
            <p:cNvSpPr/>
            <p:nvPr/>
          </p:nvSpPr>
          <p:spPr>
            <a:xfrm>
              <a:off x="4031665" y="3639853"/>
              <a:ext cx="88789" cy="92035"/>
            </a:xfrm>
            <a:custGeom>
              <a:avLst/>
              <a:gdLst/>
              <a:ahLst/>
              <a:cxnLst/>
              <a:rect l="l" t="t" r="r" b="b"/>
              <a:pathLst>
                <a:path w="118385" h="122713" extrusionOk="0">
                  <a:moveTo>
                    <a:pt x="47722" y="0"/>
                  </a:moveTo>
                  <a:lnTo>
                    <a:pt x="52484" y="0"/>
                  </a:lnTo>
                  <a:lnTo>
                    <a:pt x="74991" y="0"/>
                  </a:lnTo>
                  <a:lnTo>
                    <a:pt x="79753" y="0"/>
                  </a:lnTo>
                  <a:lnTo>
                    <a:pt x="91116" y="15907"/>
                  </a:lnTo>
                  <a:lnTo>
                    <a:pt x="102478" y="31815"/>
                  </a:lnTo>
                  <a:lnTo>
                    <a:pt x="95661" y="43177"/>
                  </a:lnTo>
                  <a:lnTo>
                    <a:pt x="107023" y="54539"/>
                  </a:lnTo>
                  <a:lnTo>
                    <a:pt x="107023" y="63629"/>
                  </a:lnTo>
                  <a:lnTo>
                    <a:pt x="113623" y="63629"/>
                  </a:lnTo>
                  <a:lnTo>
                    <a:pt x="118385" y="63629"/>
                  </a:lnTo>
                  <a:lnTo>
                    <a:pt x="95661" y="81809"/>
                  </a:lnTo>
                  <a:lnTo>
                    <a:pt x="79753" y="102261"/>
                  </a:lnTo>
                  <a:lnTo>
                    <a:pt x="79753" y="113623"/>
                  </a:lnTo>
                  <a:lnTo>
                    <a:pt x="70664" y="122713"/>
                  </a:lnTo>
                  <a:lnTo>
                    <a:pt x="65902" y="122713"/>
                  </a:lnTo>
                  <a:lnTo>
                    <a:pt x="59301" y="122713"/>
                  </a:lnTo>
                  <a:lnTo>
                    <a:pt x="54539" y="122713"/>
                  </a:lnTo>
                  <a:lnTo>
                    <a:pt x="27270" y="106806"/>
                  </a:lnTo>
                  <a:lnTo>
                    <a:pt x="11363" y="86354"/>
                  </a:lnTo>
                  <a:lnTo>
                    <a:pt x="6818" y="74992"/>
                  </a:lnTo>
                  <a:lnTo>
                    <a:pt x="0" y="43177"/>
                  </a:lnTo>
                  <a:lnTo>
                    <a:pt x="15907" y="31815"/>
                  </a:lnTo>
                  <a:lnTo>
                    <a:pt x="22725" y="20452"/>
                  </a:lnTo>
                  <a:lnTo>
                    <a:pt x="27270" y="11363"/>
                  </a:lnTo>
                  <a:lnTo>
                    <a:pt x="32032" y="11363"/>
                  </a:lnTo>
                  <a:lnTo>
                    <a:pt x="38632" y="1136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253;p30">
              <a:extLst>
                <a:ext uri="{FF2B5EF4-FFF2-40B4-BE49-F238E27FC236}">
                  <a16:creationId xmlns:a16="http://schemas.microsoft.com/office/drawing/2014/main" id="{DCA343F5-9A08-63AE-8E7D-B26B0A24161D}"/>
                </a:ext>
              </a:extLst>
            </p:cNvPr>
            <p:cNvSpPr/>
            <p:nvPr/>
          </p:nvSpPr>
          <p:spPr>
            <a:xfrm>
              <a:off x="3978830" y="3571678"/>
              <a:ext cx="206389" cy="151850"/>
            </a:xfrm>
            <a:custGeom>
              <a:avLst/>
              <a:gdLst/>
              <a:ahLst/>
              <a:cxnLst/>
              <a:rect l="l" t="t" r="r" b="b"/>
              <a:pathLst>
                <a:path w="275186" h="202467" extrusionOk="0">
                  <a:moveTo>
                    <a:pt x="54540" y="0"/>
                  </a:moveTo>
                  <a:lnTo>
                    <a:pt x="70447" y="0"/>
                  </a:lnTo>
                  <a:lnTo>
                    <a:pt x="97716" y="11363"/>
                  </a:lnTo>
                  <a:lnTo>
                    <a:pt x="102261" y="11363"/>
                  </a:lnTo>
                  <a:lnTo>
                    <a:pt x="109079" y="4545"/>
                  </a:lnTo>
                  <a:lnTo>
                    <a:pt x="129531" y="4545"/>
                  </a:lnTo>
                  <a:lnTo>
                    <a:pt x="136348" y="4545"/>
                  </a:lnTo>
                  <a:lnTo>
                    <a:pt x="136348" y="9307"/>
                  </a:lnTo>
                  <a:lnTo>
                    <a:pt x="141110" y="9307"/>
                  </a:lnTo>
                  <a:lnTo>
                    <a:pt x="141110" y="15908"/>
                  </a:lnTo>
                  <a:lnTo>
                    <a:pt x="152256" y="15908"/>
                  </a:lnTo>
                  <a:lnTo>
                    <a:pt x="156801" y="15908"/>
                  </a:lnTo>
                  <a:lnTo>
                    <a:pt x="168163" y="27270"/>
                  </a:lnTo>
                  <a:lnTo>
                    <a:pt x="184070" y="27270"/>
                  </a:lnTo>
                  <a:lnTo>
                    <a:pt x="195433" y="20452"/>
                  </a:lnTo>
                  <a:lnTo>
                    <a:pt x="204523" y="15908"/>
                  </a:lnTo>
                  <a:lnTo>
                    <a:pt x="215885" y="11363"/>
                  </a:lnTo>
                  <a:lnTo>
                    <a:pt x="220430" y="11363"/>
                  </a:lnTo>
                  <a:lnTo>
                    <a:pt x="227247" y="15908"/>
                  </a:lnTo>
                  <a:lnTo>
                    <a:pt x="228113" y="18072"/>
                  </a:lnTo>
                  <a:lnTo>
                    <a:pt x="232009" y="20670"/>
                  </a:lnTo>
                  <a:lnTo>
                    <a:pt x="236554" y="32032"/>
                  </a:lnTo>
                  <a:lnTo>
                    <a:pt x="252462" y="52484"/>
                  </a:lnTo>
                  <a:lnTo>
                    <a:pt x="247917" y="57029"/>
                  </a:lnTo>
                  <a:lnTo>
                    <a:pt x="245277" y="63629"/>
                  </a:lnTo>
                  <a:lnTo>
                    <a:pt x="247700" y="63629"/>
                  </a:lnTo>
                  <a:lnTo>
                    <a:pt x="254517" y="63629"/>
                  </a:lnTo>
                  <a:lnTo>
                    <a:pt x="252476" y="68391"/>
                  </a:lnTo>
                  <a:lnTo>
                    <a:pt x="259279" y="68391"/>
                  </a:lnTo>
                  <a:lnTo>
                    <a:pt x="252908" y="83257"/>
                  </a:lnTo>
                  <a:lnTo>
                    <a:pt x="263607" y="90899"/>
                  </a:lnTo>
                  <a:lnTo>
                    <a:pt x="261702" y="90899"/>
                  </a:lnTo>
                  <a:lnTo>
                    <a:pt x="268369" y="95661"/>
                  </a:lnTo>
                  <a:lnTo>
                    <a:pt x="259279" y="95661"/>
                  </a:lnTo>
                  <a:lnTo>
                    <a:pt x="259279" y="111568"/>
                  </a:lnTo>
                  <a:lnTo>
                    <a:pt x="263824" y="122931"/>
                  </a:lnTo>
                  <a:lnTo>
                    <a:pt x="275186" y="154745"/>
                  </a:lnTo>
                  <a:lnTo>
                    <a:pt x="259279" y="159290"/>
                  </a:lnTo>
                  <a:lnTo>
                    <a:pt x="259279" y="166108"/>
                  </a:lnTo>
                  <a:lnTo>
                    <a:pt x="259279" y="170653"/>
                  </a:lnTo>
                  <a:lnTo>
                    <a:pt x="259279" y="186560"/>
                  </a:lnTo>
                  <a:lnTo>
                    <a:pt x="252462" y="186560"/>
                  </a:lnTo>
                  <a:lnTo>
                    <a:pt x="243372" y="186560"/>
                  </a:lnTo>
                  <a:lnTo>
                    <a:pt x="232009" y="202467"/>
                  </a:lnTo>
                  <a:lnTo>
                    <a:pt x="220647" y="202467"/>
                  </a:lnTo>
                  <a:lnTo>
                    <a:pt x="218266" y="197705"/>
                  </a:lnTo>
                  <a:lnTo>
                    <a:pt x="215885" y="197705"/>
                  </a:lnTo>
                  <a:lnTo>
                    <a:pt x="211340" y="188615"/>
                  </a:lnTo>
                  <a:lnTo>
                    <a:pt x="211340" y="172708"/>
                  </a:lnTo>
                  <a:lnTo>
                    <a:pt x="202756" y="155539"/>
                  </a:lnTo>
                  <a:lnTo>
                    <a:pt x="193377" y="159290"/>
                  </a:lnTo>
                  <a:lnTo>
                    <a:pt x="188832" y="159290"/>
                  </a:lnTo>
                  <a:lnTo>
                    <a:pt x="177470" y="166108"/>
                  </a:lnTo>
                  <a:lnTo>
                    <a:pt x="177470" y="158488"/>
                  </a:lnTo>
                  <a:lnTo>
                    <a:pt x="172708" y="161346"/>
                  </a:lnTo>
                  <a:lnTo>
                    <a:pt x="172708" y="145438"/>
                  </a:lnTo>
                  <a:lnTo>
                    <a:pt x="166108" y="138838"/>
                  </a:lnTo>
                  <a:lnTo>
                    <a:pt x="166108" y="138838"/>
                  </a:lnTo>
                  <a:lnTo>
                    <a:pt x="161346" y="134076"/>
                  </a:lnTo>
                  <a:lnTo>
                    <a:pt x="168163" y="122714"/>
                  </a:lnTo>
                  <a:lnTo>
                    <a:pt x="156801" y="106807"/>
                  </a:lnTo>
                  <a:lnTo>
                    <a:pt x="150200" y="100206"/>
                  </a:lnTo>
                  <a:lnTo>
                    <a:pt x="122931" y="100206"/>
                  </a:lnTo>
                  <a:lnTo>
                    <a:pt x="113841" y="107023"/>
                  </a:lnTo>
                  <a:lnTo>
                    <a:pt x="102478" y="107023"/>
                  </a:lnTo>
                  <a:lnTo>
                    <a:pt x="97934" y="116113"/>
                  </a:lnTo>
                  <a:lnTo>
                    <a:pt x="91116" y="127476"/>
                  </a:lnTo>
                  <a:lnTo>
                    <a:pt x="75209" y="143383"/>
                  </a:lnTo>
                  <a:lnTo>
                    <a:pt x="71042" y="138026"/>
                  </a:lnTo>
                  <a:lnTo>
                    <a:pt x="70447" y="138621"/>
                  </a:lnTo>
                  <a:lnTo>
                    <a:pt x="54540" y="118169"/>
                  </a:lnTo>
                  <a:lnTo>
                    <a:pt x="43394" y="107023"/>
                  </a:lnTo>
                  <a:lnTo>
                    <a:pt x="32032" y="100206"/>
                  </a:lnTo>
                  <a:lnTo>
                    <a:pt x="22942" y="95661"/>
                  </a:lnTo>
                  <a:lnTo>
                    <a:pt x="22942" y="93280"/>
                  </a:lnTo>
                  <a:lnTo>
                    <a:pt x="18180" y="90899"/>
                  </a:lnTo>
                  <a:lnTo>
                    <a:pt x="18180" y="70447"/>
                  </a:lnTo>
                  <a:lnTo>
                    <a:pt x="16125" y="68391"/>
                  </a:lnTo>
                  <a:lnTo>
                    <a:pt x="4762" y="63847"/>
                  </a:lnTo>
                  <a:lnTo>
                    <a:pt x="7003" y="61886"/>
                  </a:lnTo>
                  <a:lnTo>
                    <a:pt x="0" y="59085"/>
                  </a:lnTo>
                  <a:lnTo>
                    <a:pt x="18180" y="43177"/>
                  </a:lnTo>
                  <a:lnTo>
                    <a:pt x="27270" y="43177"/>
                  </a:lnTo>
                  <a:lnTo>
                    <a:pt x="38632" y="31815"/>
                  </a:lnTo>
                  <a:lnTo>
                    <a:pt x="43177" y="31815"/>
                  </a:lnTo>
                  <a:lnTo>
                    <a:pt x="49995" y="27270"/>
                  </a:lnTo>
                  <a:lnTo>
                    <a:pt x="49995" y="15908"/>
                  </a:lnTo>
                  <a:lnTo>
                    <a:pt x="49995" y="1136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254;p30">
              <a:extLst>
                <a:ext uri="{FF2B5EF4-FFF2-40B4-BE49-F238E27FC236}">
                  <a16:creationId xmlns:a16="http://schemas.microsoft.com/office/drawing/2014/main" id="{80D0DF2F-224F-BF4E-41DF-2AF598658875}"/>
                </a:ext>
              </a:extLst>
            </p:cNvPr>
            <p:cNvSpPr/>
            <p:nvPr/>
          </p:nvSpPr>
          <p:spPr>
            <a:xfrm>
              <a:off x="3927698" y="2869482"/>
              <a:ext cx="439967" cy="455388"/>
            </a:xfrm>
            <a:custGeom>
              <a:avLst/>
              <a:gdLst/>
              <a:ahLst/>
              <a:cxnLst/>
              <a:rect l="l" t="t" r="r" b="b"/>
              <a:pathLst>
                <a:path w="586622" h="607184" extrusionOk="0">
                  <a:moveTo>
                    <a:pt x="406772" y="0"/>
                  </a:moveTo>
                  <a:lnTo>
                    <a:pt x="434041" y="0"/>
                  </a:lnTo>
                  <a:lnTo>
                    <a:pt x="456766" y="15907"/>
                  </a:lnTo>
                  <a:lnTo>
                    <a:pt x="493126" y="15907"/>
                  </a:lnTo>
                  <a:lnTo>
                    <a:pt x="531757" y="27270"/>
                  </a:lnTo>
                  <a:lnTo>
                    <a:pt x="547665" y="27270"/>
                  </a:lnTo>
                  <a:lnTo>
                    <a:pt x="551634" y="36795"/>
                  </a:lnTo>
                  <a:lnTo>
                    <a:pt x="554808" y="36795"/>
                  </a:lnTo>
                  <a:lnTo>
                    <a:pt x="566170" y="64064"/>
                  </a:lnTo>
                  <a:lnTo>
                    <a:pt x="570715" y="89061"/>
                  </a:lnTo>
                  <a:lnTo>
                    <a:pt x="582077" y="139056"/>
                  </a:lnTo>
                  <a:lnTo>
                    <a:pt x="586622" y="143601"/>
                  </a:lnTo>
                  <a:lnTo>
                    <a:pt x="582077" y="166325"/>
                  </a:lnTo>
                  <a:lnTo>
                    <a:pt x="532083" y="170870"/>
                  </a:lnTo>
                  <a:lnTo>
                    <a:pt x="516176" y="186778"/>
                  </a:lnTo>
                  <a:lnTo>
                    <a:pt x="495724" y="191323"/>
                  </a:lnTo>
                  <a:lnTo>
                    <a:pt x="495724" y="218592"/>
                  </a:lnTo>
                  <a:lnTo>
                    <a:pt x="452547" y="234499"/>
                  </a:lnTo>
                  <a:lnTo>
                    <a:pt x="441184" y="261769"/>
                  </a:lnTo>
                  <a:lnTo>
                    <a:pt x="409370" y="273131"/>
                  </a:lnTo>
                  <a:lnTo>
                    <a:pt x="373010" y="277676"/>
                  </a:lnTo>
                  <a:lnTo>
                    <a:pt x="313926" y="304946"/>
                  </a:lnTo>
                  <a:lnTo>
                    <a:pt x="313926" y="359485"/>
                  </a:lnTo>
                  <a:lnTo>
                    <a:pt x="307109" y="359485"/>
                  </a:lnTo>
                  <a:lnTo>
                    <a:pt x="307109" y="379937"/>
                  </a:lnTo>
                  <a:lnTo>
                    <a:pt x="286657" y="379937"/>
                  </a:lnTo>
                  <a:lnTo>
                    <a:pt x="275294" y="391300"/>
                  </a:lnTo>
                  <a:lnTo>
                    <a:pt x="259387" y="391300"/>
                  </a:lnTo>
                  <a:lnTo>
                    <a:pt x="243480" y="386755"/>
                  </a:lnTo>
                  <a:lnTo>
                    <a:pt x="211665" y="391300"/>
                  </a:lnTo>
                  <a:lnTo>
                    <a:pt x="200303" y="423114"/>
                  </a:lnTo>
                  <a:lnTo>
                    <a:pt x="188941" y="423114"/>
                  </a:lnTo>
                  <a:lnTo>
                    <a:pt x="173033" y="470836"/>
                  </a:lnTo>
                  <a:lnTo>
                    <a:pt x="118494" y="520830"/>
                  </a:lnTo>
                  <a:lnTo>
                    <a:pt x="109404" y="573097"/>
                  </a:lnTo>
                  <a:lnTo>
                    <a:pt x="93497" y="591277"/>
                  </a:lnTo>
                  <a:lnTo>
                    <a:pt x="86680" y="607184"/>
                  </a:lnTo>
                  <a:lnTo>
                    <a:pt x="7143" y="607184"/>
                  </a:lnTo>
                  <a:lnTo>
                    <a:pt x="7143" y="597659"/>
                  </a:lnTo>
                  <a:lnTo>
                    <a:pt x="0" y="597659"/>
                  </a:lnTo>
                  <a:lnTo>
                    <a:pt x="0" y="581752"/>
                  </a:lnTo>
                  <a:lnTo>
                    <a:pt x="15908" y="570390"/>
                  </a:lnTo>
                  <a:lnTo>
                    <a:pt x="27270" y="547665"/>
                  </a:lnTo>
                  <a:lnTo>
                    <a:pt x="27270" y="538575"/>
                  </a:lnTo>
                  <a:lnTo>
                    <a:pt x="36360" y="511305"/>
                  </a:lnTo>
                  <a:lnTo>
                    <a:pt x="59084" y="484036"/>
                  </a:lnTo>
                  <a:lnTo>
                    <a:pt x="68174" y="472674"/>
                  </a:lnTo>
                  <a:lnTo>
                    <a:pt x="79537" y="452221"/>
                  </a:lnTo>
                  <a:lnTo>
                    <a:pt x="79537" y="429497"/>
                  </a:lnTo>
                  <a:lnTo>
                    <a:pt x="95444" y="402227"/>
                  </a:lnTo>
                  <a:lnTo>
                    <a:pt x="118169" y="393137"/>
                  </a:lnTo>
                  <a:lnTo>
                    <a:pt x="138621" y="349960"/>
                  </a:lnTo>
                  <a:lnTo>
                    <a:pt x="161345" y="334053"/>
                  </a:lnTo>
                  <a:lnTo>
                    <a:pt x="193160" y="327235"/>
                  </a:lnTo>
                  <a:lnTo>
                    <a:pt x="224974" y="299966"/>
                  </a:lnTo>
                  <a:lnTo>
                    <a:pt x="240882" y="290876"/>
                  </a:lnTo>
                  <a:lnTo>
                    <a:pt x="272696" y="252244"/>
                  </a:lnTo>
                  <a:lnTo>
                    <a:pt x="263606" y="199977"/>
                  </a:lnTo>
                  <a:lnTo>
                    <a:pt x="279514" y="161345"/>
                  </a:lnTo>
                  <a:lnTo>
                    <a:pt x="284059" y="138621"/>
                  </a:lnTo>
                  <a:lnTo>
                    <a:pt x="306783" y="113624"/>
                  </a:lnTo>
                  <a:lnTo>
                    <a:pt x="343143" y="90899"/>
                  </a:lnTo>
                  <a:lnTo>
                    <a:pt x="370412" y="70447"/>
                  </a:lnTo>
                  <a:lnTo>
                    <a:pt x="397682" y="2727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255;p30">
              <a:extLst>
                <a:ext uri="{FF2B5EF4-FFF2-40B4-BE49-F238E27FC236}">
                  <a16:creationId xmlns:a16="http://schemas.microsoft.com/office/drawing/2014/main" id="{30EDFAD9-BE38-0BB6-205B-295B7D8BACCB}"/>
                </a:ext>
              </a:extLst>
            </p:cNvPr>
            <p:cNvSpPr/>
            <p:nvPr/>
          </p:nvSpPr>
          <p:spPr>
            <a:xfrm>
              <a:off x="4053494" y="3212057"/>
              <a:ext cx="462205" cy="431364"/>
            </a:xfrm>
            <a:custGeom>
              <a:avLst/>
              <a:gdLst/>
              <a:ahLst/>
              <a:cxnLst/>
              <a:rect l="l" t="t" r="r" b="b"/>
              <a:pathLst>
                <a:path w="616273" h="575152" extrusionOk="0">
                  <a:moveTo>
                    <a:pt x="218592" y="0"/>
                  </a:moveTo>
                  <a:lnTo>
                    <a:pt x="277676" y="0"/>
                  </a:lnTo>
                  <a:lnTo>
                    <a:pt x="400389" y="86354"/>
                  </a:lnTo>
                  <a:lnTo>
                    <a:pt x="525375" y="172708"/>
                  </a:lnTo>
                  <a:lnTo>
                    <a:pt x="536737" y="188615"/>
                  </a:lnTo>
                  <a:lnTo>
                    <a:pt x="557189" y="204522"/>
                  </a:lnTo>
                  <a:lnTo>
                    <a:pt x="573096" y="209067"/>
                  </a:lnTo>
                  <a:lnTo>
                    <a:pt x="573096" y="213830"/>
                  </a:lnTo>
                  <a:lnTo>
                    <a:pt x="573096" y="231792"/>
                  </a:lnTo>
                  <a:lnTo>
                    <a:pt x="616273" y="231792"/>
                  </a:lnTo>
                  <a:lnTo>
                    <a:pt x="616273" y="236555"/>
                  </a:lnTo>
                  <a:lnTo>
                    <a:pt x="616273" y="318145"/>
                  </a:lnTo>
                  <a:lnTo>
                    <a:pt x="616273" y="322908"/>
                  </a:lnTo>
                  <a:lnTo>
                    <a:pt x="595821" y="350178"/>
                  </a:lnTo>
                  <a:lnTo>
                    <a:pt x="589004" y="370630"/>
                  </a:lnTo>
                  <a:lnTo>
                    <a:pt x="557189" y="375175"/>
                  </a:lnTo>
                  <a:lnTo>
                    <a:pt x="509467" y="381993"/>
                  </a:lnTo>
                  <a:lnTo>
                    <a:pt x="493560" y="393355"/>
                  </a:lnTo>
                  <a:lnTo>
                    <a:pt x="484035" y="393355"/>
                  </a:lnTo>
                  <a:lnTo>
                    <a:pt x="470836" y="393355"/>
                  </a:lnTo>
                  <a:lnTo>
                    <a:pt x="450383" y="397900"/>
                  </a:lnTo>
                  <a:lnTo>
                    <a:pt x="448651" y="396168"/>
                  </a:lnTo>
                  <a:lnTo>
                    <a:pt x="440858" y="397900"/>
                  </a:lnTo>
                  <a:lnTo>
                    <a:pt x="431877" y="388919"/>
                  </a:lnTo>
                  <a:lnTo>
                    <a:pt x="418569" y="393355"/>
                  </a:lnTo>
                  <a:lnTo>
                    <a:pt x="384482" y="409262"/>
                  </a:lnTo>
                  <a:lnTo>
                    <a:pt x="375392" y="425169"/>
                  </a:lnTo>
                  <a:lnTo>
                    <a:pt x="348122" y="434259"/>
                  </a:lnTo>
                  <a:lnTo>
                    <a:pt x="341305" y="445622"/>
                  </a:lnTo>
                  <a:lnTo>
                    <a:pt x="325398" y="456984"/>
                  </a:lnTo>
                  <a:lnTo>
                    <a:pt x="318594" y="455040"/>
                  </a:lnTo>
                  <a:lnTo>
                    <a:pt x="315873" y="456984"/>
                  </a:lnTo>
                  <a:lnTo>
                    <a:pt x="306984" y="454445"/>
                  </a:lnTo>
                  <a:lnTo>
                    <a:pt x="298128" y="461529"/>
                  </a:lnTo>
                  <a:lnTo>
                    <a:pt x="293583" y="484254"/>
                  </a:lnTo>
                  <a:lnTo>
                    <a:pt x="266314" y="516068"/>
                  </a:lnTo>
                  <a:lnTo>
                    <a:pt x="266314" y="522667"/>
                  </a:lnTo>
                  <a:lnTo>
                    <a:pt x="266314" y="527430"/>
                  </a:lnTo>
                  <a:lnTo>
                    <a:pt x="257224" y="543338"/>
                  </a:lnTo>
                  <a:lnTo>
                    <a:pt x="257224" y="559027"/>
                  </a:lnTo>
                  <a:lnTo>
                    <a:pt x="257224" y="563790"/>
                  </a:lnTo>
                  <a:lnTo>
                    <a:pt x="239044" y="570607"/>
                  </a:lnTo>
                  <a:lnTo>
                    <a:pt x="234499" y="575152"/>
                  </a:lnTo>
                  <a:lnTo>
                    <a:pt x="232844" y="569360"/>
                  </a:lnTo>
                  <a:lnTo>
                    <a:pt x="229519" y="570607"/>
                  </a:lnTo>
                  <a:lnTo>
                    <a:pt x="224974" y="575152"/>
                  </a:lnTo>
                  <a:lnTo>
                    <a:pt x="221406" y="562664"/>
                  </a:lnTo>
                  <a:lnTo>
                    <a:pt x="218592" y="563790"/>
                  </a:lnTo>
                  <a:lnTo>
                    <a:pt x="214047" y="563790"/>
                  </a:lnTo>
                  <a:lnTo>
                    <a:pt x="202685" y="575152"/>
                  </a:lnTo>
                  <a:lnTo>
                    <a:pt x="193160" y="575152"/>
                  </a:lnTo>
                  <a:lnTo>
                    <a:pt x="175415" y="575152"/>
                  </a:lnTo>
                  <a:lnTo>
                    <a:pt x="165890" y="575152"/>
                  </a:lnTo>
                  <a:lnTo>
                    <a:pt x="161345" y="570607"/>
                  </a:lnTo>
                  <a:lnTo>
                    <a:pt x="154528" y="570607"/>
                  </a:lnTo>
                  <a:lnTo>
                    <a:pt x="138621" y="563790"/>
                  </a:lnTo>
                  <a:lnTo>
                    <a:pt x="140345" y="559767"/>
                  </a:lnTo>
                  <a:lnTo>
                    <a:pt x="138621" y="559028"/>
                  </a:lnTo>
                  <a:lnTo>
                    <a:pt x="143397" y="547883"/>
                  </a:lnTo>
                  <a:lnTo>
                    <a:pt x="139056" y="547883"/>
                  </a:lnTo>
                  <a:lnTo>
                    <a:pt x="138621" y="547883"/>
                  </a:lnTo>
                  <a:lnTo>
                    <a:pt x="129531" y="547883"/>
                  </a:lnTo>
                  <a:lnTo>
                    <a:pt x="131436" y="543121"/>
                  </a:lnTo>
                  <a:lnTo>
                    <a:pt x="129531" y="543121"/>
                  </a:lnTo>
                  <a:lnTo>
                    <a:pt x="134076" y="531758"/>
                  </a:lnTo>
                  <a:lnTo>
                    <a:pt x="137034" y="525843"/>
                  </a:lnTo>
                  <a:lnTo>
                    <a:pt x="122713" y="511523"/>
                  </a:lnTo>
                  <a:lnTo>
                    <a:pt x="118168" y="500161"/>
                  </a:lnTo>
                  <a:lnTo>
                    <a:pt x="113219" y="496861"/>
                  </a:lnTo>
                  <a:lnTo>
                    <a:pt x="104969" y="500161"/>
                  </a:lnTo>
                  <a:lnTo>
                    <a:pt x="95879" y="504706"/>
                  </a:lnTo>
                  <a:lnTo>
                    <a:pt x="84517" y="511523"/>
                  </a:lnTo>
                  <a:lnTo>
                    <a:pt x="74992" y="511523"/>
                  </a:lnTo>
                  <a:lnTo>
                    <a:pt x="68609" y="511523"/>
                  </a:lnTo>
                  <a:lnTo>
                    <a:pt x="59084" y="511523"/>
                  </a:lnTo>
                  <a:lnTo>
                    <a:pt x="47722" y="500161"/>
                  </a:lnTo>
                  <a:lnTo>
                    <a:pt x="43177" y="500161"/>
                  </a:lnTo>
                  <a:lnTo>
                    <a:pt x="41340" y="500161"/>
                  </a:lnTo>
                  <a:lnTo>
                    <a:pt x="36795" y="500161"/>
                  </a:lnTo>
                  <a:lnTo>
                    <a:pt x="31815" y="500161"/>
                  </a:lnTo>
                  <a:lnTo>
                    <a:pt x="27270" y="500161"/>
                  </a:lnTo>
                  <a:lnTo>
                    <a:pt x="27270" y="495399"/>
                  </a:lnTo>
                  <a:lnTo>
                    <a:pt x="27270" y="495399"/>
                  </a:lnTo>
                  <a:lnTo>
                    <a:pt x="27270" y="484037"/>
                  </a:lnTo>
                  <a:lnTo>
                    <a:pt x="27270" y="477435"/>
                  </a:lnTo>
                  <a:lnTo>
                    <a:pt x="20452" y="461529"/>
                  </a:lnTo>
                  <a:lnTo>
                    <a:pt x="9090" y="452439"/>
                  </a:lnTo>
                  <a:lnTo>
                    <a:pt x="4545" y="429714"/>
                  </a:lnTo>
                  <a:lnTo>
                    <a:pt x="0" y="409262"/>
                  </a:lnTo>
                  <a:lnTo>
                    <a:pt x="828" y="408227"/>
                  </a:lnTo>
                  <a:lnTo>
                    <a:pt x="0" y="404500"/>
                  </a:lnTo>
                  <a:lnTo>
                    <a:pt x="9090" y="393138"/>
                  </a:lnTo>
                  <a:lnTo>
                    <a:pt x="20452" y="377231"/>
                  </a:lnTo>
                  <a:lnTo>
                    <a:pt x="31815" y="370413"/>
                  </a:lnTo>
                  <a:lnTo>
                    <a:pt x="36760" y="373161"/>
                  </a:lnTo>
                  <a:lnTo>
                    <a:pt x="41340" y="370412"/>
                  </a:lnTo>
                  <a:lnTo>
                    <a:pt x="59595" y="380554"/>
                  </a:lnTo>
                  <a:lnTo>
                    <a:pt x="79537" y="377231"/>
                  </a:lnTo>
                  <a:lnTo>
                    <a:pt x="89059" y="377231"/>
                  </a:lnTo>
                  <a:lnTo>
                    <a:pt x="89062" y="377230"/>
                  </a:lnTo>
                  <a:lnTo>
                    <a:pt x="90899" y="377230"/>
                  </a:lnTo>
                  <a:lnTo>
                    <a:pt x="95444" y="370413"/>
                  </a:lnTo>
                  <a:lnTo>
                    <a:pt x="104969" y="370413"/>
                  </a:lnTo>
                  <a:lnTo>
                    <a:pt x="104969" y="370412"/>
                  </a:lnTo>
                  <a:lnTo>
                    <a:pt x="247699" y="370412"/>
                  </a:lnTo>
                  <a:lnTo>
                    <a:pt x="251564" y="349157"/>
                  </a:lnTo>
                  <a:lnTo>
                    <a:pt x="247699" y="343361"/>
                  </a:lnTo>
                  <a:lnTo>
                    <a:pt x="229519" y="177471"/>
                  </a:lnTo>
                  <a:lnTo>
                    <a:pt x="209067" y="4763"/>
                  </a:lnTo>
                  <a:lnTo>
                    <a:pt x="209631" y="4763"/>
                  </a:lnTo>
                  <a:lnTo>
                    <a:pt x="209067" y="1"/>
                  </a:lnTo>
                  <a:lnTo>
                    <a:pt x="218592" y="1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256;p30">
              <a:extLst>
                <a:ext uri="{FF2B5EF4-FFF2-40B4-BE49-F238E27FC236}">
                  <a16:creationId xmlns:a16="http://schemas.microsoft.com/office/drawing/2014/main" id="{53405D12-AFEB-A3A5-35A8-9CE8BC9C181C}"/>
                </a:ext>
              </a:extLst>
            </p:cNvPr>
            <p:cNvSpPr/>
            <p:nvPr/>
          </p:nvSpPr>
          <p:spPr>
            <a:xfrm>
              <a:off x="4406622" y="3252801"/>
              <a:ext cx="438344" cy="353289"/>
            </a:xfrm>
            <a:custGeom>
              <a:avLst/>
              <a:gdLst/>
              <a:ahLst/>
              <a:cxnLst/>
              <a:rect l="l" t="t" r="r" b="b"/>
              <a:pathLst>
                <a:path w="584459" h="471052" extrusionOk="0">
                  <a:moveTo>
                    <a:pt x="429496" y="0"/>
                  </a:moveTo>
                  <a:lnTo>
                    <a:pt x="488581" y="22725"/>
                  </a:lnTo>
                  <a:lnTo>
                    <a:pt x="495332" y="28801"/>
                  </a:lnTo>
                  <a:lnTo>
                    <a:pt x="498106" y="29868"/>
                  </a:lnTo>
                  <a:lnTo>
                    <a:pt x="512157" y="42514"/>
                  </a:lnTo>
                  <a:lnTo>
                    <a:pt x="531757" y="27270"/>
                  </a:lnTo>
                  <a:lnTo>
                    <a:pt x="534192" y="39928"/>
                  </a:lnTo>
                  <a:lnTo>
                    <a:pt x="541282" y="34413"/>
                  </a:lnTo>
                  <a:lnTo>
                    <a:pt x="552645" y="93497"/>
                  </a:lnTo>
                  <a:lnTo>
                    <a:pt x="564007" y="104859"/>
                  </a:lnTo>
                  <a:lnTo>
                    <a:pt x="568430" y="120340"/>
                  </a:lnTo>
                  <a:lnTo>
                    <a:pt x="574934" y="124986"/>
                  </a:lnTo>
                  <a:lnTo>
                    <a:pt x="574796" y="125227"/>
                  </a:lnTo>
                  <a:lnTo>
                    <a:pt x="584459" y="132129"/>
                  </a:lnTo>
                  <a:lnTo>
                    <a:pt x="581561" y="137201"/>
                  </a:lnTo>
                  <a:lnTo>
                    <a:pt x="584459" y="139272"/>
                  </a:lnTo>
                  <a:lnTo>
                    <a:pt x="575369" y="155179"/>
                  </a:lnTo>
                  <a:lnTo>
                    <a:pt x="557190" y="234716"/>
                  </a:lnTo>
                  <a:lnTo>
                    <a:pt x="557190" y="277567"/>
                  </a:lnTo>
                  <a:lnTo>
                    <a:pt x="557190" y="284710"/>
                  </a:lnTo>
                  <a:lnTo>
                    <a:pt x="509468" y="321069"/>
                  </a:lnTo>
                  <a:lnTo>
                    <a:pt x="495575" y="362748"/>
                  </a:lnTo>
                  <a:lnTo>
                    <a:pt x="499943" y="365868"/>
                  </a:lnTo>
                  <a:lnTo>
                    <a:pt x="499943" y="366207"/>
                  </a:lnTo>
                  <a:lnTo>
                    <a:pt x="509468" y="373011"/>
                  </a:lnTo>
                  <a:lnTo>
                    <a:pt x="509468" y="380154"/>
                  </a:lnTo>
                  <a:lnTo>
                    <a:pt x="509468" y="393137"/>
                  </a:lnTo>
                  <a:lnTo>
                    <a:pt x="522668" y="393137"/>
                  </a:lnTo>
                  <a:lnTo>
                    <a:pt x="522668" y="400280"/>
                  </a:lnTo>
                  <a:lnTo>
                    <a:pt x="532193" y="400280"/>
                  </a:lnTo>
                  <a:lnTo>
                    <a:pt x="532193" y="407423"/>
                  </a:lnTo>
                  <a:lnTo>
                    <a:pt x="532193" y="420732"/>
                  </a:lnTo>
                  <a:lnTo>
                    <a:pt x="532193" y="427875"/>
                  </a:lnTo>
                  <a:lnTo>
                    <a:pt x="520830" y="427875"/>
                  </a:lnTo>
                  <a:lnTo>
                    <a:pt x="520830" y="432095"/>
                  </a:lnTo>
                  <a:lnTo>
                    <a:pt x="520830" y="439238"/>
                  </a:lnTo>
                  <a:lnTo>
                    <a:pt x="514013" y="439238"/>
                  </a:lnTo>
                  <a:lnTo>
                    <a:pt x="509877" y="432095"/>
                  </a:lnTo>
                  <a:lnTo>
                    <a:pt x="504488" y="432095"/>
                  </a:lnTo>
                  <a:lnTo>
                    <a:pt x="483626" y="396061"/>
                  </a:lnTo>
                  <a:lnTo>
                    <a:pt x="477653" y="396061"/>
                  </a:lnTo>
                  <a:lnTo>
                    <a:pt x="450384" y="418785"/>
                  </a:lnTo>
                  <a:lnTo>
                    <a:pt x="418569" y="407423"/>
                  </a:lnTo>
                  <a:lnTo>
                    <a:pt x="395845" y="407423"/>
                  </a:lnTo>
                  <a:lnTo>
                    <a:pt x="391300" y="411968"/>
                  </a:lnTo>
                  <a:lnTo>
                    <a:pt x="370847" y="411968"/>
                  </a:lnTo>
                  <a:lnTo>
                    <a:pt x="348123" y="427875"/>
                  </a:lnTo>
                  <a:lnTo>
                    <a:pt x="327671" y="427875"/>
                  </a:lnTo>
                  <a:lnTo>
                    <a:pt x="284494" y="407423"/>
                  </a:lnTo>
                  <a:lnTo>
                    <a:pt x="268586" y="418785"/>
                  </a:lnTo>
                  <a:lnTo>
                    <a:pt x="245862" y="418785"/>
                  </a:lnTo>
                  <a:lnTo>
                    <a:pt x="240760" y="411642"/>
                  </a:lnTo>
                  <a:lnTo>
                    <a:pt x="236337" y="411642"/>
                  </a:lnTo>
                  <a:lnTo>
                    <a:pt x="227619" y="399438"/>
                  </a:lnTo>
                  <a:lnTo>
                    <a:pt x="198140" y="384698"/>
                  </a:lnTo>
                  <a:lnTo>
                    <a:pt x="154963" y="391516"/>
                  </a:lnTo>
                  <a:lnTo>
                    <a:pt x="143601" y="402878"/>
                  </a:lnTo>
                  <a:lnTo>
                    <a:pt x="139056" y="423330"/>
                  </a:lnTo>
                  <a:lnTo>
                    <a:pt x="134511" y="434693"/>
                  </a:lnTo>
                  <a:lnTo>
                    <a:pt x="127693" y="471052"/>
                  </a:lnTo>
                  <a:lnTo>
                    <a:pt x="118168" y="463909"/>
                  </a:lnTo>
                  <a:lnTo>
                    <a:pt x="118168" y="463909"/>
                  </a:lnTo>
                  <a:lnTo>
                    <a:pt x="100423" y="450600"/>
                  </a:lnTo>
                  <a:lnTo>
                    <a:pt x="84517" y="450600"/>
                  </a:lnTo>
                  <a:lnTo>
                    <a:pt x="75427" y="461962"/>
                  </a:lnTo>
                  <a:lnTo>
                    <a:pt x="75427" y="454819"/>
                  </a:lnTo>
                  <a:lnTo>
                    <a:pt x="75427" y="443457"/>
                  </a:lnTo>
                  <a:lnTo>
                    <a:pt x="74992" y="443457"/>
                  </a:lnTo>
                  <a:lnTo>
                    <a:pt x="65902" y="454819"/>
                  </a:lnTo>
                  <a:lnTo>
                    <a:pt x="65902" y="433189"/>
                  </a:lnTo>
                  <a:lnTo>
                    <a:pt x="32250" y="427875"/>
                  </a:lnTo>
                  <a:lnTo>
                    <a:pt x="32250" y="422236"/>
                  </a:lnTo>
                  <a:lnTo>
                    <a:pt x="22725" y="420732"/>
                  </a:lnTo>
                  <a:lnTo>
                    <a:pt x="22725" y="400280"/>
                  </a:lnTo>
                  <a:lnTo>
                    <a:pt x="0" y="377555"/>
                  </a:lnTo>
                  <a:lnTo>
                    <a:pt x="0" y="370412"/>
                  </a:lnTo>
                  <a:lnTo>
                    <a:pt x="0" y="357103"/>
                  </a:lnTo>
                  <a:lnTo>
                    <a:pt x="0" y="349960"/>
                  </a:lnTo>
                  <a:lnTo>
                    <a:pt x="0" y="341196"/>
                  </a:lnTo>
                  <a:lnTo>
                    <a:pt x="0" y="334053"/>
                  </a:lnTo>
                  <a:lnTo>
                    <a:pt x="22725" y="334053"/>
                  </a:lnTo>
                  <a:lnTo>
                    <a:pt x="38632" y="318146"/>
                  </a:lnTo>
                  <a:lnTo>
                    <a:pt x="86354" y="318146"/>
                  </a:lnTo>
                  <a:lnTo>
                    <a:pt x="118168" y="311328"/>
                  </a:lnTo>
                  <a:lnTo>
                    <a:pt x="124986" y="286331"/>
                  </a:lnTo>
                  <a:lnTo>
                    <a:pt x="145438" y="259062"/>
                  </a:lnTo>
                  <a:lnTo>
                    <a:pt x="145438" y="179851"/>
                  </a:lnTo>
                  <a:lnTo>
                    <a:pt x="145438" y="172708"/>
                  </a:lnTo>
                  <a:lnTo>
                    <a:pt x="193160" y="156801"/>
                  </a:lnTo>
                  <a:lnTo>
                    <a:pt x="302238" y="81809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257;p30">
              <a:extLst>
                <a:ext uri="{FF2B5EF4-FFF2-40B4-BE49-F238E27FC236}">
                  <a16:creationId xmlns:a16="http://schemas.microsoft.com/office/drawing/2014/main" id="{B0FCC58C-E1B9-2F50-B236-5DD68DD58060}"/>
                </a:ext>
              </a:extLst>
            </p:cNvPr>
            <p:cNvSpPr/>
            <p:nvPr/>
          </p:nvSpPr>
          <p:spPr>
            <a:xfrm>
              <a:off x="2664771" y="4459650"/>
              <a:ext cx="242619" cy="245174"/>
            </a:xfrm>
            <a:custGeom>
              <a:avLst/>
              <a:gdLst/>
              <a:ahLst/>
              <a:cxnLst/>
              <a:rect l="l" t="t" r="r" b="b"/>
              <a:pathLst>
                <a:path w="226218" h="228600" extrusionOk="0">
                  <a:moveTo>
                    <a:pt x="68263" y="0"/>
                  </a:moveTo>
                  <a:lnTo>
                    <a:pt x="75406" y="0"/>
                  </a:lnTo>
                  <a:lnTo>
                    <a:pt x="93663" y="0"/>
                  </a:lnTo>
                  <a:lnTo>
                    <a:pt x="100806" y="0"/>
                  </a:lnTo>
                  <a:lnTo>
                    <a:pt x="124618" y="14288"/>
                  </a:lnTo>
                  <a:lnTo>
                    <a:pt x="124618" y="22225"/>
                  </a:lnTo>
                  <a:lnTo>
                    <a:pt x="130968" y="36513"/>
                  </a:lnTo>
                  <a:lnTo>
                    <a:pt x="130968" y="74613"/>
                  </a:lnTo>
                  <a:lnTo>
                    <a:pt x="152896" y="81062"/>
                  </a:lnTo>
                  <a:lnTo>
                    <a:pt x="161925" y="74613"/>
                  </a:lnTo>
                  <a:lnTo>
                    <a:pt x="166127" y="76714"/>
                  </a:lnTo>
                  <a:lnTo>
                    <a:pt x="169068" y="74613"/>
                  </a:lnTo>
                  <a:lnTo>
                    <a:pt x="184943" y="82550"/>
                  </a:lnTo>
                  <a:lnTo>
                    <a:pt x="191293" y="88900"/>
                  </a:lnTo>
                  <a:lnTo>
                    <a:pt x="191293" y="115888"/>
                  </a:lnTo>
                  <a:lnTo>
                    <a:pt x="195969" y="126798"/>
                  </a:lnTo>
                  <a:lnTo>
                    <a:pt x="206375" y="123825"/>
                  </a:lnTo>
                  <a:lnTo>
                    <a:pt x="210185" y="124778"/>
                  </a:lnTo>
                  <a:lnTo>
                    <a:pt x="213518" y="123825"/>
                  </a:lnTo>
                  <a:lnTo>
                    <a:pt x="226218" y="127000"/>
                  </a:lnTo>
                  <a:lnTo>
                    <a:pt x="226218" y="146050"/>
                  </a:lnTo>
                  <a:lnTo>
                    <a:pt x="221456" y="160338"/>
                  </a:lnTo>
                  <a:lnTo>
                    <a:pt x="213518" y="176213"/>
                  </a:lnTo>
                  <a:lnTo>
                    <a:pt x="210343" y="201613"/>
                  </a:lnTo>
                  <a:lnTo>
                    <a:pt x="188118" y="225425"/>
                  </a:lnTo>
                  <a:lnTo>
                    <a:pt x="169068" y="228600"/>
                  </a:lnTo>
                  <a:lnTo>
                    <a:pt x="164690" y="228139"/>
                  </a:lnTo>
                  <a:lnTo>
                    <a:pt x="161925" y="228600"/>
                  </a:lnTo>
                  <a:lnTo>
                    <a:pt x="131763" y="225425"/>
                  </a:lnTo>
                  <a:lnTo>
                    <a:pt x="106363" y="217488"/>
                  </a:lnTo>
                  <a:lnTo>
                    <a:pt x="131763" y="171450"/>
                  </a:lnTo>
                  <a:lnTo>
                    <a:pt x="128588" y="160338"/>
                  </a:lnTo>
                  <a:lnTo>
                    <a:pt x="101600" y="149225"/>
                  </a:lnTo>
                  <a:lnTo>
                    <a:pt x="68263" y="130175"/>
                  </a:lnTo>
                  <a:lnTo>
                    <a:pt x="49213" y="123825"/>
                  </a:lnTo>
                  <a:lnTo>
                    <a:pt x="0" y="82550"/>
                  </a:lnTo>
                  <a:lnTo>
                    <a:pt x="11113" y="47625"/>
                  </a:lnTo>
                  <a:lnTo>
                    <a:pt x="11113" y="33338"/>
                  </a:lnTo>
                  <a:lnTo>
                    <a:pt x="23813" y="635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258;p30">
              <a:extLst>
                <a:ext uri="{FF2B5EF4-FFF2-40B4-BE49-F238E27FC236}">
                  <a16:creationId xmlns:a16="http://schemas.microsoft.com/office/drawing/2014/main" id="{4B9E7822-285F-0FE9-7817-20F14305BEDE}"/>
                </a:ext>
              </a:extLst>
            </p:cNvPr>
            <p:cNvSpPr/>
            <p:nvPr/>
          </p:nvSpPr>
          <p:spPr>
            <a:xfrm>
              <a:off x="4938382" y="2099112"/>
              <a:ext cx="88627" cy="40904"/>
            </a:xfrm>
            <a:custGeom>
              <a:avLst/>
              <a:gdLst/>
              <a:ahLst/>
              <a:cxnLst/>
              <a:rect l="l" t="t" r="r" b="b"/>
              <a:pathLst>
                <a:path w="52" h="24" extrusionOk="0">
                  <a:moveTo>
                    <a:pt x="43" y="5"/>
                  </a:moveTo>
                  <a:lnTo>
                    <a:pt x="26" y="0"/>
                  </a:lnTo>
                  <a:lnTo>
                    <a:pt x="5" y="9"/>
                  </a:lnTo>
                  <a:lnTo>
                    <a:pt x="0" y="21"/>
                  </a:lnTo>
                  <a:lnTo>
                    <a:pt x="19" y="24"/>
                  </a:lnTo>
                  <a:lnTo>
                    <a:pt x="50" y="24"/>
                  </a:lnTo>
                  <a:lnTo>
                    <a:pt x="50" y="16"/>
                  </a:lnTo>
                  <a:lnTo>
                    <a:pt x="52" y="9"/>
                  </a:lnTo>
                  <a:lnTo>
                    <a:pt x="43" y="5"/>
                  </a:lnTo>
                  <a:lnTo>
                    <a:pt x="43" y="5"/>
                  </a:lnTo>
                  <a:lnTo>
                    <a:pt x="43" y="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259;p30">
              <a:extLst>
                <a:ext uri="{FF2B5EF4-FFF2-40B4-BE49-F238E27FC236}">
                  <a16:creationId xmlns:a16="http://schemas.microsoft.com/office/drawing/2014/main" id="{5011C90A-9010-E682-0FD0-668C3206C720}"/>
                </a:ext>
              </a:extLst>
            </p:cNvPr>
            <p:cNvSpPr/>
            <p:nvPr/>
          </p:nvSpPr>
          <p:spPr>
            <a:xfrm>
              <a:off x="4931565" y="2624055"/>
              <a:ext cx="47723" cy="112487"/>
            </a:xfrm>
            <a:custGeom>
              <a:avLst/>
              <a:gdLst/>
              <a:ahLst/>
              <a:cxnLst/>
              <a:rect l="l" t="t" r="r" b="b"/>
              <a:pathLst>
                <a:path w="28" h="66" extrusionOk="0">
                  <a:moveTo>
                    <a:pt x="7" y="0"/>
                  </a:moveTo>
                  <a:lnTo>
                    <a:pt x="7" y="0"/>
                  </a:lnTo>
                  <a:lnTo>
                    <a:pt x="7" y="4"/>
                  </a:lnTo>
                  <a:lnTo>
                    <a:pt x="11" y="2"/>
                  </a:lnTo>
                  <a:lnTo>
                    <a:pt x="14" y="9"/>
                  </a:lnTo>
                  <a:lnTo>
                    <a:pt x="19" y="9"/>
                  </a:lnTo>
                  <a:lnTo>
                    <a:pt x="21" y="18"/>
                  </a:lnTo>
                  <a:lnTo>
                    <a:pt x="19" y="26"/>
                  </a:lnTo>
                  <a:lnTo>
                    <a:pt x="21" y="35"/>
                  </a:lnTo>
                  <a:lnTo>
                    <a:pt x="28" y="40"/>
                  </a:lnTo>
                  <a:lnTo>
                    <a:pt x="28" y="45"/>
                  </a:lnTo>
                  <a:lnTo>
                    <a:pt x="21" y="49"/>
                  </a:lnTo>
                  <a:lnTo>
                    <a:pt x="21" y="56"/>
                  </a:lnTo>
                  <a:lnTo>
                    <a:pt x="11" y="66"/>
                  </a:lnTo>
                  <a:lnTo>
                    <a:pt x="9" y="63"/>
                  </a:lnTo>
                  <a:lnTo>
                    <a:pt x="9" y="59"/>
                  </a:lnTo>
                  <a:lnTo>
                    <a:pt x="0" y="52"/>
                  </a:lnTo>
                  <a:lnTo>
                    <a:pt x="0" y="42"/>
                  </a:lnTo>
                  <a:lnTo>
                    <a:pt x="0" y="28"/>
                  </a:lnTo>
                  <a:lnTo>
                    <a:pt x="2" y="21"/>
                  </a:lnTo>
                  <a:lnTo>
                    <a:pt x="0" y="16"/>
                  </a:lnTo>
                  <a:lnTo>
                    <a:pt x="0" y="11"/>
                  </a:lnTo>
                  <a:lnTo>
                    <a:pt x="7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260;p30">
              <a:extLst>
                <a:ext uri="{FF2B5EF4-FFF2-40B4-BE49-F238E27FC236}">
                  <a16:creationId xmlns:a16="http://schemas.microsoft.com/office/drawing/2014/main" id="{83C3FD8D-6B2A-A949-B4D2-F2CAB90D568B}"/>
                </a:ext>
              </a:extLst>
            </p:cNvPr>
            <p:cNvSpPr/>
            <p:nvPr/>
          </p:nvSpPr>
          <p:spPr>
            <a:xfrm>
              <a:off x="2371623" y="4531234"/>
              <a:ext cx="543691" cy="1210096"/>
            </a:xfrm>
            <a:custGeom>
              <a:avLst/>
              <a:gdLst/>
              <a:ahLst/>
              <a:cxnLst/>
              <a:rect l="l" t="t" r="r" b="b"/>
              <a:pathLst>
                <a:path w="319" h="710" extrusionOk="0">
                  <a:moveTo>
                    <a:pt x="127" y="710"/>
                  </a:moveTo>
                  <a:lnTo>
                    <a:pt x="127" y="710"/>
                  </a:lnTo>
                  <a:lnTo>
                    <a:pt x="113" y="710"/>
                  </a:lnTo>
                  <a:lnTo>
                    <a:pt x="104" y="701"/>
                  </a:lnTo>
                  <a:lnTo>
                    <a:pt x="94" y="701"/>
                  </a:lnTo>
                  <a:lnTo>
                    <a:pt x="78" y="701"/>
                  </a:lnTo>
                  <a:lnTo>
                    <a:pt x="78" y="639"/>
                  </a:lnTo>
                  <a:lnTo>
                    <a:pt x="82" y="651"/>
                  </a:lnTo>
                  <a:lnTo>
                    <a:pt x="92" y="672"/>
                  </a:lnTo>
                  <a:lnTo>
                    <a:pt x="113" y="689"/>
                  </a:lnTo>
                  <a:lnTo>
                    <a:pt x="134" y="694"/>
                  </a:lnTo>
                  <a:lnTo>
                    <a:pt x="127" y="710"/>
                  </a:lnTo>
                  <a:close/>
                  <a:moveTo>
                    <a:pt x="137" y="5"/>
                  </a:moveTo>
                  <a:lnTo>
                    <a:pt x="137" y="5"/>
                  </a:lnTo>
                  <a:lnTo>
                    <a:pt x="146" y="17"/>
                  </a:lnTo>
                  <a:lnTo>
                    <a:pt x="151" y="5"/>
                  </a:lnTo>
                  <a:lnTo>
                    <a:pt x="170" y="5"/>
                  </a:lnTo>
                  <a:lnTo>
                    <a:pt x="172" y="7"/>
                  </a:lnTo>
                  <a:lnTo>
                    <a:pt x="203" y="36"/>
                  </a:lnTo>
                  <a:lnTo>
                    <a:pt x="217" y="40"/>
                  </a:lnTo>
                  <a:lnTo>
                    <a:pt x="236" y="52"/>
                  </a:lnTo>
                  <a:lnTo>
                    <a:pt x="253" y="59"/>
                  </a:lnTo>
                  <a:lnTo>
                    <a:pt x="255" y="66"/>
                  </a:lnTo>
                  <a:lnTo>
                    <a:pt x="239" y="95"/>
                  </a:lnTo>
                  <a:lnTo>
                    <a:pt x="255" y="100"/>
                  </a:lnTo>
                  <a:lnTo>
                    <a:pt x="274" y="102"/>
                  </a:lnTo>
                  <a:lnTo>
                    <a:pt x="286" y="100"/>
                  </a:lnTo>
                  <a:lnTo>
                    <a:pt x="300" y="85"/>
                  </a:lnTo>
                  <a:lnTo>
                    <a:pt x="305" y="69"/>
                  </a:lnTo>
                  <a:lnTo>
                    <a:pt x="312" y="66"/>
                  </a:lnTo>
                  <a:lnTo>
                    <a:pt x="319" y="76"/>
                  </a:lnTo>
                  <a:lnTo>
                    <a:pt x="319" y="90"/>
                  </a:lnTo>
                  <a:lnTo>
                    <a:pt x="307" y="102"/>
                  </a:lnTo>
                  <a:lnTo>
                    <a:pt x="295" y="109"/>
                  </a:lnTo>
                  <a:lnTo>
                    <a:pt x="276" y="126"/>
                  </a:lnTo>
                  <a:lnTo>
                    <a:pt x="255" y="149"/>
                  </a:lnTo>
                  <a:lnTo>
                    <a:pt x="253" y="166"/>
                  </a:lnTo>
                  <a:lnTo>
                    <a:pt x="248" y="185"/>
                  </a:lnTo>
                  <a:lnTo>
                    <a:pt x="248" y="204"/>
                  </a:lnTo>
                  <a:lnTo>
                    <a:pt x="243" y="208"/>
                  </a:lnTo>
                  <a:lnTo>
                    <a:pt x="243" y="220"/>
                  </a:lnTo>
                  <a:lnTo>
                    <a:pt x="241" y="232"/>
                  </a:lnTo>
                  <a:lnTo>
                    <a:pt x="262" y="249"/>
                  </a:lnTo>
                  <a:lnTo>
                    <a:pt x="260" y="260"/>
                  </a:lnTo>
                  <a:lnTo>
                    <a:pt x="269" y="270"/>
                  </a:lnTo>
                  <a:lnTo>
                    <a:pt x="269" y="279"/>
                  </a:lnTo>
                  <a:lnTo>
                    <a:pt x="253" y="305"/>
                  </a:lnTo>
                  <a:lnTo>
                    <a:pt x="229" y="317"/>
                  </a:lnTo>
                  <a:lnTo>
                    <a:pt x="196" y="322"/>
                  </a:lnTo>
                  <a:lnTo>
                    <a:pt x="179" y="320"/>
                  </a:lnTo>
                  <a:lnTo>
                    <a:pt x="182" y="331"/>
                  </a:lnTo>
                  <a:lnTo>
                    <a:pt x="179" y="346"/>
                  </a:lnTo>
                  <a:lnTo>
                    <a:pt x="182" y="358"/>
                  </a:lnTo>
                  <a:lnTo>
                    <a:pt x="172" y="365"/>
                  </a:lnTo>
                  <a:lnTo>
                    <a:pt x="156" y="367"/>
                  </a:lnTo>
                  <a:lnTo>
                    <a:pt x="139" y="360"/>
                  </a:lnTo>
                  <a:lnTo>
                    <a:pt x="134" y="365"/>
                  </a:lnTo>
                  <a:lnTo>
                    <a:pt x="137" y="388"/>
                  </a:lnTo>
                  <a:lnTo>
                    <a:pt x="149" y="393"/>
                  </a:lnTo>
                  <a:lnTo>
                    <a:pt x="156" y="386"/>
                  </a:lnTo>
                  <a:lnTo>
                    <a:pt x="161" y="398"/>
                  </a:lnTo>
                  <a:lnTo>
                    <a:pt x="146" y="405"/>
                  </a:lnTo>
                  <a:lnTo>
                    <a:pt x="132" y="419"/>
                  </a:lnTo>
                  <a:lnTo>
                    <a:pt x="130" y="440"/>
                  </a:lnTo>
                  <a:lnTo>
                    <a:pt x="127" y="452"/>
                  </a:lnTo>
                  <a:lnTo>
                    <a:pt x="111" y="452"/>
                  </a:lnTo>
                  <a:lnTo>
                    <a:pt x="99" y="464"/>
                  </a:lnTo>
                  <a:lnTo>
                    <a:pt x="94" y="483"/>
                  </a:lnTo>
                  <a:lnTo>
                    <a:pt x="111" y="500"/>
                  </a:lnTo>
                  <a:lnTo>
                    <a:pt x="125" y="504"/>
                  </a:lnTo>
                  <a:lnTo>
                    <a:pt x="120" y="526"/>
                  </a:lnTo>
                  <a:lnTo>
                    <a:pt x="101" y="540"/>
                  </a:lnTo>
                  <a:lnTo>
                    <a:pt x="90" y="568"/>
                  </a:lnTo>
                  <a:lnTo>
                    <a:pt x="75" y="578"/>
                  </a:lnTo>
                  <a:lnTo>
                    <a:pt x="68" y="589"/>
                  </a:lnTo>
                  <a:lnTo>
                    <a:pt x="73" y="618"/>
                  </a:lnTo>
                  <a:lnTo>
                    <a:pt x="85" y="632"/>
                  </a:lnTo>
                  <a:lnTo>
                    <a:pt x="78" y="630"/>
                  </a:lnTo>
                  <a:lnTo>
                    <a:pt x="64" y="627"/>
                  </a:lnTo>
                  <a:lnTo>
                    <a:pt x="23" y="623"/>
                  </a:lnTo>
                  <a:lnTo>
                    <a:pt x="16" y="608"/>
                  </a:lnTo>
                  <a:lnTo>
                    <a:pt x="16" y="589"/>
                  </a:lnTo>
                  <a:lnTo>
                    <a:pt x="7" y="589"/>
                  </a:lnTo>
                  <a:lnTo>
                    <a:pt x="2" y="580"/>
                  </a:lnTo>
                  <a:lnTo>
                    <a:pt x="0" y="554"/>
                  </a:lnTo>
                  <a:lnTo>
                    <a:pt x="12" y="545"/>
                  </a:lnTo>
                  <a:lnTo>
                    <a:pt x="16" y="528"/>
                  </a:lnTo>
                  <a:lnTo>
                    <a:pt x="16" y="516"/>
                  </a:lnTo>
                  <a:lnTo>
                    <a:pt x="23" y="497"/>
                  </a:lnTo>
                  <a:lnTo>
                    <a:pt x="30" y="464"/>
                  </a:lnTo>
                  <a:lnTo>
                    <a:pt x="28" y="452"/>
                  </a:lnTo>
                  <a:lnTo>
                    <a:pt x="35" y="447"/>
                  </a:lnTo>
                  <a:lnTo>
                    <a:pt x="33" y="438"/>
                  </a:lnTo>
                  <a:lnTo>
                    <a:pt x="26" y="436"/>
                  </a:lnTo>
                  <a:lnTo>
                    <a:pt x="30" y="424"/>
                  </a:lnTo>
                  <a:lnTo>
                    <a:pt x="23" y="417"/>
                  </a:lnTo>
                  <a:lnTo>
                    <a:pt x="21" y="391"/>
                  </a:lnTo>
                  <a:lnTo>
                    <a:pt x="26" y="388"/>
                  </a:lnTo>
                  <a:lnTo>
                    <a:pt x="23" y="360"/>
                  </a:lnTo>
                  <a:lnTo>
                    <a:pt x="28" y="339"/>
                  </a:lnTo>
                  <a:lnTo>
                    <a:pt x="33" y="320"/>
                  </a:lnTo>
                  <a:lnTo>
                    <a:pt x="42" y="315"/>
                  </a:lnTo>
                  <a:lnTo>
                    <a:pt x="38" y="294"/>
                  </a:lnTo>
                  <a:lnTo>
                    <a:pt x="38" y="275"/>
                  </a:lnTo>
                  <a:lnTo>
                    <a:pt x="49" y="263"/>
                  </a:lnTo>
                  <a:lnTo>
                    <a:pt x="49" y="246"/>
                  </a:lnTo>
                  <a:lnTo>
                    <a:pt x="59" y="227"/>
                  </a:lnTo>
                  <a:lnTo>
                    <a:pt x="59" y="208"/>
                  </a:lnTo>
                  <a:lnTo>
                    <a:pt x="54" y="206"/>
                  </a:lnTo>
                  <a:lnTo>
                    <a:pt x="47" y="173"/>
                  </a:lnTo>
                  <a:lnTo>
                    <a:pt x="56" y="152"/>
                  </a:lnTo>
                  <a:lnTo>
                    <a:pt x="54" y="135"/>
                  </a:lnTo>
                  <a:lnTo>
                    <a:pt x="61" y="118"/>
                  </a:lnTo>
                  <a:lnTo>
                    <a:pt x="71" y="102"/>
                  </a:lnTo>
                  <a:lnTo>
                    <a:pt x="82" y="90"/>
                  </a:lnTo>
                  <a:lnTo>
                    <a:pt x="78" y="83"/>
                  </a:lnTo>
                  <a:lnTo>
                    <a:pt x="80" y="78"/>
                  </a:lnTo>
                  <a:lnTo>
                    <a:pt x="80" y="47"/>
                  </a:lnTo>
                  <a:lnTo>
                    <a:pt x="99" y="40"/>
                  </a:lnTo>
                  <a:lnTo>
                    <a:pt x="104" y="21"/>
                  </a:lnTo>
                  <a:lnTo>
                    <a:pt x="101" y="17"/>
                  </a:lnTo>
                  <a:lnTo>
                    <a:pt x="116" y="0"/>
                  </a:lnTo>
                  <a:lnTo>
                    <a:pt x="137" y="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261;p30">
              <a:extLst>
                <a:ext uri="{FF2B5EF4-FFF2-40B4-BE49-F238E27FC236}">
                  <a16:creationId xmlns:a16="http://schemas.microsoft.com/office/drawing/2014/main" id="{7C8507A0-4174-9665-4FE7-68EE1872570F}"/>
                </a:ext>
              </a:extLst>
            </p:cNvPr>
            <p:cNvSpPr/>
            <p:nvPr/>
          </p:nvSpPr>
          <p:spPr>
            <a:xfrm>
              <a:off x="7523888" y="4215927"/>
              <a:ext cx="1111239" cy="1032844"/>
            </a:xfrm>
            <a:custGeom>
              <a:avLst/>
              <a:gdLst/>
              <a:ahLst/>
              <a:cxnLst/>
              <a:rect l="l" t="t" r="r" b="b"/>
              <a:pathLst>
                <a:path w="652" h="606" extrusionOk="0">
                  <a:moveTo>
                    <a:pt x="520" y="545"/>
                  </a:moveTo>
                  <a:lnTo>
                    <a:pt x="520" y="545"/>
                  </a:lnTo>
                  <a:lnTo>
                    <a:pt x="536" y="552"/>
                  </a:lnTo>
                  <a:lnTo>
                    <a:pt x="544" y="550"/>
                  </a:lnTo>
                  <a:lnTo>
                    <a:pt x="558" y="547"/>
                  </a:lnTo>
                  <a:lnTo>
                    <a:pt x="565" y="547"/>
                  </a:lnTo>
                  <a:lnTo>
                    <a:pt x="567" y="573"/>
                  </a:lnTo>
                  <a:lnTo>
                    <a:pt x="562" y="580"/>
                  </a:lnTo>
                  <a:lnTo>
                    <a:pt x="560" y="597"/>
                  </a:lnTo>
                  <a:lnTo>
                    <a:pt x="555" y="592"/>
                  </a:lnTo>
                  <a:lnTo>
                    <a:pt x="544" y="606"/>
                  </a:lnTo>
                  <a:lnTo>
                    <a:pt x="539" y="606"/>
                  </a:lnTo>
                  <a:lnTo>
                    <a:pt x="529" y="606"/>
                  </a:lnTo>
                  <a:lnTo>
                    <a:pt x="520" y="587"/>
                  </a:lnTo>
                  <a:lnTo>
                    <a:pt x="518" y="573"/>
                  </a:lnTo>
                  <a:lnTo>
                    <a:pt x="508" y="554"/>
                  </a:lnTo>
                  <a:lnTo>
                    <a:pt x="508" y="545"/>
                  </a:lnTo>
                  <a:lnTo>
                    <a:pt x="520" y="545"/>
                  </a:lnTo>
                  <a:close/>
                  <a:moveTo>
                    <a:pt x="489" y="50"/>
                  </a:moveTo>
                  <a:lnTo>
                    <a:pt x="489" y="50"/>
                  </a:lnTo>
                  <a:lnTo>
                    <a:pt x="496" y="62"/>
                  </a:lnTo>
                  <a:lnTo>
                    <a:pt x="506" y="57"/>
                  </a:lnTo>
                  <a:lnTo>
                    <a:pt x="510" y="64"/>
                  </a:lnTo>
                  <a:lnTo>
                    <a:pt x="520" y="69"/>
                  </a:lnTo>
                  <a:lnTo>
                    <a:pt x="518" y="79"/>
                  </a:lnTo>
                  <a:lnTo>
                    <a:pt x="520" y="93"/>
                  </a:lnTo>
                  <a:lnTo>
                    <a:pt x="522" y="100"/>
                  </a:lnTo>
                  <a:lnTo>
                    <a:pt x="527" y="102"/>
                  </a:lnTo>
                  <a:lnTo>
                    <a:pt x="532" y="116"/>
                  </a:lnTo>
                  <a:lnTo>
                    <a:pt x="532" y="126"/>
                  </a:lnTo>
                  <a:lnTo>
                    <a:pt x="536" y="138"/>
                  </a:lnTo>
                  <a:lnTo>
                    <a:pt x="553" y="145"/>
                  </a:lnTo>
                  <a:lnTo>
                    <a:pt x="565" y="154"/>
                  </a:lnTo>
                  <a:lnTo>
                    <a:pt x="577" y="161"/>
                  </a:lnTo>
                  <a:lnTo>
                    <a:pt x="574" y="166"/>
                  </a:lnTo>
                  <a:lnTo>
                    <a:pt x="584" y="176"/>
                  </a:lnTo>
                  <a:lnTo>
                    <a:pt x="588" y="195"/>
                  </a:lnTo>
                  <a:lnTo>
                    <a:pt x="596" y="192"/>
                  </a:lnTo>
                  <a:lnTo>
                    <a:pt x="603" y="199"/>
                  </a:lnTo>
                  <a:lnTo>
                    <a:pt x="605" y="197"/>
                  </a:lnTo>
                  <a:lnTo>
                    <a:pt x="610" y="214"/>
                  </a:lnTo>
                  <a:lnTo>
                    <a:pt x="619" y="225"/>
                  </a:lnTo>
                  <a:lnTo>
                    <a:pt x="629" y="232"/>
                  </a:lnTo>
                  <a:lnTo>
                    <a:pt x="641" y="247"/>
                  </a:lnTo>
                  <a:lnTo>
                    <a:pt x="645" y="261"/>
                  </a:lnTo>
                  <a:lnTo>
                    <a:pt x="645" y="270"/>
                  </a:lnTo>
                  <a:lnTo>
                    <a:pt x="645" y="282"/>
                  </a:lnTo>
                  <a:lnTo>
                    <a:pt x="652" y="296"/>
                  </a:lnTo>
                  <a:lnTo>
                    <a:pt x="650" y="313"/>
                  </a:lnTo>
                  <a:lnTo>
                    <a:pt x="648" y="322"/>
                  </a:lnTo>
                  <a:lnTo>
                    <a:pt x="645" y="339"/>
                  </a:lnTo>
                  <a:lnTo>
                    <a:pt x="645" y="348"/>
                  </a:lnTo>
                  <a:lnTo>
                    <a:pt x="641" y="363"/>
                  </a:lnTo>
                  <a:lnTo>
                    <a:pt x="633" y="382"/>
                  </a:lnTo>
                  <a:lnTo>
                    <a:pt x="622" y="389"/>
                  </a:lnTo>
                  <a:lnTo>
                    <a:pt x="617" y="405"/>
                  </a:lnTo>
                  <a:lnTo>
                    <a:pt x="610" y="415"/>
                  </a:lnTo>
                  <a:lnTo>
                    <a:pt x="605" y="431"/>
                  </a:lnTo>
                  <a:lnTo>
                    <a:pt x="598" y="441"/>
                  </a:lnTo>
                  <a:lnTo>
                    <a:pt x="596" y="455"/>
                  </a:lnTo>
                  <a:lnTo>
                    <a:pt x="593" y="469"/>
                  </a:lnTo>
                  <a:lnTo>
                    <a:pt x="593" y="476"/>
                  </a:lnTo>
                  <a:lnTo>
                    <a:pt x="584" y="483"/>
                  </a:lnTo>
                  <a:lnTo>
                    <a:pt x="567" y="483"/>
                  </a:lnTo>
                  <a:lnTo>
                    <a:pt x="551" y="493"/>
                  </a:lnTo>
                  <a:lnTo>
                    <a:pt x="544" y="500"/>
                  </a:lnTo>
                  <a:lnTo>
                    <a:pt x="534" y="509"/>
                  </a:lnTo>
                  <a:lnTo>
                    <a:pt x="520" y="500"/>
                  </a:lnTo>
                  <a:lnTo>
                    <a:pt x="510" y="495"/>
                  </a:lnTo>
                  <a:lnTo>
                    <a:pt x="513" y="486"/>
                  </a:lnTo>
                  <a:lnTo>
                    <a:pt x="506" y="490"/>
                  </a:lnTo>
                  <a:lnTo>
                    <a:pt x="492" y="505"/>
                  </a:lnTo>
                  <a:lnTo>
                    <a:pt x="477" y="498"/>
                  </a:lnTo>
                  <a:lnTo>
                    <a:pt x="468" y="495"/>
                  </a:lnTo>
                  <a:lnTo>
                    <a:pt x="458" y="493"/>
                  </a:lnTo>
                  <a:lnTo>
                    <a:pt x="442" y="488"/>
                  </a:lnTo>
                  <a:lnTo>
                    <a:pt x="432" y="474"/>
                  </a:lnTo>
                  <a:lnTo>
                    <a:pt x="430" y="460"/>
                  </a:lnTo>
                  <a:lnTo>
                    <a:pt x="425" y="450"/>
                  </a:lnTo>
                  <a:lnTo>
                    <a:pt x="418" y="443"/>
                  </a:lnTo>
                  <a:lnTo>
                    <a:pt x="402" y="441"/>
                  </a:lnTo>
                  <a:lnTo>
                    <a:pt x="406" y="429"/>
                  </a:lnTo>
                  <a:lnTo>
                    <a:pt x="402" y="415"/>
                  </a:lnTo>
                  <a:lnTo>
                    <a:pt x="395" y="429"/>
                  </a:lnTo>
                  <a:lnTo>
                    <a:pt x="380" y="431"/>
                  </a:lnTo>
                  <a:lnTo>
                    <a:pt x="390" y="422"/>
                  </a:lnTo>
                  <a:lnTo>
                    <a:pt x="392" y="410"/>
                  </a:lnTo>
                  <a:lnTo>
                    <a:pt x="397" y="401"/>
                  </a:lnTo>
                  <a:lnTo>
                    <a:pt x="397" y="386"/>
                  </a:lnTo>
                  <a:lnTo>
                    <a:pt x="383" y="403"/>
                  </a:lnTo>
                  <a:lnTo>
                    <a:pt x="373" y="410"/>
                  </a:lnTo>
                  <a:lnTo>
                    <a:pt x="369" y="427"/>
                  </a:lnTo>
                  <a:lnTo>
                    <a:pt x="354" y="417"/>
                  </a:lnTo>
                  <a:lnTo>
                    <a:pt x="354" y="408"/>
                  </a:lnTo>
                  <a:lnTo>
                    <a:pt x="345" y="393"/>
                  </a:lnTo>
                  <a:lnTo>
                    <a:pt x="338" y="386"/>
                  </a:lnTo>
                  <a:lnTo>
                    <a:pt x="340" y="382"/>
                  </a:lnTo>
                  <a:lnTo>
                    <a:pt x="319" y="370"/>
                  </a:lnTo>
                  <a:lnTo>
                    <a:pt x="307" y="370"/>
                  </a:lnTo>
                  <a:lnTo>
                    <a:pt x="290" y="360"/>
                  </a:lnTo>
                  <a:lnTo>
                    <a:pt x="262" y="363"/>
                  </a:lnTo>
                  <a:lnTo>
                    <a:pt x="241" y="370"/>
                  </a:lnTo>
                  <a:lnTo>
                    <a:pt x="224" y="374"/>
                  </a:lnTo>
                  <a:lnTo>
                    <a:pt x="208" y="374"/>
                  </a:lnTo>
                  <a:lnTo>
                    <a:pt x="191" y="384"/>
                  </a:lnTo>
                  <a:lnTo>
                    <a:pt x="177" y="389"/>
                  </a:lnTo>
                  <a:lnTo>
                    <a:pt x="175" y="398"/>
                  </a:lnTo>
                  <a:lnTo>
                    <a:pt x="167" y="405"/>
                  </a:lnTo>
                  <a:lnTo>
                    <a:pt x="153" y="408"/>
                  </a:lnTo>
                  <a:lnTo>
                    <a:pt x="144" y="408"/>
                  </a:lnTo>
                  <a:lnTo>
                    <a:pt x="130" y="405"/>
                  </a:lnTo>
                  <a:lnTo>
                    <a:pt x="118" y="408"/>
                  </a:lnTo>
                  <a:lnTo>
                    <a:pt x="106" y="408"/>
                  </a:lnTo>
                  <a:lnTo>
                    <a:pt x="97" y="417"/>
                  </a:lnTo>
                  <a:lnTo>
                    <a:pt x="92" y="417"/>
                  </a:lnTo>
                  <a:lnTo>
                    <a:pt x="85" y="422"/>
                  </a:lnTo>
                  <a:lnTo>
                    <a:pt x="75" y="429"/>
                  </a:lnTo>
                  <a:lnTo>
                    <a:pt x="63" y="429"/>
                  </a:lnTo>
                  <a:lnTo>
                    <a:pt x="54" y="429"/>
                  </a:lnTo>
                  <a:lnTo>
                    <a:pt x="35" y="415"/>
                  </a:lnTo>
                  <a:lnTo>
                    <a:pt x="28" y="412"/>
                  </a:lnTo>
                  <a:lnTo>
                    <a:pt x="28" y="401"/>
                  </a:lnTo>
                  <a:lnTo>
                    <a:pt x="35" y="398"/>
                  </a:lnTo>
                  <a:lnTo>
                    <a:pt x="37" y="393"/>
                  </a:lnTo>
                  <a:lnTo>
                    <a:pt x="37" y="386"/>
                  </a:lnTo>
                  <a:lnTo>
                    <a:pt x="40" y="374"/>
                  </a:lnTo>
                  <a:lnTo>
                    <a:pt x="37" y="363"/>
                  </a:lnTo>
                  <a:lnTo>
                    <a:pt x="30" y="344"/>
                  </a:lnTo>
                  <a:lnTo>
                    <a:pt x="28" y="332"/>
                  </a:lnTo>
                  <a:lnTo>
                    <a:pt x="28" y="322"/>
                  </a:lnTo>
                  <a:lnTo>
                    <a:pt x="21" y="311"/>
                  </a:lnTo>
                  <a:lnTo>
                    <a:pt x="21" y="306"/>
                  </a:lnTo>
                  <a:lnTo>
                    <a:pt x="14" y="299"/>
                  </a:lnTo>
                  <a:lnTo>
                    <a:pt x="11" y="285"/>
                  </a:lnTo>
                  <a:lnTo>
                    <a:pt x="2" y="268"/>
                  </a:lnTo>
                  <a:lnTo>
                    <a:pt x="0" y="261"/>
                  </a:lnTo>
                  <a:lnTo>
                    <a:pt x="7" y="268"/>
                  </a:lnTo>
                  <a:lnTo>
                    <a:pt x="2" y="254"/>
                  </a:lnTo>
                  <a:lnTo>
                    <a:pt x="9" y="258"/>
                  </a:lnTo>
                  <a:lnTo>
                    <a:pt x="14" y="266"/>
                  </a:lnTo>
                  <a:lnTo>
                    <a:pt x="14" y="256"/>
                  </a:lnTo>
                  <a:lnTo>
                    <a:pt x="7" y="242"/>
                  </a:lnTo>
                  <a:lnTo>
                    <a:pt x="4" y="237"/>
                  </a:lnTo>
                  <a:lnTo>
                    <a:pt x="2" y="230"/>
                  </a:lnTo>
                  <a:lnTo>
                    <a:pt x="2" y="221"/>
                  </a:lnTo>
                  <a:lnTo>
                    <a:pt x="7" y="216"/>
                  </a:lnTo>
                  <a:lnTo>
                    <a:pt x="9" y="206"/>
                  </a:lnTo>
                  <a:lnTo>
                    <a:pt x="7" y="197"/>
                  </a:lnTo>
                  <a:lnTo>
                    <a:pt x="14" y="185"/>
                  </a:lnTo>
                  <a:lnTo>
                    <a:pt x="14" y="199"/>
                  </a:lnTo>
                  <a:lnTo>
                    <a:pt x="21" y="185"/>
                  </a:lnTo>
                  <a:lnTo>
                    <a:pt x="35" y="180"/>
                  </a:lnTo>
                  <a:lnTo>
                    <a:pt x="42" y="173"/>
                  </a:lnTo>
                  <a:lnTo>
                    <a:pt x="54" y="166"/>
                  </a:lnTo>
                  <a:lnTo>
                    <a:pt x="63" y="166"/>
                  </a:lnTo>
                  <a:lnTo>
                    <a:pt x="66" y="166"/>
                  </a:lnTo>
                  <a:lnTo>
                    <a:pt x="80" y="161"/>
                  </a:lnTo>
                  <a:lnTo>
                    <a:pt x="89" y="159"/>
                  </a:lnTo>
                  <a:lnTo>
                    <a:pt x="92" y="154"/>
                  </a:lnTo>
                  <a:lnTo>
                    <a:pt x="97" y="154"/>
                  </a:lnTo>
                  <a:lnTo>
                    <a:pt x="106" y="154"/>
                  </a:lnTo>
                  <a:lnTo>
                    <a:pt x="123" y="150"/>
                  </a:lnTo>
                  <a:lnTo>
                    <a:pt x="130" y="143"/>
                  </a:lnTo>
                  <a:lnTo>
                    <a:pt x="134" y="133"/>
                  </a:lnTo>
                  <a:lnTo>
                    <a:pt x="144" y="124"/>
                  </a:lnTo>
                  <a:lnTo>
                    <a:pt x="146" y="116"/>
                  </a:lnTo>
                  <a:lnTo>
                    <a:pt x="146" y="107"/>
                  </a:lnTo>
                  <a:lnTo>
                    <a:pt x="158" y="93"/>
                  </a:lnTo>
                  <a:lnTo>
                    <a:pt x="163" y="107"/>
                  </a:lnTo>
                  <a:lnTo>
                    <a:pt x="170" y="105"/>
                  </a:lnTo>
                  <a:lnTo>
                    <a:pt x="165" y="98"/>
                  </a:lnTo>
                  <a:lnTo>
                    <a:pt x="170" y="88"/>
                  </a:lnTo>
                  <a:lnTo>
                    <a:pt x="177" y="93"/>
                  </a:lnTo>
                  <a:lnTo>
                    <a:pt x="179" y="81"/>
                  </a:lnTo>
                  <a:lnTo>
                    <a:pt x="189" y="71"/>
                  </a:lnTo>
                  <a:lnTo>
                    <a:pt x="191" y="64"/>
                  </a:lnTo>
                  <a:lnTo>
                    <a:pt x="201" y="62"/>
                  </a:lnTo>
                  <a:lnTo>
                    <a:pt x="201" y="57"/>
                  </a:lnTo>
                  <a:lnTo>
                    <a:pt x="208" y="60"/>
                  </a:lnTo>
                  <a:lnTo>
                    <a:pt x="208" y="55"/>
                  </a:lnTo>
                  <a:lnTo>
                    <a:pt x="215" y="53"/>
                  </a:lnTo>
                  <a:lnTo>
                    <a:pt x="222" y="50"/>
                  </a:lnTo>
                  <a:lnTo>
                    <a:pt x="234" y="60"/>
                  </a:lnTo>
                  <a:lnTo>
                    <a:pt x="243" y="69"/>
                  </a:lnTo>
                  <a:lnTo>
                    <a:pt x="255" y="69"/>
                  </a:lnTo>
                  <a:lnTo>
                    <a:pt x="264" y="69"/>
                  </a:lnTo>
                  <a:lnTo>
                    <a:pt x="260" y="62"/>
                  </a:lnTo>
                  <a:lnTo>
                    <a:pt x="269" y="48"/>
                  </a:lnTo>
                  <a:lnTo>
                    <a:pt x="276" y="43"/>
                  </a:lnTo>
                  <a:lnTo>
                    <a:pt x="274" y="38"/>
                  </a:lnTo>
                  <a:lnTo>
                    <a:pt x="281" y="29"/>
                  </a:lnTo>
                  <a:lnTo>
                    <a:pt x="290" y="24"/>
                  </a:lnTo>
                  <a:lnTo>
                    <a:pt x="298" y="27"/>
                  </a:lnTo>
                  <a:lnTo>
                    <a:pt x="312" y="22"/>
                  </a:lnTo>
                  <a:lnTo>
                    <a:pt x="312" y="15"/>
                  </a:lnTo>
                  <a:lnTo>
                    <a:pt x="300" y="10"/>
                  </a:lnTo>
                  <a:lnTo>
                    <a:pt x="309" y="8"/>
                  </a:lnTo>
                  <a:lnTo>
                    <a:pt x="319" y="10"/>
                  </a:lnTo>
                  <a:lnTo>
                    <a:pt x="328" y="17"/>
                  </a:lnTo>
                  <a:lnTo>
                    <a:pt x="343" y="22"/>
                  </a:lnTo>
                  <a:lnTo>
                    <a:pt x="345" y="19"/>
                  </a:lnTo>
                  <a:lnTo>
                    <a:pt x="357" y="24"/>
                  </a:lnTo>
                  <a:lnTo>
                    <a:pt x="366" y="19"/>
                  </a:lnTo>
                  <a:lnTo>
                    <a:pt x="371" y="22"/>
                  </a:lnTo>
                  <a:lnTo>
                    <a:pt x="376" y="19"/>
                  </a:lnTo>
                  <a:lnTo>
                    <a:pt x="383" y="27"/>
                  </a:lnTo>
                  <a:lnTo>
                    <a:pt x="378" y="36"/>
                  </a:lnTo>
                  <a:lnTo>
                    <a:pt x="371" y="43"/>
                  </a:lnTo>
                  <a:lnTo>
                    <a:pt x="366" y="43"/>
                  </a:lnTo>
                  <a:lnTo>
                    <a:pt x="369" y="50"/>
                  </a:lnTo>
                  <a:lnTo>
                    <a:pt x="364" y="57"/>
                  </a:lnTo>
                  <a:lnTo>
                    <a:pt x="359" y="64"/>
                  </a:lnTo>
                  <a:lnTo>
                    <a:pt x="359" y="71"/>
                  </a:lnTo>
                  <a:lnTo>
                    <a:pt x="371" y="81"/>
                  </a:lnTo>
                  <a:lnTo>
                    <a:pt x="385" y="86"/>
                  </a:lnTo>
                  <a:lnTo>
                    <a:pt x="392" y="90"/>
                  </a:lnTo>
                  <a:lnTo>
                    <a:pt x="404" y="100"/>
                  </a:lnTo>
                  <a:lnTo>
                    <a:pt x="409" y="100"/>
                  </a:lnTo>
                  <a:lnTo>
                    <a:pt x="418" y="105"/>
                  </a:lnTo>
                  <a:lnTo>
                    <a:pt x="421" y="109"/>
                  </a:lnTo>
                  <a:lnTo>
                    <a:pt x="435" y="116"/>
                  </a:lnTo>
                  <a:lnTo>
                    <a:pt x="447" y="109"/>
                  </a:lnTo>
                  <a:lnTo>
                    <a:pt x="449" y="102"/>
                  </a:lnTo>
                  <a:lnTo>
                    <a:pt x="454" y="93"/>
                  </a:lnTo>
                  <a:lnTo>
                    <a:pt x="454" y="83"/>
                  </a:lnTo>
                  <a:lnTo>
                    <a:pt x="458" y="71"/>
                  </a:lnTo>
                  <a:lnTo>
                    <a:pt x="456" y="62"/>
                  </a:lnTo>
                  <a:lnTo>
                    <a:pt x="458" y="60"/>
                  </a:lnTo>
                  <a:lnTo>
                    <a:pt x="456" y="48"/>
                  </a:lnTo>
                  <a:lnTo>
                    <a:pt x="458" y="36"/>
                  </a:lnTo>
                  <a:lnTo>
                    <a:pt x="463" y="34"/>
                  </a:lnTo>
                  <a:lnTo>
                    <a:pt x="458" y="27"/>
                  </a:lnTo>
                  <a:lnTo>
                    <a:pt x="463" y="19"/>
                  </a:lnTo>
                  <a:lnTo>
                    <a:pt x="468" y="10"/>
                  </a:lnTo>
                  <a:lnTo>
                    <a:pt x="468" y="5"/>
                  </a:lnTo>
                  <a:lnTo>
                    <a:pt x="473" y="0"/>
                  </a:lnTo>
                  <a:lnTo>
                    <a:pt x="477" y="8"/>
                  </a:lnTo>
                  <a:lnTo>
                    <a:pt x="480" y="17"/>
                  </a:lnTo>
                  <a:lnTo>
                    <a:pt x="482" y="19"/>
                  </a:lnTo>
                  <a:lnTo>
                    <a:pt x="482" y="27"/>
                  </a:lnTo>
                  <a:lnTo>
                    <a:pt x="489" y="34"/>
                  </a:lnTo>
                  <a:lnTo>
                    <a:pt x="489" y="43"/>
                  </a:lnTo>
                  <a:lnTo>
                    <a:pt x="489" y="5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262;p30">
              <a:extLst>
                <a:ext uri="{FF2B5EF4-FFF2-40B4-BE49-F238E27FC236}">
                  <a16:creationId xmlns:a16="http://schemas.microsoft.com/office/drawing/2014/main" id="{380CAE92-0297-0939-BCC7-1057A0B08BC6}"/>
                </a:ext>
              </a:extLst>
            </p:cNvPr>
            <p:cNvSpPr/>
            <p:nvPr/>
          </p:nvSpPr>
          <p:spPr>
            <a:xfrm>
              <a:off x="4657162" y="2373514"/>
              <a:ext cx="209637" cy="103966"/>
            </a:xfrm>
            <a:custGeom>
              <a:avLst/>
              <a:gdLst/>
              <a:ahLst/>
              <a:cxnLst/>
              <a:rect l="l" t="t" r="r" b="b"/>
              <a:pathLst>
                <a:path w="123" h="61" extrusionOk="0">
                  <a:moveTo>
                    <a:pt x="94" y="0"/>
                  </a:moveTo>
                  <a:lnTo>
                    <a:pt x="94" y="0"/>
                  </a:lnTo>
                  <a:lnTo>
                    <a:pt x="109" y="7"/>
                  </a:lnTo>
                  <a:lnTo>
                    <a:pt x="113" y="7"/>
                  </a:lnTo>
                  <a:lnTo>
                    <a:pt x="123" y="12"/>
                  </a:lnTo>
                  <a:lnTo>
                    <a:pt x="120" y="14"/>
                  </a:lnTo>
                  <a:lnTo>
                    <a:pt x="123" y="23"/>
                  </a:lnTo>
                  <a:lnTo>
                    <a:pt x="120" y="33"/>
                  </a:lnTo>
                  <a:lnTo>
                    <a:pt x="113" y="33"/>
                  </a:lnTo>
                  <a:lnTo>
                    <a:pt x="116" y="38"/>
                  </a:lnTo>
                  <a:lnTo>
                    <a:pt x="111" y="52"/>
                  </a:lnTo>
                  <a:lnTo>
                    <a:pt x="106" y="57"/>
                  </a:lnTo>
                  <a:lnTo>
                    <a:pt x="92" y="57"/>
                  </a:lnTo>
                  <a:lnTo>
                    <a:pt x="85" y="61"/>
                  </a:lnTo>
                  <a:lnTo>
                    <a:pt x="71" y="61"/>
                  </a:lnTo>
                  <a:lnTo>
                    <a:pt x="47" y="54"/>
                  </a:lnTo>
                  <a:lnTo>
                    <a:pt x="45" y="47"/>
                  </a:lnTo>
                  <a:lnTo>
                    <a:pt x="28" y="52"/>
                  </a:lnTo>
                  <a:lnTo>
                    <a:pt x="26" y="57"/>
                  </a:lnTo>
                  <a:lnTo>
                    <a:pt x="16" y="52"/>
                  </a:lnTo>
                  <a:lnTo>
                    <a:pt x="9" y="52"/>
                  </a:lnTo>
                  <a:lnTo>
                    <a:pt x="0" y="47"/>
                  </a:lnTo>
                  <a:lnTo>
                    <a:pt x="2" y="40"/>
                  </a:lnTo>
                  <a:lnTo>
                    <a:pt x="2" y="38"/>
                  </a:lnTo>
                  <a:lnTo>
                    <a:pt x="7" y="35"/>
                  </a:lnTo>
                  <a:lnTo>
                    <a:pt x="16" y="42"/>
                  </a:lnTo>
                  <a:lnTo>
                    <a:pt x="19" y="35"/>
                  </a:lnTo>
                  <a:lnTo>
                    <a:pt x="33" y="38"/>
                  </a:lnTo>
                  <a:lnTo>
                    <a:pt x="45" y="33"/>
                  </a:lnTo>
                  <a:lnTo>
                    <a:pt x="52" y="33"/>
                  </a:lnTo>
                  <a:lnTo>
                    <a:pt x="57" y="38"/>
                  </a:lnTo>
                  <a:lnTo>
                    <a:pt x="59" y="35"/>
                  </a:lnTo>
                  <a:lnTo>
                    <a:pt x="57" y="19"/>
                  </a:lnTo>
                  <a:lnTo>
                    <a:pt x="61" y="14"/>
                  </a:lnTo>
                  <a:lnTo>
                    <a:pt x="68" y="5"/>
                  </a:lnTo>
                  <a:lnTo>
                    <a:pt x="80" y="12"/>
                  </a:lnTo>
                  <a:lnTo>
                    <a:pt x="90" y="2"/>
                  </a:lnTo>
                  <a:lnTo>
                    <a:pt x="94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263;p30">
              <a:extLst>
                <a:ext uri="{FF2B5EF4-FFF2-40B4-BE49-F238E27FC236}">
                  <a16:creationId xmlns:a16="http://schemas.microsoft.com/office/drawing/2014/main" id="{BCE3F955-0C0E-5B24-7AFD-D947A91A471F}"/>
                </a:ext>
              </a:extLst>
            </p:cNvPr>
            <p:cNvSpPr/>
            <p:nvPr/>
          </p:nvSpPr>
          <p:spPr>
            <a:xfrm>
              <a:off x="4467980" y="2267843"/>
              <a:ext cx="95444" cy="85217"/>
            </a:xfrm>
            <a:custGeom>
              <a:avLst/>
              <a:gdLst/>
              <a:ahLst/>
              <a:cxnLst/>
              <a:rect l="l" t="t" r="r" b="b"/>
              <a:pathLst>
                <a:path w="56" h="50" extrusionOk="0">
                  <a:moveTo>
                    <a:pt x="40" y="0"/>
                  </a:moveTo>
                  <a:lnTo>
                    <a:pt x="40" y="0"/>
                  </a:lnTo>
                  <a:lnTo>
                    <a:pt x="49" y="12"/>
                  </a:lnTo>
                  <a:lnTo>
                    <a:pt x="56" y="17"/>
                  </a:lnTo>
                  <a:lnTo>
                    <a:pt x="56" y="36"/>
                  </a:lnTo>
                  <a:lnTo>
                    <a:pt x="52" y="36"/>
                  </a:lnTo>
                  <a:lnTo>
                    <a:pt x="49" y="50"/>
                  </a:lnTo>
                  <a:lnTo>
                    <a:pt x="35" y="38"/>
                  </a:lnTo>
                  <a:lnTo>
                    <a:pt x="28" y="40"/>
                  </a:lnTo>
                  <a:lnTo>
                    <a:pt x="16" y="29"/>
                  </a:lnTo>
                  <a:lnTo>
                    <a:pt x="9" y="19"/>
                  </a:lnTo>
                  <a:lnTo>
                    <a:pt x="2" y="19"/>
                  </a:lnTo>
                  <a:lnTo>
                    <a:pt x="0" y="10"/>
                  </a:lnTo>
                  <a:lnTo>
                    <a:pt x="11" y="5"/>
                  </a:lnTo>
                  <a:lnTo>
                    <a:pt x="23" y="7"/>
                  </a:lnTo>
                  <a:lnTo>
                    <a:pt x="40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264;p30">
              <a:extLst>
                <a:ext uri="{FF2B5EF4-FFF2-40B4-BE49-F238E27FC236}">
                  <a16:creationId xmlns:a16="http://schemas.microsoft.com/office/drawing/2014/main" id="{0F6CA30A-75BB-35CA-4B68-99AD44483A18}"/>
                </a:ext>
              </a:extLst>
            </p:cNvPr>
            <p:cNvSpPr/>
            <p:nvPr/>
          </p:nvSpPr>
          <p:spPr>
            <a:xfrm>
              <a:off x="5015077" y="2566107"/>
              <a:ext cx="170436" cy="109080"/>
            </a:xfrm>
            <a:custGeom>
              <a:avLst/>
              <a:gdLst/>
              <a:ahLst/>
              <a:cxnLst/>
              <a:rect l="l" t="t" r="r" b="b"/>
              <a:pathLst>
                <a:path w="100" h="64" extrusionOk="0">
                  <a:moveTo>
                    <a:pt x="5" y="0"/>
                  </a:moveTo>
                  <a:lnTo>
                    <a:pt x="5" y="0"/>
                  </a:lnTo>
                  <a:lnTo>
                    <a:pt x="10" y="10"/>
                  </a:lnTo>
                  <a:lnTo>
                    <a:pt x="15" y="8"/>
                  </a:lnTo>
                  <a:lnTo>
                    <a:pt x="26" y="10"/>
                  </a:lnTo>
                  <a:lnTo>
                    <a:pt x="50" y="12"/>
                  </a:lnTo>
                  <a:lnTo>
                    <a:pt x="59" y="8"/>
                  </a:lnTo>
                  <a:lnTo>
                    <a:pt x="78" y="0"/>
                  </a:lnTo>
                  <a:lnTo>
                    <a:pt x="90" y="10"/>
                  </a:lnTo>
                  <a:lnTo>
                    <a:pt x="100" y="12"/>
                  </a:lnTo>
                  <a:lnTo>
                    <a:pt x="90" y="22"/>
                  </a:lnTo>
                  <a:lnTo>
                    <a:pt x="85" y="36"/>
                  </a:lnTo>
                  <a:lnTo>
                    <a:pt x="90" y="48"/>
                  </a:lnTo>
                  <a:lnTo>
                    <a:pt x="76" y="45"/>
                  </a:lnTo>
                  <a:lnTo>
                    <a:pt x="59" y="52"/>
                  </a:lnTo>
                  <a:lnTo>
                    <a:pt x="59" y="62"/>
                  </a:lnTo>
                  <a:lnTo>
                    <a:pt x="45" y="64"/>
                  </a:lnTo>
                  <a:lnTo>
                    <a:pt x="33" y="57"/>
                  </a:lnTo>
                  <a:lnTo>
                    <a:pt x="22" y="62"/>
                  </a:lnTo>
                  <a:lnTo>
                    <a:pt x="10" y="62"/>
                  </a:lnTo>
                  <a:lnTo>
                    <a:pt x="7" y="48"/>
                  </a:lnTo>
                  <a:lnTo>
                    <a:pt x="0" y="43"/>
                  </a:lnTo>
                  <a:lnTo>
                    <a:pt x="3" y="38"/>
                  </a:lnTo>
                  <a:lnTo>
                    <a:pt x="0" y="36"/>
                  </a:lnTo>
                  <a:lnTo>
                    <a:pt x="3" y="29"/>
                  </a:lnTo>
                  <a:lnTo>
                    <a:pt x="10" y="22"/>
                  </a:lnTo>
                  <a:lnTo>
                    <a:pt x="0" y="12"/>
                  </a:lnTo>
                  <a:lnTo>
                    <a:pt x="0" y="5"/>
                  </a:lnTo>
                  <a:lnTo>
                    <a:pt x="5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265;p30">
              <a:extLst>
                <a:ext uri="{FF2B5EF4-FFF2-40B4-BE49-F238E27FC236}">
                  <a16:creationId xmlns:a16="http://schemas.microsoft.com/office/drawing/2014/main" id="{7B9961FC-573E-94A7-1841-BB4C5FBC57AF}"/>
                </a:ext>
              </a:extLst>
            </p:cNvPr>
            <p:cNvSpPr/>
            <p:nvPr/>
          </p:nvSpPr>
          <p:spPr>
            <a:xfrm>
              <a:off x="2218231" y="3152406"/>
              <a:ext cx="52835" cy="95444"/>
            </a:xfrm>
            <a:custGeom>
              <a:avLst/>
              <a:gdLst/>
              <a:ahLst/>
              <a:cxnLst/>
              <a:rect l="l" t="t" r="r" b="b"/>
              <a:pathLst>
                <a:path w="31" h="56" extrusionOk="0">
                  <a:moveTo>
                    <a:pt x="23" y="56"/>
                  </a:moveTo>
                  <a:lnTo>
                    <a:pt x="23" y="56"/>
                  </a:lnTo>
                  <a:lnTo>
                    <a:pt x="19" y="56"/>
                  </a:lnTo>
                  <a:lnTo>
                    <a:pt x="14" y="47"/>
                  </a:lnTo>
                  <a:lnTo>
                    <a:pt x="9" y="42"/>
                  </a:lnTo>
                  <a:lnTo>
                    <a:pt x="12" y="30"/>
                  </a:lnTo>
                  <a:lnTo>
                    <a:pt x="16" y="33"/>
                  </a:lnTo>
                  <a:lnTo>
                    <a:pt x="23" y="47"/>
                  </a:lnTo>
                  <a:lnTo>
                    <a:pt x="23" y="56"/>
                  </a:lnTo>
                  <a:close/>
                  <a:moveTo>
                    <a:pt x="19" y="7"/>
                  </a:moveTo>
                  <a:lnTo>
                    <a:pt x="19" y="7"/>
                  </a:lnTo>
                  <a:lnTo>
                    <a:pt x="0" y="9"/>
                  </a:lnTo>
                  <a:lnTo>
                    <a:pt x="0" y="2"/>
                  </a:lnTo>
                  <a:lnTo>
                    <a:pt x="7" y="2"/>
                  </a:lnTo>
                  <a:lnTo>
                    <a:pt x="16" y="2"/>
                  </a:lnTo>
                  <a:lnTo>
                    <a:pt x="19" y="7"/>
                  </a:lnTo>
                  <a:close/>
                  <a:moveTo>
                    <a:pt x="31" y="7"/>
                  </a:moveTo>
                  <a:lnTo>
                    <a:pt x="31" y="7"/>
                  </a:lnTo>
                  <a:lnTo>
                    <a:pt x="28" y="19"/>
                  </a:lnTo>
                  <a:lnTo>
                    <a:pt x="26" y="16"/>
                  </a:lnTo>
                  <a:lnTo>
                    <a:pt x="26" y="7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31" y="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266;p30">
              <a:extLst>
                <a:ext uri="{FF2B5EF4-FFF2-40B4-BE49-F238E27FC236}">
                  <a16:creationId xmlns:a16="http://schemas.microsoft.com/office/drawing/2014/main" id="{3A442CAD-6A21-C639-2CB5-BBEEF96B2E18}"/>
                </a:ext>
              </a:extLst>
            </p:cNvPr>
            <p:cNvSpPr/>
            <p:nvPr/>
          </p:nvSpPr>
          <p:spPr>
            <a:xfrm>
              <a:off x="4831007" y="2526907"/>
              <a:ext cx="107376" cy="97149"/>
            </a:xfrm>
            <a:custGeom>
              <a:avLst/>
              <a:gdLst/>
              <a:ahLst/>
              <a:cxnLst/>
              <a:rect l="l" t="t" r="r" b="b"/>
              <a:pathLst>
                <a:path w="63" h="57" extrusionOk="0">
                  <a:moveTo>
                    <a:pt x="21" y="0"/>
                  </a:moveTo>
                  <a:lnTo>
                    <a:pt x="21" y="0"/>
                  </a:lnTo>
                  <a:lnTo>
                    <a:pt x="35" y="4"/>
                  </a:lnTo>
                  <a:lnTo>
                    <a:pt x="44" y="4"/>
                  </a:lnTo>
                  <a:lnTo>
                    <a:pt x="52" y="9"/>
                  </a:lnTo>
                  <a:lnTo>
                    <a:pt x="59" y="9"/>
                  </a:lnTo>
                  <a:lnTo>
                    <a:pt x="54" y="19"/>
                  </a:lnTo>
                  <a:lnTo>
                    <a:pt x="63" y="28"/>
                  </a:lnTo>
                  <a:lnTo>
                    <a:pt x="61" y="38"/>
                  </a:lnTo>
                  <a:lnTo>
                    <a:pt x="56" y="38"/>
                  </a:lnTo>
                  <a:lnTo>
                    <a:pt x="54" y="40"/>
                  </a:lnTo>
                  <a:lnTo>
                    <a:pt x="47" y="45"/>
                  </a:lnTo>
                  <a:lnTo>
                    <a:pt x="44" y="57"/>
                  </a:lnTo>
                  <a:lnTo>
                    <a:pt x="30" y="49"/>
                  </a:lnTo>
                  <a:lnTo>
                    <a:pt x="26" y="40"/>
                  </a:lnTo>
                  <a:lnTo>
                    <a:pt x="18" y="35"/>
                  </a:lnTo>
                  <a:lnTo>
                    <a:pt x="11" y="28"/>
                  </a:lnTo>
                  <a:lnTo>
                    <a:pt x="9" y="21"/>
                  </a:lnTo>
                  <a:lnTo>
                    <a:pt x="0" y="9"/>
                  </a:lnTo>
                  <a:lnTo>
                    <a:pt x="4" y="0"/>
                  </a:lnTo>
                  <a:lnTo>
                    <a:pt x="9" y="4"/>
                  </a:lnTo>
                  <a:lnTo>
                    <a:pt x="14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267;p30">
              <a:extLst>
                <a:ext uri="{FF2B5EF4-FFF2-40B4-BE49-F238E27FC236}">
                  <a16:creationId xmlns:a16="http://schemas.microsoft.com/office/drawing/2014/main" id="{EA114FBB-6FC6-2C70-AE8C-60C00BEE839A}"/>
                </a:ext>
              </a:extLst>
            </p:cNvPr>
            <p:cNvSpPr/>
            <p:nvPr/>
          </p:nvSpPr>
          <p:spPr>
            <a:xfrm>
              <a:off x="1935307" y="3401244"/>
              <a:ext cx="32384" cy="76697"/>
            </a:xfrm>
            <a:custGeom>
              <a:avLst/>
              <a:gdLst/>
              <a:ahLst/>
              <a:cxnLst/>
              <a:rect l="l" t="t" r="r" b="b"/>
              <a:pathLst>
                <a:path w="19" h="45" extrusionOk="0">
                  <a:moveTo>
                    <a:pt x="17" y="7"/>
                  </a:moveTo>
                  <a:lnTo>
                    <a:pt x="17" y="7"/>
                  </a:lnTo>
                  <a:lnTo>
                    <a:pt x="14" y="17"/>
                  </a:lnTo>
                  <a:lnTo>
                    <a:pt x="17" y="17"/>
                  </a:lnTo>
                  <a:lnTo>
                    <a:pt x="14" y="24"/>
                  </a:lnTo>
                  <a:lnTo>
                    <a:pt x="17" y="26"/>
                  </a:lnTo>
                  <a:lnTo>
                    <a:pt x="14" y="34"/>
                  </a:lnTo>
                  <a:lnTo>
                    <a:pt x="10" y="38"/>
                  </a:lnTo>
                  <a:lnTo>
                    <a:pt x="7" y="41"/>
                  </a:lnTo>
                  <a:lnTo>
                    <a:pt x="5" y="45"/>
                  </a:lnTo>
                  <a:lnTo>
                    <a:pt x="0" y="45"/>
                  </a:lnTo>
                  <a:lnTo>
                    <a:pt x="0" y="26"/>
                  </a:lnTo>
                  <a:lnTo>
                    <a:pt x="0" y="12"/>
                  </a:lnTo>
                  <a:lnTo>
                    <a:pt x="0" y="10"/>
                  </a:lnTo>
                  <a:lnTo>
                    <a:pt x="3" y="10"/>
                  </a:lnTo>
                  <a:lnTo>
                    <a:pt x="5" y="12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4" y="3"/>
                  </a:lnTo>
                  <a:lnTo>
                    <a:pt x="19" y="3"/>
                  </a:lnTo>
                  <a:lnTo>
                    <a:pt x="17" y="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268;p30">
              <a:extLst>
                <a:ext uri="{FF2B5EF4-FFF2-40B4-BE49-F238E27FC236}">
                  <a16:creationId xmlns:a16="http://schemas.microsoft.com/office/drawing/2014/main" id="{62D6577C-9E0F-69CC-21F4-AF56D7ACAB49}"/>
                </a:ext>
              </a:extLst>
            </p:cNvPr>
            <p:cNvSpPr/>
            <p:nvPr/>
          </p:nvSpPr>
          <p:spPr>
            <a:xfrm>
              <a:off x="2475587" y="4186101"/>
              <a:ext cx="333708" cy="379678"/>
            </a:xfrm>
            <a:custGeom>
              <a:avLst/>
              <a:gdLst/>
              <a:ahLst/>
              <a:cxnLst/>
              <a:rect l="l" t="t" r="r" b="b"/>
              <a:pathLst>
                <a:path w="311150" h="354012" extrusionOk="0">
                  <a:moveTo>
                    <a:pt x="109538" y="0"/>
                  </a:moveTo>
                  <a:lnTo>
                    <a:pt x="108320" y="4873"/>
                  </a:lnTo>
                  <a:lnTo>
                    <a:pt x="109538" y="4762"/>
                  </a:lnTo>
                  <a:lnTo>
                    <a:pt x="105527" y="20805"/>
                  </a:lnTo>
                  <a:lnTo>
                    <a:pt x="109538" y="30163"/>
                  </a:lnTo>
                  <a:lnTo>
                    <a:pt x="109538" y="34925"/>
                  </a:lnTo>
                  <a:lnTo>
                    <a:pt x="109538" y="44450"/>
                  </a:lnTo>
                  <a:lnTo>
                    <a:pt x="134938" y="68263"/>
                  </a:lnTo>
                  <a:lnTo>
                    <a:pt x="165100" y="74613"/>
                  </a:lnTo>
                  <a:lnTo>
                    <a:pt x="173038" y="82550"/>
                  </a:lnTo>
                  <a:lnTo>
                    <a:pt x="192088" y="90488"/>
                  </a:lnTo>
                  <a:lnTo>
                    <a:pt x="203200" y="96838"/>
                  </a:lnTo>
                  <a:lnTo>
                    <a:pt x="217488" y="93663"/>
                  </a:lnTo>
                  <a:lnTo>
                    <a:pt x="233363" y="104775"/>
                  </a:lnTo>
                  <a:lnTo>
                    <a:pt x="236538" y="120650"/>
                  </a:lnTo>
                  <a:lnTo>
                    <a:pt x="241300" y="127000"/>
                  </a:lnTo>
                  <a:lnTo>
                    <a:pt x="241300" y="131762"/>
                  </a:lnTo>
                  <a:lnTo>
                    <a:pt x="241300" y="138113"/>
                  </a:lnTo>
                  <a:lnTo>
                    <a:pt x="241300" y="142875"/>
                  </a:lnTo>
                  <a:lnTo>
                    <a:pt x="234616" y="142875"/>
                  </a:lnTo>
                  <a:lnTo>
                    <a:pt x="241300" y="168275"/>
                  </a:lnTo>
                  <a:lnTo>
                    <a:pt x="288925" y="168275"/>
                  </a:lnTo>
                  <a:lnTo>
                    <a:pt x="288925" y="173037"/>
                  </a:lnTo>
                  <a:lnTo>
                    <a:pt x="288925" y="187325"/>
                  </a:lnTo>
                  <a:lnTo>
                    <a:pt x="288925" y="192087"/>
                  </a:lnTo>
                  <a:lnTo>
                    <a:pt x="288925" y="195263"/>
                  </a:lnTo>
                  <a:lnTo>
                    <a:pt x="304800" y="203200"/>
                  </a:lnTo>
                  <a:lnTo>
                    <a:pt x="311150" y="222250"/>
                  </a:lnTo>
                  <a:lnTo>
                    <a:pt x="310590" y="225332"/>
                  </a:lnTo>
                  <a:lnTo>
                    <a:pt x="311150" y="227012"/>
                  </a:lnTo>
                  <a:lnTo>
                    <a:pt x="307975" y="244475"/>
                  </a:lnTo>
                  <a:lnTo>
                    <a:pt x="300038" y="260350"/>
                  </a:lnTo>
                  <a:lnTo>
                    <a:pt x="300038" y="269875"/>
                  </a:lnTo>
                  <a:lnTo>
                    <a:pt x="300038" y="274637"/>
                  </a:lnTo>
                  <a:lnTo>
                    <a:pt x="293688" y="279400"/>
                  </a:lnTo>
                  <a:lnTo>
                    <a:pt x="293688" y="274638"/>
                  </a:lnTo>
                  <a:lnTo>
                    <a:pt x="293688" y="271462"/>
                  </a:lnTo>
                  <a:lnTo>
                    <a:pt x="269875" y="257175"/>
                  </a:lnTo>
                  <a:lnTo>
                    <a:pt x="244475" y="257175"/>
                  </a:lnTo>
                  <a:lnTo>
                    <a:pt x="200025" y="263525"/>
                  </a:lnTo>
                  <a:lnTo>
                    <a:pt x="187325" y="290512"/>
                  </a:lnTo>
                  <a:lnTo>
                    <a:pt x="187325" y="296863"/>
                  </a:lnTo>
                  <a:lnTo>
                    <a:pt x="187325" y="301625"/>
                  </a:lnTo>
                  <a:lnTo>
                    <a:pt x="176213" y="334962"/>
                  </a:lnTo>
                  <a:lnTo>
                    <a:pt x="173038" y="331787"/>
                  </a:lnTo>
                  <a:lnTo>
                    <a:pt x="142875" y="327025"/>
                  </a:lnTo>
                  <a:lnTo>
                    <a:pt x="134938" y="350837"/>
                  </a:lnTo>
                  <a:lnTo>
                    <a:pt x="115888" y="331787"/>
                  </a:lnTo>
                  <a:lnTo>
                    <a:pt x="87313" y="323850"/>
                  </a:lnTo>
                  <a:lnTo>
                    <a:pt x="63500" y="350837"/>
                  </a:lnTo>
                  <a:lnTo>
                    <a:pt x="46038" y="354012"/>
                  </a:lnTo>
                  <a:lnTo>
                    <a:pt x="33338" y="315912"/>
                  </a:lnTo>
                  <a:lnTo>
                    <a:pt x="19050" y="285750"/>
                  </a:lnTo>
                  <a:lnTo>
                    <a:pt x="20133" y="283274"/>
                  </a:lnTo>
                  <a:lnTo>
                    <a:pt x="19050" y="280988"/>
                  </a:lnTo>
                  <a:lnTo>
                    <a:pt x="28761" y="258792"/>
                  </a:lnTo>
                  <a:lnTo>
                    <a:pt x="15875" y="244475"/>
                  </a:lnTo>
                  <a:lnTo>
                    <a:pt x="11113" y="227012"/>
                  </a:lnTo>
                  <a:lnTo>
                    <a:pt x="0" y="211137"/>
                  </a:lnTo>
                  <a:lnTo>
                    <a:pt x="1431" y="208419"/>
                  </a:lnTo>
                  <a:lnTo>
                    <a:pt x="0" y="206375"/>
                  </a:lnTo>
                  <a:lnTo>
                    <a:pt x="14654" y="178533"/>
                  </a:lnTo>
                  <a:lnTo>
                    <a:pt x="4763" y="158750"/>
                  </a:lnTo>
                  <a:lnTo>
                    <a:pt x="6032" y="156527"/>
                  </a:lnTo>
                  <a:lnTo>
                    <a:pt x="4763" y="153988"/>
                  </a:lnTo>
                  <a:lnTo>
                    <a:pt x="9992" y="144836"/>
                  </a:lnTo>
                  <a:lnTo>
                    <a:pt x="7938" y="139700"/>
                  </a:lnTo>
                  <a:lnTo>
                    <a:pt x="9045" y="137706"/>
                  </a:lnTo>
                  <a:lnTo>
                    <a:pt x="7938" y="134938"/>
                  </a:lnTo>
                  <a:lnTo>
                    <a:pt x="15875" y="120650"/>
                  </a:lnTo>
                  <a:lnTo>
                    <a:pt x="15875" y="101600"/>
                  </a:lnTo>
                  <a:lnTo>
                    <a:pt x="15875" y="96838"/>
                  </a:lnTo>
                  <a:lnTo>
                    <a:pt x="19050" y="82550"/>
                  </a:lnTo>
                  <a:lnTo>
                    <a:pt x="21336" y="74549"/>
                  </a:lnTo>
                  <a:lnTo>
                    <a:pt x="0" y="34925"/>
                  </a:lnTo>
                  <a:lnTo>
                    <a:pt x="2817" y="35394"/>
                  </a:lnTo>
                  <a:lnTo>
                    <a:pt x="0" y="30163"/>
                  </a:lnTo>
                  <a:lnTo>
                    <a:pt x="19050" y="33338"/>
                  </a:lnTo>
                  <a:lnTo>
                    <a:pt x="33338" y="30163"/>
                  </a:lnTo>
                  <a:lnTo>
                    <a:pt x="38100" y="25400"/>
                  </a:lnTo>
                  <a:lnTo>
                    <a:pt x="60325" y="14288"/>
                  </a:lnTo>
                  <a:lnTo>
                    <a:pt x="74613" y="317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269;p30">
              <a:extLst>
                <a:ext uri="{FF2B5EF4-FFF2-40B4-BE49-F238E27FC236}">
                  <a16:creationId xmlns:a16="http://schemas.microsoft.com/office/drawing/2014/main" id="{B123AD2A-DF4E-9C00-E54A-9954ABECDF72}"/>
                </a:ext>
              </a:extLst>
            </p:cNvPr>
            <p:cNvSpPr/>
            <p:nvPr/>
          </p:nvSpPr>
          <p:spPr>
            <a:xfrm>
              <a:off x="2354579" y="3776202"/>
              <a:ext cx="1083970" cy="1126582"/>
            </a:xfrm>
            <a:custGeom>
              <a:avLst/>
              <a:gdLst/>
              <a:ahLst/>
              <a:cxnLst/>
              <a:rect l="l" t="t" r="r" b="b"/>
              <a:pathLst>
                <a:path w="636" h="661" extrusionOk="0">
                  <a:moveTo>
                    <a:pt x="234" y="19"/>
                  </a:moveTo>
                  <a:lnTo>
                    <a:pt x="234" y="19"/>
                  </a:lnTo>
                  <a:lnTo>
                    <a:pt x="230" y="24"/>
                  </a:lnTo>
                  <a:lnTo>
                    <a:pt x="227" y="41"/>
                  </a:lnTo>
                  <a:lnTo>
                    <a:pt x="232" y="48"/>
                  </a:lnTo>
                  <a:lnTo>
                    <a:pt x="232" y="55"/>
                  </a:lnTo>
                  <a:lnTo>
                    <a:pt x="244" y="62"/>
                  </a:lnTo>
                  <a:lnTo>
                    <a:pt x="251" y="64"/>
                  </a:lnTo>
                  <a:lnTo>
                    <a:pt x="253" y="60"/>
                  </a:lnTo>
                  <a:lnTo>
                    <a:pt x="258" y="60"/>
                  </a:lnTo>
                  <a:lnTo>
                    <a:pt x="265" y="57"/>
                  </a:lnTo>
                  <a:lnTo>
                    <a:pt x="270" y="53"/>
                  </a:lnTo>
                  <a:lnTo>
                    <a:pt x="279" y="55"/>
                  </a:lnTo>
                  <a:lnTo>
                    <a:pt x="284" y="53"/>
                  </a:lnTo>
                  <a:lnTo>
                    <a:pt x="291" y="55"/>
                  </a:lnTo>
                  <a:lnTo>
                    <a:pt x="294" y="50"/>
                  </a:lnTo>
                  <a:lnTo>
                    <a:pt x="291" y="48"/>
                  </a:lnTo>
                  <a:lnTo>
                    <a:pt x="294" y="43"/>
                  </a:lnTo>
                  <a:lnTo>
                    <a:pt x="298" y="45"/>
                  </a:lnTo>
                  <a:lnTo>
                    <a:pt x="305" y="43"/>
                  </a:lnTo>
                  <a:lnTo>
                    <a:pt x="315" y="45"/>
                  </a:lnTo>
                  <a:lnTo>
                    <a:pt x="324" y="50"/>
                  </a:lnTo>
                  <a:lnTo>
                    <a:pt x="327" y="45"/>
                  </a:lnTo>
                  <a:lnTo>
                    <a:pt x="331" y="45"/>
                  </a:lnTo>
                  <a:lnTo>
                    <a:pt x="334" y="50"/>
                  </a:lnTo>
                  <a:lnTo>
                    <a:pt x="341" y="50"/>
                  </a:lnTo>
                  <a:lnTo>
                    <a:pt x="348" y="43"/>
                  </a:lnTo>
                  <a:lnTo>
                    <a:pt x="353" y="31"/>
                  </a:lnTo>
                  <a:lnTo>
                    <a:pt x="362" y="17"/>
                  </a:lnTo>
                  <a:lnTo>
                    <a:pt x="367" y="17"/>
                  </a:lnTo>
                  <a:lnTo>
                    <a:pt x="372" y="24"/>
                  </a:lnTo>
                  <a:lnTo>
                    <a:pt x="381" y="53"/>
                  </a:lnTo>
                  <a:lnTo>
                    <a:pt x="390" y="55"/>
                  </a:lnTo>
                  <a:lnTo>
                    <a:pt x="390" y="67"/>
                  </a:lnTo>
                  <a:lnTo>
                    <a:pt x="379" y="81"/>
                  </a:lnTo>
                  <a:lnTo>
                    <a:pt x="383" y="86"/>
                  </a:lnTo>
                  <a:lnTo>
                    <a:pt x="412" y="88"/>
                  </a:lnTo>
                  <a:lnTo>
                    <a:pt x="412" y="105"/>
                  </a:lnTo>
                  <a:lnTo>
                    <a:pt x="424" y="93"/>
                  </a:lnTo>
                  <a:lnTo>
                    <a:pt x="445" y="100"/>
                  </a:lnTo>
                  <a:lnTo>
                    <a:pt x="471" y="109"/>
                  </a:lnTo>
                  <a:lnTo>
                    <a:pt x="480" y="119"/>
                  </a:lnTo>
                  <a:lnTo>
                    <a:pt x="476" y="128"/>
                  </a:lnTo>
                  <a:lnTo>
                    <a:pt x="495" y="121"/>
                  </a:lnTo>
                  <a:lnTo>
                    <a:pt x="528" y="131"/>
                  </a:lnTo>
                  <a:lnTo>
                    <a:pt x="551" y="131"/>
                  </a:lnTo>
                  <a:lnTo>
                    <a:pt x="575" y="143"/>
                  </a:lnTo>
                  <a:lnTo>
                    <a:pt x="596" y="161"/>
                  </a:lnTo>
                  <a:lnTo>
                    <a:pt x="608" y="166"/>
                  </a:lnTo>
                  <a:lnTo>
                    <a:pt x="622" y="166"/>
                  </a:lnTo>
                  <a:lnTo>
                    <a:pt x="627" y="173"/>
                  </a:lnTo>
                  <a:lnTo>
                    <a:pt x="634" y="192"/>
                  </a:lnTo>
                  <a:lnTo>
                    <a:pt x="636" y="202"/>
                  </a:lnTo>
                  <a:lnTo>
                    <a:pt x="629" y="230"/>
                  </a:lnTo>
                  <a:lnTo>
                    <a:pt x="622" y="240"/>
                  </a:lnTo>
                  <a:lnTo>
                    <a:pt x="599" y="263"/>
                  </a:lnTo>
                  <a:lnTo>
                    <a:pt x="589" y="282"/>
                  </a:lnTo>
                  <a:lnTo>
                    <a:pt x="577" y="296"/>
                  </a:lnTo>
                  <a:lnTo>
                    <a:pt x="573" y="296"/>
                  </a:lnTo>
                  <a:lnTo>
                    <a:pt x="568" y="308"/>
                  </a:lnTo>
                  <a:lnTo>
                    <a:pt x="568" y="339"/>
                  </a:lnTo>
                  <a:lnTo>
                    <a:pt x="566" y="365"/>
                  </a:lnTo>
                  <a:lnTo>
                    <a:pt x="563" y="377"/>
                  </a:lnTo>
                  <a:lnTo>
                    <a:pt x="558" y="382"/>
                  </a:lnTo>
                  <a:lnTo>
                    <a:pt x="554" y="405"/>
                  </a:lnTo>
                  <a:lnTo>
                    <a:pt x="540" y="429"/>
                  </a:lnTo>
                  <a:lnTo>
                    <a:pt x="535" y="445"/>
                  </a:lnTo>
                  <a:lnTo>
                    <a:pt x="523" y="453"/>
                  </a:lnTo>
                  <a:lnTo>
                    <a:pt x="518" y="464"/>
                  </a:lnTo>
                  <a:lnTo>
                    <a:pt x="502" y="464"/>
                  </a:lnTo>
                  <a:lnTo>
                    <a:pt x="476" y="472"/>
                  </a:lnTo>
                  <a:lnTo>
                    <a:pt x="464" y="479"/>
                  </a:lnTo>
                  <a:lnTo>
                    <a:pt x="445" y="483"/>
                  </a:lnTo>
                  <a:lnTo>
                    <a:pt x="426" y="498"/>
                  </a:lnTo>
                  <a:lnTo>
                    <a:pt x="414" y="516"/>
                  </a:lnTo>
                  <a:lnTo>
                    <a:pt x="409" y="528"/>
                  </a:lnTo>
                  <a:lnTo>
                    <a:pt x="414" y="538"/>
                  </a:lnTo>
                  <a:lnTo>
                    <a:pt x="409" y="557"/>
                  </a:lnTo>
                  <a:lnTo>
                    <a:pt x="407" y="566"/>
                  </a:lnTo>
                  <a:lnTo>
                    <a:pt x="395" y="576"/>
                  </a:lnTo>
                  <a:lnTo>
                    <a:pt x="379" y="609"/>
                  </a:lnTo>
                  <a:lnTo>
                    <a:pt x="362" y="623"/>
                  </a:lnTo>
                  <a:lnTo>
                    <a:pt x="353" y="632"/>
                  </a:lnTo>
                  <a:lnTo>
                    <a:pt x="346" y="651"/>
                  </a:lnTo>
                  <a:lnTo>
                    <a:pt x="334" y="661"/>
                  </a:lnTo>
                  <a:lnTo>
                    <a:pt x="329" y="651"/>
                  </a:lnTo>
                  <a:lnTo>
                    <a:pt x="336" y="642"/>
                  </a:lnTo>
                  <a:lnTo>
                    <a:pt x="327" y="628"/>
                  </a:lnTo>
                  <a:lnTo>
                    <a:pt x="315" y="618"/>
                  </a:lnTo>
                  <a:lnTo>
                    <a:pt x="298" y="606"/>
                  </a:lnTo>
                  <a:lnTo>
                    <a:pt x="294" y="606"/>
                  </a:lnTo>
                  <a:lnTo>
                    <a:pt x="275" y="592"/>
                  </a:lnTo>
                  <a:lnTo>
                    <a:pt x="265" y="595"/>
                  </a:lnTo>
                  <a:lnTo>
                    <a:pt x="286" y="569"/>
                  </a:lnTo>
                  <a:lnTo>
                    <a:pt x="305" y="552"/>
                  </a:lnTo>
                  <a:lnTo>
                    <a:pt x="317" y="545"/>
                  </a:lnTo>
                  <a:lnTo>
                    <a:pt x="329" y="533"/>
                  </a:lnTo>
                  <a:lnTo>
                    <a:pt x="329" y="519"/>
                  </a:lnTo>
                  <a:lnTo>
                    <a:pt x="322" y="509"/>
                  </a:lnTo>
                  <a:lnTo>
                    <a:pt x="315" y="512"/>
                  </a:lnTo>
                  <a:lnTo>
                    <a:pt x="317" y="502"/>
                  </a:lnTo>
                  <a:lnTo>
                    <a:pt x="320" y="493"/>
                  </a:lnTo>
                  <a:lnTo>
                    <a:pt x="320" y="481"/>
                  </a:lnTo>
                  <a:lnTo>
                    <a:pt x="312" y="479"/>
                  </a:lnTo>
                  <a:lnTo>
                    <a:pt x="308" y="481"/>
                  </a:lnTo>
                  <a:lnTo>
                    <a:pt x="301" y="481"/>
                  </a:lnTo>
                  <a:lnTo>
                    <a:pt x="298" y="474"/>
                  </a:lnTo>
                  <a:lnTo>
                    <a:pt x="298" y="460"/>
                  </a:lnTo>
                  <a:lnTo>
                    <a:pt x="296" y="453"/>
                  </a:lnTo>
                  <a:lnTo>
                    <a:pt x="284" y="448"/>
                  </a:lnTo>
                  <a:lnTo>
                    <a:pt x="277" y="453"/>
                  </a:lnTo>
                  <a:lnTo>
                    <a:pt x="260" y="448"/>
                  </a:lnTo>
                  <a:lnTo>
                    <a:pt x="263" y="424"/>
                  </a:lnTo>
                  <a:lnTo>
                    <a:pt x="256" y="415"/>
                  </a:lnTo>
                  <a:lnTo>
                    <a:pt x="263" y="412"/>
                  </a:lnTo>
                  <a:lnTo>
                    <a:pt x="260" y="403"/>
                  </a:lnTo>
                  <a:lnTo>
                    <a:pt x="265" y="393"/>
                  </a:lnTo>
                  <a:lnTo>
                    <a:pt x="267" y="382"/>
                  </a:lnTo>
                  <a:lnTo>
                    <a:pt x="263" y="372"/>
                  </a:lnTo>
                  <a:lnTo>
                    <a:pt x="256" y="365"/>
                  </a:lnTo>
                  <a:lnTo>
                    <a:pt x="253" y="360"/>
                  </a:lnTo>
                  <a:lnTo>
                    <a:pt x="256" y="351"/>
                  </a:lnTo>
                  <a:lnTo>
                    <a:pt x="225" y="351"/>
                  </a:lnTo>
                  <a:lnTo>
                    <a:pt x="218" y="329"/>
                  </a:lnTo>
                  <a:lnTo>
                    <a:pt x="223" y="329"/>
                  </a:lnTo>
                  <a:lnTo>
                    <a:pt x="223" y="322"/>
                  </a:lnTo>
                  <a:lnTo>
                    <a:pt x="220" y="318"/>
                  </a:lnTo>
                  <a:lnTo>
                    <a:pt x="218" y="308"/>
                  </a:lnTo>
                  <a:lnTo>
                    <a:pt x="211" y="303"/>
                  </a:lnTo>
                  <a:lnTo>
                    <a:pt x="199" y="303"/>
                  </a:lnTo>
                  <a:lnTo>
                    <a:pt x="192" y="299"/>
                  </a:lnTo>
                  <a:lnTo>
                    <a:pt x="182" y="294"/>
                  </a:lnTo>
                  <a:lnTo>
                    <a:pt x="175" y="289"/>
                  </a:lnTo>
                  <a:lnTo>
                    <a:pt x="156" y="285"/>
                  </a:lnTo>
                  <a:lnTo>
                    <a:pt x="140" y="270"/>
                  </a:lnTo>
                  <a:lnTo>
                    <a:pt x="140" y="261"/>
                  </a:lnTo>
                  <a:lnTo>
                    <a:pt x="137" y="254"/>
                  </a:lnTo>
                  <a:lnTo>
                    <a:pt x="140" y="242"/>
                  </a:lnTo>
                  <a:lnTo>
                    <a:pt x="118" y="244"/>
                  </a:lnTo>
                  <a:lnTo>
                    <a:pt x="111" y="251"/>
                  </a:lnTo>
                  <a:lnTo>
                    <a:pt x="97" y="258"/>
                  </a:lnTo>
                  <a:lnTo>
                    <a:pt x="92" y="263"/>
                  </a:lnTo>
                  <a:lnTo>
                    <a:pt x="85" y="263"/>
                  </a:lnTo>
                  <a:lnTo>
                    <a:pt x="74" y="261"/>
                  </a:lnTo>
                  <a:lnTo>
                    <a:pt x="64" y="263"/>
                  </a:lnTo>
                  <a:lnTo>
                    <a:pt x="57" y="263"/>
                  </a:lnTo>
                  <a:lnTo>
                    <a:pt x="57" y="237"/>
                  </a:lnTo>
                  <a:lnTo>
                    <a:pt x="45" y="247"/>
                  </a:lnTo>
                  <a:lnTo>
                    <a:pt x="29" y="247"/>
                  </a:lnTo>
                  <a:lnTo>
                    <a:pt x="24" y="237"/>
                  </a:lnTo>
                  <a:lnTo>
                    <a:pt x="12" y="237"/>
                  </a:lnTo>
                  <a:lnTo>
                    <a:pt x="17" y="230"/>
                  </a:lnTo>
                  <a:lnTo>
                    <a:pt x="7" y="221"/>
                  </a:lnTo>
                  <a:lnTo>
                    <a:pt x="0" y="206"/>
                  </a:lnTo>
                  <a:lnTo>
                    <a:pt x="5" y="202"/>
                  </a:lnTo>
                  <a:lnTo>
                    <a:pt x="5" y="197"/>
                  </a:lnTo>
                  <a:lnTo>
                    <a:pt x="14" y="192"/>
                  </a:lnTo>
                  <a:lnTo>
                    <a:pt x="12" y="183"/>
                  </a:lnTo>
                  <a:lnTo>
                    <a:pt x="17" y="176"/>
                  </a:lnTo>
                  <a:lnTo>
                    <a:pt x="19" y="169"/>
                  </a:lnTo>
                  <a:lnTo>
                    <a:pt x="36" y="157"/>
                  </a:lnTo>
                  <a:lnTo>
                    <a:pt x="50" y="154"/>
                  </a:lnTo>
                  <a:lnTo>
                    <a:pt x="52" y="152"/>
                  </a:lnTo>
                  <a:lnTo>
                    <a:pt x="66" y="154"/>
                  </a:lnTo>
                  <a:lnTo>
                    <a:pt x="74" y="109"/>
                  </a:lnTo>
                  <a:lnTo>
                    <a:pt x="74" y="102"/>
                  </a:lnTo>
                  <a:lnTo>
                    <a:pt x="71" y="93"/>
                  </a:lnTo>
                  <a:lnTo>
                    <a:pt x="64" y="88"/>
                  </a:lnTo>
                  <a:lnTo>
                    <a:pt x="64" y="74"/>
                  </a:lnTo>
                  <a:lnTo>
                    <a:pt x="74" y="71"/>
                  </a:lnTo>
                  <a:lnTo>
                    <a:pt x="78" y="74"/>
                  </a:lnTo>
                  <a:lnTo>
                    <a:pt x="78" y="67"/>
                  </a:lnTo>
                  <a:lnTo>
                    <a:pt x="69" y="67"/>
                  </a:lnTo>
                  <a:lnTo>
                    <a:pt x="69" y="55"/>
                  </a:lnTo>
                  <a:lnTo>
                    <a:pt x="100" y="57"/>
                  </a:lnTo>
                  <a:lnTo>
                    <a:pt x="104" y="50"/>
                  </a:lnTo>
                  <a:lnTo>
                    <a:pt x="109" y="55"/>
                  </a:lnTo>
                  <a:lnTo>
                    <a:pt x="111" y="67"/>
                  </a:lnTo>
                  <a:lnTo>
                    <a:pt x="116" y="64"/>
                  </a:lnTo>
                  <a:lnTo>
                    <a:pt x="126" y="71"/>
                  </a:lnTo>
                  <a:lnTo>
                    <a:pt x="137" y="71"/>
                  </a:lnTo>
                  <a:lnTo>
                    <a:pt x="140" y="67"/>
                  </a:lnTo>
                  <a:lnTo>
                    <a:pt x="152" y="62"/>
                  </a:lnTo>
                  <a:lnTo>
                    <a:pt x="159" y="60"/>
                  </a:lnTo>
                  <a:lnTo>
                    <a:pt x="161" y="53"/>
                  </a:lnTo>
                  <a:lnTo>
                    <a:pt x="173" y="48"/>
                  </a:lnTo>
                  <a:lnTo>
                    <a:pt x="171" y="45"/>
                  </a:lnTo>
                  <a:lnTo>
                    <a:pt x="159" y="43"/>
                  </a:lnTo>
                  <a:lnTo>
                    <a:pt x="156" y="34"/>
                  </a:lnTo>
                  <a:lnTo>
                    <a:pt x="156" y="24"/>
                  </a:lnTo>
                  <a:lnTo>
                    <a:pt x="149" y="19"/>
                  </a:lnTo>
                  <a:lnTo>
                    <a:pt x="152" y="17"/>
                  </a:lnTo>
                  <a:lnTo>
                    <a:pt x="163" y="19"/>
                  </a:lnTo>
                  <a:lnTo>
                    <a:pt x="178" y="24"/>
                  </a:lnTo>
                  <a:lnTo>
                    <a:pt x="182" y="19"/>
                  </a:lnTo>
                  <a:lnTo>
                    <a:pt x="194" y="17"/>
                  </a:lnTo>
                  <a:lnTo>
                    <a:pt x="211" y="10"/>
                  </a:lnTo>
                  <a:lnTo>
                    <a:pt x="218" y="5"/>
                  </a:lnTo>
                  <a:lnTo>
                    <a:pt x="215" y="0"/>
                  </a:lnTo>
                  <a:lnTo>
                    <a:pt x="223" y="0"/>
                  </a:lnTo>
                  <a:lnTo>
                    <a:pt x="227" y="3"/>
                  </a:lnTo>
                  <a:lnTo>
                    <a:pt x="225" y="10"/>
                  </a:lnTo>
                  <a:lnTo>
                    <a:pt x="230" y="12"/>
                  </a:lnTo>
                  <a:lnTo>
                    <a:pt x="234" y="19"/>
                  </a:lnTo>
                  <a:lnTo>
                    <a:pt x="234" y="19"/>
                  </a:lnTo>
                  <a:lnTo>
                    <a:pt x="234" y="19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270;p30">
              <a:extLst>
                <a:ext uri="{FF2B5EF4-FFF2-40B4-BE49-F238E27FC236}">
                  <a16:creationId xmlns:a16="http://schemas.microsoft.com/office/drawing/2014/main" id="{8767166A-6D5B-5153-FE5D-43022B03D4C0}"/>
                </a:ext>
              </a:extLst>
            </p:cNvPr>
            <p:cNvSpPr/>
            <p:nvPr/>
          </p:nvSpPr>
          <p:spPr>
            <a:xfrm>
              <a:off x="505354" y="-518785"/>
              <a:ext cx="2438932" cy="3182040"/>
            </a:xfrm>
            <a:custGeom>
              <a:avLst/>
              <a:gdLst/>
              <a:ahLst/>
              <a:cxnLst/>
              <a:rect l="l" t="t" r="r" b="b"/>
              <a:pathLst>
                <a:path w="1431" h="1867" extrusionOk="0">
                  <a:moveTo>
                    <a:pt x="1253" y="1756"/>
                  </a:moveTo>
                  <a:lnTo>
                    <a:pt x="1253" y="1756"/>
                  </a:lnTo>
                  <a:lnTo>
                    <a:pt x="1263" y="1761"/>
                  </a:lnTo>
                  <a:lnTo>
                    <a:pt x="1279" y="1761"/>
                  </a:lnTo>
                  <a:lnTo>
                    <a:pt x="1272" y="1770"/>
                  </a:lnTo>
                  <a:lnTo>
                    <a:pt x="1265" y="1770"/>
                  </a:lnTo>
                  <a:lnTo>
                    <a:pt x="1244" y="1761"/>
                  </a:lnTo>
                  <a:lnTo>
                    <a:pt x="1241" y="1754"/>
                  </a:lnTo>
                  <a:lnTo>
                    <a:pt x="1246" y="1746"/>
                  </a:lnTo>
                  <a:lnTo>
                    <a:pt x="1253" y="1756"/>
                  </a:lnTo>
                  <a:lnTo>
                    <a:pt x="1253" y="1756"/>
                  </a:lnTo>
                  <a:lnTo>
                    <a:pt x="1253" y="1756"/>
                  </a:lnTo>
                  <a:close/>
                  <a:moveTo>
                    <a:pt x="1282" y="1697"/>
                  </a:moveTo>
                  <a:lnTo>
                    <a:pt x="1282" y="1697"/>
                  </a:lnTo>
                  <a:lnTo>
                    <a:pt x="1274" y="1697"/>
                  </a:lnTo>
                  <a:lnTo>
                    <a:pt x="1253" y="1690"/>
                  </a:lnTo>
                  <a:lnTo>
                    <a:pt x="1239" y="1678"/>
                  </a:lnTo>
                  <a:lnTo>
                    <a:pt x="1244" y="1675"/>
                  </a:lnTo>
                  <a:lnTo>
                    <a:pt x="1265" y="1680"/>
                  </a:lnTo>
                  <a:lnTo>
                    <a:pt x="1282" y="1692"/>
                  </a:lnTo>
                  <a:lnTo>
                    <a:pt x="1282" y="1697"/>
                  </a:lnTo>
                  <a:lnTo>
                    <a:pt x="1282" y="1697"/>
                  </a:lnTo>
                  <a:lnTo>
                    <a:pt x="1282" y="1697"/>
                  </a:lnTo>
                  <a:close/>
                  <a:moveTo>
                    <a:pt x="283" y="1711"/>
                  </a:moveTo>
                  <a:lnTo>
                    <a:pt x="283" y="1711"/>
                  </a:lnTo>
                  <a:lnTo>
                    <a:pt x="274" y="1713"/>
                  </a:lnTo>
                  <a:lnTo>
                    <a:pt x="248" y="1702"/>
                  </a:lnTo>
                  <a:lnTo>
                    <a:pt x="243" y="1694"/>
                  </a:lnTo>
                  <a:lnTo>
                    <a:pt x="229" y="1685"/>
                  </a:lnTo>
                  <a:lnTo>
                    <a:pt x="227" y="1678"/>
                  </a:lnTo>
                  <a:lnTo>
                    <a:pt x="210" y="1673"/>
                  </a:lnTo>
                  <a:lnTo>
                    <a:pt x="203" y="1659"/>
                  </a:lnTo>
                  <a:lnTo>
                    <a:pt x="205" y="1654"/>
                  </a:lnTo>
                  <a:lnTo>
                    <a:pt x="222" y="1659"/>
                  </a:lnTo>
                  <a:lnTo>
                    <a:pt x="231" y="1664"/>
                  </a:lnTo>
                  <a:lnTo>
                    <a:pt x="248" y="1666"/>
                  </a:lnTo>
                  <a:lnTo>
                    <a:pt x="253" y="1675"/>
                  </a:lnTo>
                  <a:lnTo>
                    <a:pt x="260" y="1687"/>
                  </a:lnTo>
                  <a:lnTo>
                    <a:pt x="276" y="1697"/>
                  </a:lnTo>
                  <a:lnTo>
                    <a:pt x="283" y="1711"/>
                  </a:lnTo>
                  <a:lnTo>
                    <a:pt x="283" y="1711"/>
                  </a:lnTo>
                  <a:lnTo>
                    <a:pt x="283" y="1711"/>
                  </a:lnTo>
                  <a:close/>
                  <a:moveTo>
                    <a:pt x="1374" y="1657"/>
                  </a:moveTo>
                  <a:lnTo>
                    <a:pt x="1374" y="1657"/>
                  </a:lnTo>
                  <a:lnTo>
                    <a:pt x="1364" y="1678"/>
                  </a:lnTo>
                  <a:lnTo>
                    <a:pt x="1374" y="1671"/>
                  </a:lnTo>
                  <a:lnTo>
                    <a:pt x="1386" y="1675"/>
                  </a:lnTo>
                  <a:lnTo>
                    <a:pt x="1379" y="1683"/>
                  </a:lnTo>
                  <a:lnTo>
                    <a:pt x="1395" y="1692"/>
                  </a:lnTo>
                  <a:lnTo>
                    <a:pt x="1400" y="1685"/>
                  </a:lnTo>
                  <a:lnTo>
                    <a:pt x="1416" y="1692"/>
                  </a:lnTo>
                  <a:lnTo>
                    <a:pt x="1412" y="1711"/>
                  </a:lnTo>
                  <a:lnTo>
                    <a:pt x="1423" y="1706"/>
                  </a:lnTo>
                  <a:lnTo>
                    <a:pt x="1426" y="1718"/>
                  </a:lnTo>
                  <a:lnTo>
                    <a:pt x="1431" y="1735"/>
                  </a:lnTo>
                  <a:lnTo>
                    <a:pt x="1423" y="1756"/>
                  </a:lnTo>
                  <a:lnTo>
                    <a:pt x="1416" y="1756"/>
                  </a:lnTo>
                  <a:lnTo>
                    <a:pt x="1407" y="1751"/>
                  </a:lnTo>
                  <a:lnTo>
                    <a:pt x="1409" y="1732"/>
                  </a:lnTo>
                  <a:lnTo>
                    <a:pt x="1405" y="1728"/>
                  </a:lnTo>
                  <a:lnTo>
                    <a:pt x="1386" y="1749"/>
                  </a:lnTo>
                  <a:lnTo>
                    <a:pt x="1376" y="1749"/>
                  </a:lnTo>
                  <a:lnTo>
                    <a:pt x="1388" y="1737"/>
                  </a:lnTo>
                  <a:lnTo>
                    <a:pt x="1371" y="1732"/>
                  </a:lnTo>
                  <a:lnTo>
                    <a:pt x="1355" y="1732"/>
                  </a:lnTo>
                  <a:lnTo>
                    <a:pt x="1324" y="1732"/>
                  </a:lnTo>
                  <a:lnTo>
                    <a:pt x="1322" y="1725"/>
                  </a:lnTo>
                  <a:lnTo>
                    <a:pt x="1331" y="1716"/>
                  </a:lnTo>
                  <a:lnTo>
                    <a:pt x="1324" y="1709"/>
                  </a:lnTo>
                  <a:lnTo>
                    <a:pt x="1338" y="1697"/>
                  </a:lnTo>
                  <a:lnTo>
                    <a:pt x="1355" y="1657"/>
                  </a:lnTo>
                  <a:lnTo>
                    <a:pt x="1364" y="1640"/>
                  </a:lnTo>
                  <a:lnTo>
                    <a:pt x="1379" y="1633"/>
                  </a:lnTo>
                  <a:lnTo>
                    <a:pt x="1386" y="1633"/>
                  </a:lnTo>
                  <a:lnTo>
                    <a:pt x="1383" y="1640"/>
                  </a:lnTo>
                  <a:lnTo>
                    <a:pt x="1374" y="1657"/>
                  </a:lnTo>
                  <a:lnTo>
                    <a:pt x="1374" y="1657"/>
                  </a:lnTo>
                  <a:lnTo>
                    <a:pt x="1374" y="1657"/>
                  </a:lnTo>
                  <a:close/>
                  <a:moveTo>
                    <a:pt x="134" y="1569"/>
                  </a:moveTo>
                  <a:lnTo>
                    <a:pt x="134" y="1569"/>
                  </a:lnTo>
                  <a:lnTo>
                    <a:pt x="134" y="1569"/>
                  </a:lnTo>
                  <a:lnTo>
                    <a:pt x="134" y="1569"/>
                  </a:lnTo>
                  <a:lnTo>
                    <a:pt x="134" y="1569"/>
                  </a:lnTo>
                  <a:lnTo>
                    <a:pt x="149" y="1567"/>
                  </a:lnTo>
                  <a:lnTo>
                    <a:pt x="146" y="1597"/>
                  </a:lnTo>
                  <a:lnTo>
                    <a:pt x="158" y="1616"/>
                  </a:lnTo>
                  <a:lnTo>
                    <a:pt x="153" y="1616"/>
                  </a:lnTo>
                  <a:lnTo>
                    <a:pt x="144" y="1604"/>
                  </a:lnTo>
                  <a:lnTo>
                    <a:pt x="137" y="1593"/>
                  </a:lnTo>
                  <a:lnTo>
                    <a:pt x="127" y="1586"/>
                  </a:lnTo>
                  <a:lnTo>
                    <a:pt x="125" y="1574"/>
                  </a:lnTo>
                  <a:lnTo>
                    <a:pt x="127" y="1564"/>
                  </a:lnTo>
                  <a:lnTo>
                    <a:pt x="134" y="1569"/>
                  </a:lnTo>
                  <a:lnTo>
                    <a:pt x="134" y="1569"/>
                  </a:lnTo>
                  <a:lnTo>
                    <a:pt x="134" y="1569"/>
                  </a:lnTo>
                  <a:close/>
                  <a:moveTo>
                    <a:pt x="1000" y="1320"/>
                  </a:moveTo>
                  <a:lnTo>
                    <a:pt x="1000" y="1320"/>
                  </a:lnTo>
                  <a:lnTo>
                    <a:pt x="993" y="1337"/>
                  </a:lnTo>
                  <a:lnTo>
                    <a:pt x="986" y="1335"/>
                  </a:lnTo>
                  <a:lnTo>
                    <a:pt x="981" y="1325"/>
                  </a:lnTo>
                  <a:lnTo>
                    <a:pt x="984" y="1323"/>
                  </a:lnTo>
                  <a:lnTo>
                    <a:pt x="988" y="1313"/>
                  </a:lnTo>
                  <a:lnTo>
                    <a:pt x="995" y="1313"/>
                  </a:lnTo>
                  <a:lnTo>
                    <a:pt x="1000" y="1320"/>
                  </a:lnTo>
                  <a:lnTo>
                    <a:pt x="1000" y="1320"/>
                  </a:lnTo>
                  <a:lnTo>
                    <a:pt x="1000" y="1320"/>
                  </a:lnTo>
                  <a:close/>
                  <a:moveTo>
                    <a:pt x="957" y="1299"/>
                  </a:moveTo>
                  <a:lnTo>
                    <a:pt x="957" y="1299"/>
                  </a:lnTo>
                  <a:lnTo>
                    <a:pt x="939" y="1320"/>
                  </a:lnTo>
                  <a:lnTo>
                    <a:pt x="927" y="1318"/>
                  </a:lnTo>
                  <a:lnTo>
                    <a:pt x="922" y="1311"/>
                  </a:lnTo>
                  <a:lnTo>
                    <a:pt x="936" y="1294"/>
                  </a:lnTo>
                  <a:lnTo>
                    <a:pt x="957" y="1294"/>
                  </a:lnTo>
                  <a:lnTo>
                    <a:pt x="957" y="1299"/>
                  </a:lnTo>
                  <a:lnTo>
                    <a:pt x="957" y="1299"/>
                  </a:lnTo>
                  <a:lnTo>
                    <a:pt x="957" y="1299"/>
                  </a:lnTo>
                  <a:close/>
                  <a:moveTo>
                    <a:pt x="905" y="1190"/>
                  </a:moveTo>
                  <a:lnTo>
                    <a:pt x="905" y="1190"/>
                  </a:lnTo>
                  <a:lnTo>
                    <a:pt x="908" y="1209"/>
                  </a:lnTo>
                  <a:lnTo>
                    <a:pt x="915" y="1202"/>
                  </a:lnTo>
                  <a:lnTo>
                    <a:pt x="924" y="1212"/>
                  </a:lnTo>
                  <a:lnTo>
                    <a:pt x="943" y="1226"/>
                  </a:lnTo>
                  <a:lnTo>
                    <a:pt x="962" y="1238"/>
                  </a:lnTo>
                  <a:lnTo>
                    <a:pt x="962" y="1254"/>
                  </a:lnTo>
                  <a:lnTo>
                    <a:pt x="974" y="1252"/>
                  </a:lnTo>
                  <a:lnTo>
                    <a:pt x="986" y="1264"/>
                  </a:lnTo>
                  <a:lnTo>
                    <a:pt x="972" y="1275"/>
                  </a:lnTo>
                  <a:lnTo>
                    <a:pt x="946" y="1266"/>
                  </a:lnTo>
                  <a:lnTo>
                    <a:pt x="936" y="1252"/>
                  </a:lnTo>
                  <a:lnTo>
                    <a:pt x="922" y="1271"/>
                  </a:lnTo>
                  <a:lnTo>
                    <a:pt x="898" y="1290"/>
                  </a:lnTo>
                  <a:lnTo>
                    <a:pt x="894" y="1268"/>
                  </a:lnTo>
                  <a:lnTo>
                    <a:pt x="870" y="1271"/>
                  </a:lnTo>
                  <a:lnTo>
                    <a:pt x="884" y="1254"/>
                  </a:lnTo>
                  <a:lnTo>
                    <a:pt x="887" y="1223"/>
                  </a:lnTo>
                  <a:lnTo>
                    <a:pt x="891" y="1188"/>
                  </a:lnTo>
                  <a:lnTo>
                    <a:pt x="905" y="1190"/>
                  </a:lnTo>
                  <a:lnTo>
                    <a:pt x="905" y="1190"/>
                  </a:lnTo>
                  <a:lnTo>
                    <a:pt x="905" y="1190"/>
                  </a:lnTo>
                  <a:close/>
                  <a:moveTo>
                    <a:pt x="1054" y="1131"/>
                  </a:moveTo>
                  <a:lnTo>
                    <a:pt x="1054" y="1131"/>
                  </a:lnTo>
                  <a:lnTo>
                    <a:pt x="1036" y="1133"/>
                  </a:lnTo>
                  <a:lnTo>
                    <a:pt x="1033" y="1112"/>
                  </a:lnTo>
                  <a:lnTo>
                    <a:pt x="1040" y="1088"/>
                  </a:lnTo>
                  <a:lnTo>
                    <a:pt x="1054" y="1084"/>
                  </a:lnTo>
                  <a:lnTo>
                    <a:pt x="1066" y="1096"/>
                  </a:lnTo>
                  <a:lnTo>
                    <a:pt x="1069" y="1112"/>
                  </a:lnTo>
                  <a:lnTo>
                    <a:pt x="1066" y="1119"/>
                  </a:lnTo>
                  <a:lnTo>
                    <a:pt x="1054" y="1131"/>
                  </a:lnTo>
                  <a:lnTo>
                    <a:pt x="1054" y="1131"/>
                  </a:lnTo>
                  <a:lnTo>
                    <a:pt x="1054" y="1131"/>
                  </a:lnTo>
                  <a:close/>
                  <a:moveTo>
                    <a:pt x="735" y="1048"/>
                  </a:moveTo>
                  <a:lnTo>
                    <a:pt x="735" y="1048"/>
                  </a:lnTo>
                  <a:lnTo>
                    <a:pt x="723" y="1062"/>
                  </a:lnTo>
                  <a:lnTo>
                    <a:pt x="702" y="1048"/>
                  </a:lnTo>
                  <a:lnTo>
                    <a:pt x="690" y="1053"/>
                  </a:lnTo>
                  <a:lnTo>
                    <a:pt x="667" y="1034"/>
                  </a:lnTo>
                  <a:lnTo>
                    <a:pt x="681" y="1020"/>
                  </a:lnTo>
                  <a:lnTo>
                    <a:pt x="693" y="999"/>
                  </a:lnTo>
                  <a:lnTo>
                    <a:pt x="709" y="1013"/>
                  </a:lnTo>
                  <a:lnTo>
                    <a:pt x="719" y="1022"/>
                  </a:lnTo>
                  <a:lnTo>
                    <a:pt x="726" y="1029"/>
                  </a:lnTo>
                  <a:lnTo>
                    <a:pt x="735" y="1048"/>
                  </a:lnTo>
                  <a:lnTo>
                    <a:pt x="735" y="1048"/>
                  </a:lnTo>
                  <a:lnTo>
                    <a:pt x="735" y="1048"/>
                  </a:lnTo>
                  <a:close/>
                  <a:moveTo>
                    <a:pt x="818" y="1029"/>
                  </a:moveTo>
                  <a:lnTo>
                    <a:pt x="818" y="1029"/>
                  </a:lnTo>
                  <a:lnTo>
                    <a:pt x="818" y="1074"/>
                  </a:lnTo>
                  <a:lnTo>
                    <a:pt x="839" y="1041"/>
                  </a:lnTo>
                  <a:lnTo>
                    <a:pt x="858" y="1070"/>
                  </a:lnTo>
                  <a:lnTo>
                    <a:pt x="853" y="1100"/>
                  </a:lnTo>
                  <a:lnTo>
                    <a:pt x="870" y="1129"/>
                  </a:lnTo>
                  <a:lnTo>
                    <a:pt x="887" y="1098"/>
                  </a:lnTo>
                  <a:lnTo>
                    <a:pt x="898" y="1062"/>
                  </a:lnTo>
                  <a:lnTo>
                    <a:pt x="898" y="1010"/>
                  </a:lnTo>
                  <a:lnTo>
                    <a:pt x="922" y="1015"/>
                  </a:lnTo>
                  <a:lnTo>
                    <a:pt x="946" y="1022"/>
                  </a:lnTo>
                  <a:lnTo>
                    <a:pt x="967" y="1044"/>
                  </a:lnTo>
                  <a:lnTo>
                    <a:pt x="967" y="1067"/>
                  </a:lnTo>
                  <a:lnTo>
                    <a:pt x="955" y="1091"/>
                  </a:lnTo>
                  <a:lnTo>
                    <a:pt x="967" y="1112"/>
                  </a:lnTo>
                  <a:lnTo>
                    <a:pt x="965" y="1133"/>
                  </a:lnTo>
                  <a:lnTo>
                    <a:pt x="934" y="1162"/>
                  </a:lnTo>
                  <a:lnTo>
                    <a:pt x="910" y="1169"/>
                  </a:lnTo>
                  <a:lnTo>
                    <a:pt x="894" y="1157"/>
                  </a:lnTo>
                  <a:lnTo>
                    <a:pt x="889" y="1176"/>
                  </a:lnTo>
                  <a:lnTo>
                    <a:pt x="875" y="1209"/>
                  </a:lnTo>
                  <a:lnTo>
                    <a:pt x="870" y="1226"/>
                  </a:lnTo>
                  <a:lnTo>
                    <a:pt x="851" y="1252"/>
                  </a:lnTo>
                  <a:lnTo>
                    <a:pt x="827" y="1254"/>
                  </a:lnTo>
                  <a:lnTo>
                    <a:pt x="813" y="1268"/>
                  </a:lnTo>
                  <a:lnTo>
                    <a:pt x="813" y="1292"/>
                  </a:lnTo>
                  <a:lnTo>
                    <a:pt x="794" y="1297"/>
                  </a:lnTo>
                  <a:lnTo>
                    <a:pt x="773" y="1325"/>
                  </a:lnTo>
                  <a:lnTo>
                    <a:pt x="756" y="1363"/>
                  </a:lnTo>
                  <a:lnTo>
                    <a:pt x="752" y="1387"/>
                  </a:lnTo>
                  <a:lnTo>
                    <a:pt x="749" y="1425"/>
                  </a:lnTo>
                  <a:lnTo>
                    <a:pt x="773" y="1429"/>
                  </a:lnTo>
                  <a:lnTo>
                    <a:pt x="780" y="1458"/>
                  </a:lnTo>
                  <a:lnTo>
                    <a:pt x="790" y="1481"/>
                  </a:lnTo>
                  <a:lnTo>
                    <a:pt x="811" y="1477"/>
                  </a:lnTo>
                  <a:lnTo>
                    <a:pt x="842" y="1488"/>
                  </a:lnTo>
                  <a:lnTo>
                    <a:pt x="858" y="1500"/>
                  </a:lnTo>
                  <a:lnTo>
                    <a:pt x="870" y="1512"/>
                  </a:lnTo>
                  <a:lnTo>
                    <a:pt x="889" y="1522"/>
                  </a:lnTo>
                  <a:lnTo>
                    <a:pt x="908" y="1533"/>
                  </a:lnTo>
                  <a:lnTo>
                    <a:pt x="934" y="1533"/>
                  </a:lnTo>
                  <a:lnTo>
                    <a:pt x="950" y="1538"/>
                  </a:lnTo>
                  <a:lnTo>
                    <a:pt x="948" y="1562"/>
                  </a:lnTo>
                  <a:lnTo>
                    <a:pt x="953" y="1588"/>
                  </a:lnTo>
                  <a:lnTo>
                    <a:pt x="965" y="1619"/>
                  </a:lnTo>
                  <a:lnTo>
                    <a:pt x="988" y="1642"/>
                  </a:lnTo>
                  <a:lnTo>
                    <a:pt x="1002" y="1635"/>
                  </a:lnTo>
                  <a:lnTo>
                    <a:pt x="1010" y="1607"/>
                  </a:lnTo>
                  <a:lnTo>
                    <a:pt x="1002" y="1564"/>
                  </a:lnTo>
                  <a:lnTo>
                    <a:pt x="991" y="1550"/>
                  </a:lnTo>
                  <a:lnTo>
                    <a:pt x="1017" y="1538"/>
                  </a:lnTo>
                  <a:lnTo>
                    <a:pt x="1036" y="1517"/>
                  </a:lnTo>
                  <a:lnTo>
                    <a:pt x="1045" y="1498"/>
                  </a:lnTo>
                  <a:lnTo>
                    <a:pt x="1043" y="1479"/>
                  </a:lnTo>
                  <a:lnTo>
                    <a:pt x="1031" y="1453"/>
                  </a:lnTo>
                  <a:lnTo>
                    <a:pt x="1012" y="1429"/>
                  </a:lnTo>
                  <a:lnTo>
                    <a:pt x="1031" y="1396"/>
                  </a:lnTo>
                  <a:lnTo>
                    <a:pt x="1024" y="1368"/>
                  </a:lnTo>
                  <a:lnTo>
                    <a:pt x="1019" y="1313"/>
                  </a:lnTo>
                  <a:lnTo>
                    <a:pt x="1031" y="1306"/>
                  </a:lnTo>
                  <a:lnTo>
                    <a:pt x="1057" y="1316"/>
                  </a:lnTo>
                  <a:lnTo>
                    <a:pt x="1073" y="1318"/>
                  </a:lnTo>
                  <a:lnTo>
                    <a:pt x="1088" y="1311"/>
                  </a:lnTo>
                  <a:lnTo>
                    <a:pt x="1102" y="1320"/>
                  </a:lnTo>
                  <a:lnTo>
                    <a:pt x="1123" y="1342"/>
                  </a:lnTo>
                  <a:lnTo>
                    <a:pt x="1128" y="1354"/>
                  </a:lnTo>
                  <a:lnTo>
                    <a:pt x="1156" y="1358"/>
                  </a:lnTo>
                  <a:lnTo>
                    <a:pt x="1156" y="1384"/>
                  </a:lnTo>
                  <a:lnTo>
                    <a:pt x="1161" y="1425"/>
                  </a:lnTo>
                  <a:lnTo>
                    <a:pt x="1177" y="1429"/>
                  </a:lnTo>
                  <a:lnTo>
                    <a:pt x="1187" y="1448"/>
                  </a:lnTo>
                  <a:lnTo>
                    <a:pt x="1211" y="1429"/>
                  </a:lnTo>
                  <a:lnTo>
                    <a:pt x="1227" y="1396"/>
                  </a:lnTo>
                  <a:lnTo>
                    <a:pt x="1237" y="1382"/>
                  </a:lnTo>
                  <a:lnTo>
                    <a:pt x="1251" y="1408"/>
                  </a:lnTo>
                  <a:lnTo>
                    <a:pt x="1272" y="1448"/>
                  </a:lnTo>
                  <a:lnTo>
                    <a:pt x="1289" y="1486"/>
                  </a:lnTo>
                  <a:lnTo>
                    <a:pt x="1282" y="1503"/>
                  </a:lnTo>
                  <a:lnTo>
                    <a:pt x="1305" y="1519"/>
                  </a:lnTo>
                  <a:lnTo>
                    <a:pt x="1319" y="1536"/>
                  </a:lnTo>
                  <a:lnTo>
                    <a:pt x="1343" y="1543"/>
                  </a:lnTo>
                  <a:lnTo>
                    <a:pt x="1355" y="1552"/>
                  </a:lnTo>
                  <a:lnTo>
                    <a:pt x="1362" y="1574"/>
                  </a:lnTo>
                  <a:lnTo>
                    <a:pt x="1374" y="1578"/>
                  </a:lnTo>
                  <a:lnTo>
                    <a:pt x="1381" y="1588"/>
                  </a:lnTo>
                  <a:lnTo>
                    <a:pt x="1381" y="1619"/>
                  </a:lnTo>
                  <a:lnTo>
                    <a:pt x="1369" y="1628"/>
                  </a:lnTo>
                  <a:lnTo>
                    <a:pt x="1357" y="1638"/>
                  </a:lnTo>
                  <a:lnTo>
                    <a:pt x="1331" y="1647"/>
                  </a:lnTo>
                  <a:lnTo>
                    <a:pt x="1312" y="1668"/>
                  </a:lnTo>
                  <a:lnTo>
                    <a:pt x="1284" y="1671"/>
                  </a:lnTo>
                  <a:lnTo>
                    <a:pt x="1248" y="1666"/>
                  </a:lnTo>
                  <a:lnTo>
                    <a:pt x="1225" y="1666"/>
                  </a:lnTo>
                  <a:lnTo>
                    <a:pt x="1208" y="1668"/>
                  </a:lnTo>
                  <a:lnTo>
                    <a:pt x="1194" y="1685"/>
                  </a:lnTo>
                  <a:lnTo>
                    <a:pt x="1175" y="1697"/>
                  </a:lnTo>
                  <a:lnTo>
                    <a:pt x="1151" y="1728"/>
                  </a:lnTo>
                  <a:lnTo>
                    <a:pt x="1130" y="1751"/>
                  </a:lnTo>
                  <a:lnTo>
                    <a:pt x="1147" y="1746"/>
                  </a:lnTo>
                  <a:lnTo>
                    <a:pt x="1173" y="1716"/>
                  </a:lnTo>
                  <a:lnTo>
                    <a:pt x="1206" y="1697"/>
                  </a:lnTo>
                  <a:lnTo>
                    <a:pt x="1229" y="1692"/>
                  </a:lnTo>
                  <a:lnTo>
                    <a:pt x="1244" y="1704"/>
                  </a:lnTo>
                  <a:lnTo>
                    <a:pt x="1229" y="1720"/>
                  </a:lnTo>
                  <a:lnTo>
                    <a:pt x="1234" y="1746"/>
                  </a:lnTo>
                  <a:lnTo>
                    <a:pt x="1239" y="1763"/>
                  </a:lnTo>
                  <a:lnTo>
                    <a:pt x="1260" y="1775"/>
                  </a:lnTo>
                  <a:lnTo>
                    <a:pt x="1286" y="1773"/>
                  </a:lnTo>
                  <a:lnTo>
                    <a:pt x="1303" y="1746"/>
                  </a:lnTo>
                  <a:lnTo>
                    <a:pt x="1305" y="1763"/>
                  </a:lnTo>
                  <a:lnTo>
                    <a:pt x="1315" y="1773"/>
                  </a:lnTo>
                  <a:lnTo>
                    <a:pt x="1293" y="1787"/>
                  </a:lnTo>
                  <a:lnTo>
                    <a:pt x="1260" y="1801"/>
                  </a:lnTo>
                  <a:lnTo>
                    <a:pt x="1244" y="1808"/>
                  </a:lnTo>
                  <a:lnTo>
                    <a:pt x="1225" y="1825"/>
                  </a:lnTo>
                  <a:lnTo>
                    <a:pt x="1213" y="1825"/>
                  </a:lnTo>
                  <a:lnTo>
                    <a:pt x="1211" y="1806"/>
                  </a:lnTo>
                  <a:lnTo>
                    <a:pt x="1239" y="1787"/>
                  </a:lnTo>
                  <a:lnTo>
                    <a:pt x="1213" y="1787"/>
                  </a:lnTo>
                  <a:lnTo>
                    <a:pt x="1196" y="1789"/>
                  </a:lnTo>
                  <a:lnTo>
                    <a:pt x="1185" y="1777"/>
                  </a:lnTo>
                  <a:lnTo>
                    <a:pt x="1185" y="1744"/>
                  </a:lnTo>
                  <a:lnTo>
                    <a:pt x="1180" y="1739"/>
                  </a:lnTo>
                  <a:lnTo>
                    <a:pt x="1168" y="1742"/>
                  </a:lnTo>
                  <a:lnTo>
                    <a:pt x="1163" y="1737"/>
                  </a:lnTo>
                  <a:lnTo>
                    <a:pt x="1149" y="1754"/>
                  </a:lnTo>
                  <a:lnTo>
                    <a:pt x="1144" y="1773"/>
                  </a:lnTo>
                  <a:lnTo>
                    <a:pt x="1140" y="1782"/>
                  </a:lnTo>
                  <a:lnTo>
                    <a:pt x="1133" y="1784"/>
                  </a:lnTo>
                  <a:lnTo>
                    <a:pt x="1128" y="1787"/>
                  </a:lnTo>
                  <a:lnTo>
                    <a:pt x="1125" y="1791"/>
                  </a:lnTo>
                  <a:lnTo>
                    <a:pt x="1095" y="1791"/>
                  </a:lnTo>
                  <a:lnTo>
                    <a:pt x="1071" y="1794"/>
                  </a:lnTo>
                  <a:lnTo>
                    <a:pt x="1064" y="1796"/>
                  </a:lnTo>
                  <a:lnTo>
                    <a:pt x="1047" y="1813"/>
                  </a:lnTo>
                  <a:lnTo>
                    <a:pt x="1045" y="1815"/>
                  </a:lnTo>
                  <a:lnTo>
                    <a:pt x="1040" y="1825"/>
                  </a:lnTo>
                  <a:lnTo>
                    <a:pt x="1024" y="1825"/>
                  </a:lnTo>
                  <a:lnTo>
                    <a:pt x="1010" y="1825"/>
                  </a:lnTo>
                  <a:lnTo>
                    <a:pt x="1002" y="1827"/>
                  </a:lnTo>
                  <a:lnTo>
                    <a:pt x="1002" y="1832"/>
                  </a:lnTo>
                  <a:lnTo>
                    <a:pt x="1005" y="1839"/>
                  </a:lnTo>
                  <a:lnTo>
                    <a:pt x="1005" y="1841"/>
                  </a:lnTo>
                  <a:lnTo>
                    <a:pt x="984" y="1851"/>
                  </a:lnTo>
                  <a:lnTo>
                    <a:pt x="967" y="1855"/>
                  </a:lnTo>
                  <a:lnTo>
                    <a:pt x="948" y="1867"/>
                  </a:lnTo>
                  <a:lnTo>
                    <a:pt x="943" y="1867"/>
                  </a:lnTo>
                  <a:lnTo>
                    <a:pt x="939" y="1862"/>
                  </a:lnTo>
                  <a:lnTo>
                    <a:pt x="936" y="1860"/>
                  </a:lnTo>
                  <a:lnTo>
                    <a:pt x="936" y="1858"/>
                  </a:lnTo>
                  <a:lnTo>
                    <a:pt x="941" y="1851"/>
                  </a:lnTo>
                  <a:lnTo>
                    <a:pt x="948" y="1839"/>
                  </a:lnTo>
                  <a:lnTo>
                    <a:pt x="953" y="1825"/>
                  </a:lnTo>
                  <a:lnTo>
                    <a:pt x="950" y="1806"/>
                  </a:lnTo>
                  <a:lnTo>
                    <a:pt x="946" y="1784"/>
                  </a:lnTo>
                  <a:lnTo>
                    <a:pt x="929" y="1775"/>
                  </a:lnTo>
                  <a:lnTo>
                    <a:pt x="931" y="1770"/>
                  </a:lnTo>
                  <a:lnTo>
                    <a:pt x="929" y="1768"/>
                  </a:lnTo>
                  <a:lnTo>
                    <a:pt x="924" y="1768"/>
                  </a:lnTo>
                  <a:lnTo>
                    <a:pt x="922" y="1763"/>
                  </a:lnTo>
                  <a:lnTo>
                    <a:pt x="922" y="1758"/>
                  </a:lnTo>
                  <a:lnTo>
                    <a:pt x="917" y="1761"/>
                  </a:lnTo>
                  <a:lnTo>
                    <a:pt x="913" y="1761"/>
                  </a:lnTo>
                  <a:lnTo>
                    <a:pt x="915" y="1758"/>
                  </a:lnTo>
                  <a:lnTo>
                    <a:pt x="910" y="1756"/>
                  </a:lnTo>
                  <a:lnTo>
                    <a:pt x="908" y="1749"/>
                  </a:lnTo>
                  <a:lnTo>
                    <a:pt x="896" y="1742"/>
                  </a:lnTo>
                  <a:lnTo>
                    <a:pt x="882" y="1732"/>
                  </a:lnTo>
                  <a:lnTo>
                    <a:pt x="868" y="1723"/>
                  </a:lnTo>
                  <a:lnTo>
                    <a:pt x="853" y="1716"/>
                  </a:lnTo>
                  <a:lnTo>
                    <a:pt x="837" y="1723"/>
                  </a:lnTo>
                  <a:lnTo>
                    <a:pt x="832" y="1723"/>
                  </a:lnTo>
                  <a:lnTo>
                    <a:pt x="813" y="1716"/>
                  </a:lnTo>
                  <a:lnTo>
                    <a:pt x="799" y="1720"/>
                  </a:lnTo>
                  <a:lnTo>
                    <a:pt x="782" y="1711"/>
                  </a:lnTo>
                  <a:lnTo>
                    <a:pt x="768" y="1709"/>
                  </a:lnTo>
                  <a:lnTo>
                    <a:pt x="756" y="1706"/>
                  </a:lnTo>
                  <a:lnTo>
                    <a:pt x="749" y="1702"/>
                  </a:lnTo>
                  <a:lnTo>
                    <a:pt x="747" y="1690"/>
                  </a:lnTo>
                  <a:lnTo>
                    <a:pt x="742" y="1690"/>
                  </a:lnTo>
                  <a:lnTo>
                    <a:pt x="742" y="1699"/>
                  </a:lnTo>
                  <a:lnTo>
                    <a:pt x="709" y="1699"/>
                  </a:lnTo>
                  <a:lnTo>
                    <a:pt x="652" y="1699"/>
                  </a:lnTo>
                  <a:lnTo>
                    <a:pt x="598" y="1699"/>
                  </a:lnTo>
                  <a:lnTo>
                    <a:pt x="551" y="1699"/>
                  </a:lnTo>
                  <a:lnTo>
                    <a:pt x="501" y="1699"/>
                  </a:lnTo>
                  <a:lnTo>
                    <a:pt x="454" y="1699"/>
                  </a:lnTo>
                  <a:lnTo>
                    <a:pt x="404" y="1699"/>
                  </a:lnTo>
                  <a:lnTo>
                    <a:pt x="387" y="1699"/>
                  </a:lnTo>
                  <a:lnTo>
                    <a:pt x="340" y="1699"/>
                  </a:lnTo>
                  <a:lnTo>
                    <a:pt x="293" y="1699"/>
                  </a:lnTo>
                  <a:lnTo>
                    <a:pt x="290" y="1699"/>
                  </a:lnTo>
                  <a:lnTo>
                    <a:pt x="260" y="1675"/>
                  </a:lnTo>
                  <a:lnTo>
                    <a:pt x="248" y="1664"/>
                  </a:lnTo>
                  <a:lnTo>
                    <a:pt x="220" y="1652"/>
                  </a:lnTo>
                  <a:lnTo>
                    <a:pt x="210" y="1631"/>
                  </a:lnTo>
                  <a:lnTo>
                    <a:pt x="212" y="1614"/>
                  </a:lnTo>
                  <a:lnTo>
                    <a:pt x="191" y="1602"/>
                  </a:lnTo>
                  <a:lnTo>
                    <a:pt x="189" y="1581"/>
                  </a:lnTo>
                  <a:lnTo>
                    <a:pt x="170" y="1562"/>
                  </a:lnTo>
                  <a:lnTo>
                    <a:pt x="170" y="1548"/>
                  </a:lnTo>
                  <a:lnTo>
                    <a:pt x="177" y="1533"/>
                  </a:lnTo>
                  <a:lnTo>
                    <a:pt x="177" y="1515"/>
                  </a:lnTo>
                  <a:lnTo>
                    <a:pt x="151" y="1498"/>
                  </a:lnTo>
                  <a:lnTo>
                    <a:pt x="134" y="1465"/>
                  </a:lnTo>
                  <a:lnTo>
                    <a:pt x="123" y="1441"/>
                  </a:lnTo>
                  <a:lnTo>
                    <a:pt x="108" y="1427"/>
                  </a:lnTo>
                  <a:lnTo>
                    <a:pt x="97" y="1415"/>
                  </a:lnTo>
                  <a:lnTo>
                    <a:pt x="89" y="1399"/>
                  </a:lnTo>
                  <a:lnTo>
                    <a:pt x="73" y="1408"/>
                  </a:lnTo>
                  <a:lnTo>
                    <a:pt x="59" y="1427"/>
                  </a:lnTo>
                  <a:lnTo>
                    <a:pt x="42" y="1406"/>
                  </a:lnTo>
                  <a:lnTo>
                    <a:pt x="33" y="1391"/>
                  </a:lnTo>
                  <a:lnTo>
                    <a:pt x="16" y="1382"/>
                  </a:lnTo>
                  <a:lnTo>
                    <a:pt x="0" y="1382"/>
                  </a:lnTo>
                  <a:lnTo>
                    <a:pt x="0" y="1178"/>
                  </a:lnTo>
                  <a:lnTo>
                    <a:pt x="0" y="1020"/>
                  </a:lnTo>
                  <a:lnTo>
                    <a:pt x="30" y="1032"/>
                  </a:lnTo>
                  <a:lnTo>
                    <a:pt x="56" y="1053"/>
                  </a:lnTo>
                  <a:lnTo>
                    <a:pt x="73" y="1058"/>
                  </a:lnTo>
                  <a:lnTo>
                    <a:pt x="87" y="1039"/>
                  </a:lnTo>
                  <a:lnTo>
                    <a:pt x="106" y="1022"/>
                  </a:lnTo>
                  <a:lnTo>
                    <a:pt x="130" y="1029"/>
                  </a:lnTo>
                  <a:lnTo>
                    <a:pt x="156" y="1008"/>
                  </a:lnTo>
                  <a:lnTo>
                    <a:pt x="182" y="996"/>
                  </a:lnTo>
                  <a:lnTo>
                    <a:pt x="193" y="1017"/>
                  </a:lnTo>
                  <a:lnTo>
                    <a:pt x="205" y="1006"/>
                  </a:lnTo>
                  <a:lnTo>
                    <a:pt x="208" y="982"/>
                  </a:lnTo>
                  <a:lnTo>
                    <a:pt x="220" y="989"/>
                  </a:lnTo>
                  <a:lnTo>
                    <a:pt x="248" y="1029"/>
                  </a:lnTo>
                  <a:lnTo>
                    <a:pt x="269" y="999"/>
                  </a:lnTo>
                  <a:lnTo>
                    <a:pt x="272" y="1034"/>
                  </a:lnTo>
                  <a:lnTo>
                    <a:pt x="290" y="1027"/>
                  </a:lnTo>
                  <a:lnTo>
                    <a:pt x="298" y="1013"/>
                  </a:lnTo>
                  <a:lnTo>
                    <a:pt x="316" y="1015"/>
                  </a:lnTo>
                  <a:lnTo>
                    <a:pt x="340" y="1034"/>
                  </a:lnTo>
                  <a:lnTo>
                    <a:pt x="378" y="1051"/>
                  </a:lnTo>
                  <a:lnTo>
                    <a:pt x="402" y="1060"/>
                  </a:lnTo>
                  <a:lnTo>
                    <a:pt x="418" y="1055"/>
                  </a:lnTo>
                  <a:lnTo>
                    <a:pt x="439" y="1079"/>
                  </a:lnTo>
                  <a:lnTo>
                    <a:pt x="416" y="1100"/>
                  </a:lnTo>
                  <a:lnTo>
                    <a:pt x="447" y="1110"/>
                  </a:lnTo>
                  <a:lnTo>
                    <a:pt x="489" y="1105"/>
                  </a:lnTo>
                  <a:lnTo>
                    <a:pt x="503" y="1098"/>
                  </a:lnTo>
                  <a:lnTo>
                    <a:pt x="520" y="1122"/>
                  </a:lnTo>
                  <a:lnTo>
                    <a:pt x="536" y="1100"/>
                  </a:lnTo>
                  <a:lnTo>
                    <a:pt x="522" y="1084"/>
                  </a:lnTo>
                  <a:lnTo>
                    <a:pt x="532" y="1067"/>
                  </a:lnTo>
                  <a:lnTo>
                    <a:pt x="551" y="1065"/>
                  </a:lnTo>
                  <a:lnTo>
                    <a:pt x="565" y="1060"/>
                  </a:lnTo>
                  <a:lnTo>
                    <a:pt x="577" y="1072"/>
                  </a:lnTo>
                  <a:lnTo>
                    <a:pt x="593" y="1096"/>
                  </a:lnTo>
                  <a:lnTo>
                    <a:pt x="612" y="1091"/>
                  </a:lnTo>
                  <a:lnTo>
                    <a:pt x="641" y="1110"/>
                  </a:lnTo>
                  <a:lnTo>
                    <a:pt x="664" y="1105"/>
                  </a:lnTo>
                  <a:lnTo>
                    <a:pt x="690" y="1105"/>
                  </a:lnTo>
                  <a:lnTo>
                    <a:pt x="688" y="1079"/>
                  </a:lnTo>
                  <a:lnTo>
                    <a:pt x="702" y="1070"/>
                  </a:lnTo>
                  <a:lnTo>
                    <a:pt x="726" y="1086"/>
                  </a:lnTo>
                  <a:lnTo>
                    <a:pt x="726" y="1126"/>
                  </a:lnTo>
                  <a:lnTo>
                    <a:pt x="738" y="1091"/>
                  </a:lnTo>
                  <a:lnTo>
                    <a:pt x="749" y="1093"/>
                  </a:lnTo>
                  <a:lnTo>
                    <a:pt x="756" y="1048"/>
                  </a:lnTo>
                  <a:lnTo>
                    <a:pt x="740" y="1022"/>
                  </a:lnTo>
                  <a:lnTo>
                    <a:pt x="721" y="1001"/>
                  </a:lnTo>
                  <a:lnTo>
                    <a:pt x="723" y="949"/>
                  </a:lnTo>
                  <a:lnTo>
                    <a:pt x="742" y="911"/>
                  </a:lnTo>
                  <a:lnTo>
                    <a:pt x="764" y="920"/>
                  </a:lnTo>
                  <a:lnTo>
                    <a:pt x="778" y="942"/>
                  </a:lnTo>
                  <a:lnTo>
                    <a:pt x="801" y="996"/>
                  </a:lnTo>
                  <a:lnTo>
                    <a:pt x="787" y="1020"/>
                  </a:lnTo>
                  <a:lnTo>
                    <a:pt x="818" y="1029"/>
                  </a:lnTo>
                  <a:lnTo>
                    <a:pt x="818" y="1029"/>
                  </a:lnTo>
                  <a:lnTo>
                    <a:pt x="818" y="1029"/>
                  </a:lnTo>
                  <a:close/>
                  <a:moveTo>
                    <a:pt x="435" y="847"/>
                  </a:moveTo>
                  <a:lnTo>
                    <a:pt x="435" y="847"/>
                  </a:lnTo>
                  <a:lnTo>
                    <a:pt x="425" y="873"/>
                  </a:lnTo>
                  <a:lnTo>
                    <a:pt x="463" y="857"/>
                  </a:lnTo>
                  <a:lnTo>
                    <a:pt x="484" y="883"/>
                  </a:lnTo>
                  <a:lnTo>
                    <a:pt x="503" y="857"/>
                  </a:lnTo>
                  <a:lnTo>
                    <a:pt x="518" y="873"/>
                  </a:lnTo>
                  <a:lnTo>
                    <a:pt x="532" y="925"/>
                  </a:lnTo>
                  <a:lnTo>
                    <a:pt x="539" y="904"/>
                  </a:lnTo>
                  <a:lnTo>
                    <a:pt x="527" y="849"/>
                  </a:lnTo>
                  <a:lnTo>
                    <a:pt x="541" y="840"/>
                  </a:lnTo>
                  <a:lnTo>
                    <a:pt x="558" y="849"/>
                  </a:lnTo>
                  <a:lnTo>
                    <a:pt x="577" y="871"/>
                  </a:lnTo>
                  <a:lnTo>
                    <a:pt x="586" y="923"/>
                  </a:lnTo>
                  <a:lnTo>
                    <a:pt x="591" y="958"/>
                  </a:lnTo>
                  <a:lnTo>
                    <a:pt x="619" y="982"/>
                  </a:lnTo>
                  <a:lnTo>
                    <a:pt x="648" y="1003"/>
                  </a:lnTo>
                  <a:lnTo>
                    <a:pt x="645" y="1025"/>
                  </a:lnTo>
                  <a:lnTo>
                    <a:pt x="619" y="1029"/>
                  </a:lnTo>
                  <a:lnTo>
                    <a:pt x="631" y="1046"/>
                  </a:lnTo>
                  <a:lnTo>
                    <a:pt x="624" y="1062"/>
                  </a:lnTo>
                  <a:lnTo>
                    <a:pt x="596" y="1055"/>
                  </a:lnTo>
                  <a:lnTo>
                    <a:pt x="567" y="1044"/>
                  </a:lnTo>
                  <a:lnTo>
                    <a:pt x="548" y="1046"/>
                  </a:lnTo>
                  <a:lnTo>
                    <a:pt x="518" y="1062"/>
                  </a:lnTo>
                  <a:lnTo>
                    <a:pt x="477" y="1067"/>
                  </a:lnTo>
                  <a:lnTo>
                    <a:pt x="449" y="1072"/>
                  </a:lnTo>
                  <a:lnTo>
                    <a:pt x="439" y="1051"/>
                  </a:lnTo>
                  <a:lnTo>
                    <a:pt x="418" y="1039"/>
                  </a:lnTo>
                  <a:lnTo>
                    <a:pt x="402" y="1044"/>
                  </a:lnTo>
                  <a:lnTo>
                    <a:pt x="383" y="1008"/>
                  </a:lnTo>
                  <a:lnTo>
                    <a:pt x="395" y="1003"/>
                  </a:lnTo>
                  <a:lnTo>
                    <a:pt x="418" y="994"/>
                  </a:lnTo>
                  <a:lnTo>
                    <a:pt x="442" y="996"/>
                  </a:lnTo>
                  <a:lnTo>
                    <a:pt x="463" y="989"/>
                  </a:lnTo>
                  <a:lnTo>
                    <a:pt x="432" y="977"/>
                  </a:lnTo>
                  <a:lnTo>
                    <a:pt x="397" y="982"/>
                  </a:lnTo>
                  <a:lnTo>
                    <a:pt x="373" y="980"/>
                  </a:lnTo>
                  <a:lnTo>
                    <a:pt x="366" y="963"/>
                  </a:lnTo>
                  <a:lnTo>
                    <a:pt x="402" y="942"/>
                  </a:lnTo>
                  <a:lnTo>
                    <a:pt x="378" y="944"/>
                  </a:lnTo>
                  <a:lnTo>
                    <a:pt x="350" y="930"/>
                  </a:lnTo>
                  <a:lnTo>
                    <a:pt x="364" y="892"/>
                  </a:lnTo>
                  <a:lnTo>
                    <a:pt x="373" y="871"/>
                  </a:lnTo>
                  <a:lnTo>
                    <a:pt x="418" y="835"/>
                  </a:lnTo>
                  <a:lnTo>
                    <a:pt x="435" y="847"/>
                  </a:lnTo>
                  <a:lnTo>
                    <a:pt x="435" y="847"/>
                  </a:lnTo>
                  <a:lnTo>
                    <a:pt x="435" y="847"/>
                  </a:lnTo>
                  <a:close/>
                  <a:moveTo>
                    <a:pt x="591" y="830"/>
                  </a:moveTo>
                  <a:lnTo>
                    <a:pt x="591" y="830"/>
                  </a:lnTo>
                  <a:lnTo>
                    <a:pt x="577" y="868"/>
                  </a:lnTo>
                  <a:lnTo>
                    <a:pt x="551" y="828"/>
                  </a:lnTo>
                  <a:lnTo>
                    <a:pt x="558" y="821"/>
                  </a:lnTo>
                  <a:lnTo>
                    <a:pt x="579" y="819"/>
                  </a:lnTo>
                  <a:lnTo>
                    <a:pt x="591" y="830"/>
                  </a:lnTo>
                  <a:lnTo>
                    <a:pt x="591" y="830"/>
                  </a:lnTo>
                  <a:lnTo>
                    <a:pt x="591" y="830"/>
                  </a:lnTo>
                  <a:close/>
                  <a:moveTo>
                    <a:pt x="1047" y="849"/>
                  </a:moveTo>
                  <a:lnTo>
                    <a:pt x="1047" y="849"/>
                  </a:lnTo>
                  <a:lnTo>
                    <a:pt x="1047" y="864"/>
                  </a:lnTo>
                  <a:lnTo>
                    <a:pt x="1031" y="861"/>
                  </a:lnTo>
                  <a:lnTo>
                    <a:pt x="1014" y="861"/>
                  </a:lnTo>
                  <a:lnTo>
                    <a:pt x="995" y="868"/>
                  </a:lnTo>
                  <a:lnTo>
                    <a:pt x="991" y="864"/>
                  </a:lnTo>
                  <a:lnTo>
                    <a:pt x="974" y="835"/>
                  </a:lnTo>
                  <a:lnTo>
                    <a:pt x="974" y="814"/>
                  </a:lnTo>
                  <a:lnTo>
                    <a:pt x="981" y="812"/>
                  </a:lnTo>
                  <a:lnTo>
                    <a:pt x="1019" y="816"/>
                  </a:lnTo>
                  <a:lnTo>
                    <a:pt x="1047" y="849"/>
                  </a:lnTo>
                  <a:lnTo>
                    <a:pt x="1047" y="849"/>
                  </a:lnTo>
                  <a:lnTo>
                    <a:pt x="1047" y="849"/>
                  </a:lnTo>
                  <a:close/>
                  <a:moveTo>
                    <a:pt x="882" y="845"/>
                  </a:moveTo>
                  <a:lnTo>
                    <a:pt x="882" y="845"/>
                  </a:lnTo>
                  <a:lnTo>
                    <a:pt x="894" y="880"/>
                  </a:lnTo>
                  <a:lnTo>
                    <a:pt x="908" y="835"/>
                  </a:lnTo>
                  <a:lnTo>
                    <a:pt x="950" y="812"/>
                  </a:lnTo>
                  <a:lnTo>
                    <a:pt x="979" y="871"/>
                  </a:lnTo>
                  <a:lnTo>
                    <a:pt x="976" y="904"/>
                  </a:lnTo>
                  <a:lnTo>
                    <a:pt x="1007" y="890"/>
                  </a:lnTo>
                  <a:lnTo>
                    <a:pt x="1024" y="868"/>
                  </a:lnTo>
                  <a:lnTo>
                    <a:pt x="1059" y="894"/>
                  </a:lnTo>
                  <a:lnTo>
                    <a:pt x="1080" y="918"/>
                  </a:lnTo>
                  <a:lnTo>
                    <a:pt x="1083" y="942"/>
                  </a:lnTo>
                  <a:lnTo>
                    <a:pt x="1114" y="930"/>
                  </a:lnTo>
                  <a:lnTo>
                    <a:pt x="1130" y="961"/>
                  </a:lnTo>
                  <a:lnTo>
                    <a:pt x="1170" y="980"/>
                  </a:lnTo>
                  <a:lnTo>
                    <a:pt x="1182" y="1001"/>
                  </a:lnTo>
                  <a:lnTo>
                    <a:pt x="1199" y="1044"/>
                  </a:lnTo>
                  <a:lnTo>
                    <a:pt x="1168" y="1065"/>
                  </a:lnTo>
                  <a:lnTo>
                    <a:pt x="1208" y="1093"/>
                  </a:lnTo>
                  <a:lnTo>
                    <a:pt x="1232" y="1103"/>
                  </a:lnTo>
                  <a:lnTo>
                    <a:pt x="1256" y="1141"/>
                  </a:lnTo>
                  <a:lnTo>
                    <a:pt x="1282" y="1143"/>
                  </a:lnTo>
                  <a:lnTo>
                    <a:pt x="1277" y="1171"/>
                  </a:lnTo>
                  <a:lnTo>
                    <a:pt x="1248" y="1216"/>
                  </a:lnTo>
                  <a:lnTo>
                    <a:pt x="1229" y="1200"/>
                  </a:lnTo>
                  <a:lnTo>
                    <a:pt x="1203" y="1162"/>
                  </a:lnTo>
                  <a:lnTo>
                    <a:pt x="1182" y="1169"/>
                  </a:lnTo>
                  <a:lnTo>
                    <a:pt x="1180" y="1190"/>
                  </a:lnTo>
                  <a:lnTo>
                    <a:pt x="1196" y="1212"/>
                  </a:lnTo>
                  <a:lnTo>
                    <a:pt x="1218" y="1230"/>
                  </a:lnTo>
                  <a:lnTo>
                    <a:pt x="1225" y="1240"/>
                  </a:lnTo>
                  <a:lnTo>
                    <a:pt x="1237" y="1275"/>
                  </a:lnTo>
                  <a:lnTo>
                    <a:pt x="1232" y="1302"/>
                  </a:lnTo>
                  <a:lnTo>
                    <a:pt x="1211" y="1292"/>
                  </a:lnTo>
                  <a:lnTo>
                    <a:pt x="1170" y="1264"/>
                  </a:lnTo>
                  <a:lnTo>
                    <a:pt x="1192" y="1294"/>
                  </a:lnTo>
                  <a:lnTo>
                    <a:pt x="1208" y="1316"/>
                  </a:lnTo>
                  <a:lnTo>
                    <a:pt x="1211" y="1328"/>
                  </a:lnTo>
                  <a:lnTo>
                    <a:pt x="1168" y="1313"/>
                  </a:lnTo>
                  <a:lnTo>
                    <a:pt x="1133" y="1294"/>
                  </a:lnTo>
                  <a:lnTo>
                    <a:pt x="1114" y="1275"/>
                  </a:lnTo>
                  <a:lnTo>
                    <a:pt x="1118" y="1266"/>
                  </a:lnTo>
                  <a:lnTo>
                    <a:pt x="1095" y="1247"/>
                  </a:lnTo>
                  <a:lnTo>
                    <a:pt x="1071" y="1230"/>
                  </a:lnTo>
                  <a:lnTo>
                    <a:pt x="1071" y="1240"/>
                  </a:lnTo>
                  <a:lnTo>
                    <a:pt x="1024" y="1247"/>
                  </a:lnTo>
                  <a:lnTo>
                    <a:pt x="1012" y="1233"/>
                  </a:lnTo>
                  <a:lnTo>
                    <a:pt x="1021" y="1204"/>
                  </a:lnTo>
                  <a:lnTo>
                    <a:pt x="1052" y="1204"/>
                  </a:lnTo>
                  <a:lnTo>
                    <a:pt x="1085" y="1200"/>
                  </a:lnTo>
                  <a:lnTo>
                    <a:pt x="1080" y="1186"/>
                  </a:lnTo>
                  <a:lnTo>
                    <a:pt x="1085" y="1167"/>
                  </a:lnTo>
                  <a:lnTo>
                    <a:pt x="1107" y="1126"/>
                  </a:lnTo>
                  <a:lnTo>
                    <a:pt x="1102" y="1107"/>
                  </a:lnTo>
                  <a:lnTo>
                    <a:pt x="1097" y="1093"/>
                  </a:lnTo>
                  <a:lnTo>
                    <a:pt x="1071" y="1072"/>
                  </a:lnTo>
                  <a:lnTo>
                    <a:pt x="1038" y="1058"/>
                  </a:lnTo>
                  <a:lnTo>
                    <a:pt x="1050" y="1046"/>
                  </a:lnTo>
                  <a:lnTo>
                    <a:pt x="1031" y="1017"/>
                  </a:lnTo>
                  <a:lnTo>
                    <a:pt x="1017" y="1015"/>
                  </a:lnTo>
                  <a:lnTo>
                    <a:pt x="1005" y="999"/>
                  </a:lnTo>
                  <a:lnTo>
                    <a:pt x="995" y="1013"/>
                  </a:lnTo>
                  <a:lnTo>
                    <a:pt x="967" y="1017"/>
                  </a:lnTo>
                  <a:lnTo>
                    <a:pt x="908" y="1008"/>
                  </a:lnTo>
                  <a:lnTo>
                    <a:pt x="875" y="994"/>
                  </a:lnTo>
                  <a:lnTo>
                    <a:pt x="846" y="987"/>
                  </a:lnTo>
                  <a:lnTo>
                    <a:pt x="834" y="970"/>
                  </a:lnTo>
                  <a:lnTo>
                    <a:pt x="851" y="946"/>
                  </a:lnTo>
                  <a:lnTo>
                    <a:pt x="827" y="946"/>
                  </a:lnTo>
                  <a:lnTo>
                    <a:pt x="823" y="894"/>
                  </a:lnTo>
                  <a:lnTo>
                    <a:pt x="834" y="847"/>
                  </a:lnTo>
                  <a:lnTo>
                    <a:pt x="851" y="823"/>
                  </a:lnTo>
                  <a:lnTo>
                    <a:pt x="894" y="809"/>
                  </a:lnTo>
                  <a:lnTo>
                    <a:pt x="882" y="845"/>
                  </a:lnTo>
                  <a:lnTo>
                    <a:pt x="882" y="845"/>
                  </a:lnTo>
                  <a:lnTo>
                    <a:pt x="882" y="845"/>
                  </a:lnTo>
                  <a:close/>
                  <a:moveTo>
                    <a:pt x="659" y="807"/>
                  </a:moveTo>
                  <a:lnTo>
                    <a:pt x="659" y="807"/>
                  </a:lnTo>
                  <a:lnTo>
                    <a:pt x="678" y="819"/>
                  </a:lnTo>
                  <a:lnTo>
                    <a:pt x="707" y="812"/>
                  </a:lnTo>
                  <a:lnTo>
                    <a:pt x="711" y="828"/>
                  </a:lnTo>
                  <a:lnTo>
                    <a:pt x="695" y="854"/>
                  </a:lnTo>
                  <a:lnTo>
                    <a:pt x="719" y="878"/>
                  </a:lnTo>
                  <a:lnTo>
                    <a:pt x="716" y="925"/>
                  </a:lnTo>
                  <a:lnTo>
                    <a:pt x="690" y="944"/>
                  </a:lnTo>
                  <a:lnTo>
                    <a:pt x="676" y="939"/>
                  </a:lnTo>
                  <a:lnTo>
                    <a:pt x="664" y="920"/>
                  </a:lnTo>
                  <a:lnTo>
                    <a:pt x="624" y="880"/>
                  </a:lnTo>
                  <a:lnTo>
                    <a:pt x="624" y="864"/>
                  </a:lnTo>
                  <a:lnTo>
                    <a:pt x="657" y="871"/>
                  </a:lnTo>
                  <a:lnTo>
                    <a:pt x="638" y="833"/>
                  </a:lnTo>
                  <a:lnTo>
                    <a:pt x="659" y="807"/>
                  </a:lnTo>
                  <a:lnTo>
                    <a:pt x="659" y="807"/>
                  </a:lnTo>
                  <a:lnTo>
                    <a:pt x="659" y="807"/>
                  </a:lnTo>
                  <a:close/>
                  <a:moveTo>
                    <a:pt x="773" y="866"/>
                  </a:moveTo>
                  <a:lnTo>
                    <a:pt x="773" y="866"/>
                  </a:lnTo>
                  <a:lnTo>
                    <a:pt x="756" y="906"/>
                  </a:lnTo>
                  <a:lnTo>
                    <a:pt x="738" y="904"/>
                  </a:lnTo>
                  <a:lnTo>
                    <a:pt x="728" y="857"/>
                  </a:lnTo>
                  <a:lnTo>
                    <a:pt x="728" y="830"/>
                  </a:lnTo>
                  <a:lnTo>
                    <a:pt x="738" y="804"/>
                  </a:lnTo>
                  <a:lnTo>
                    <a:pt x="752" y="788"/>
                  </a:lnTo>
                  <a:lnTo>
                    <a:pt x="787" y="790"/>
                  </a:lnTo>
                  <a:lnTo>
                    <a:pt x="818" y="807"/>
                  </a:lnTo>
                  <a:lnTo>
                    <a:pt x="794" y="854"/>
                  </a:lnTo>
                  <a:lnTo>
                    <a:pt x="773" y="866"/>
                  </a:lnTo>
                  <a:lnTo>
                    <a:pt x="773" y="866"/>
                  </a:lnTo>
                  <a:lnTo>
                    <a:pt x="773" y="866"/>
                  </a:lnTo>
                  <a:close/>
                  <a:moveTo>
                    <a:pt x="333" y="939"/>
                  </a:moveTo>
                  <a:lnTo>
                    <a:pt x="333" y="939"/>
                  </a:lnTo>
                  <a:lnTo>
                    <a:pt x="290" y="963"/>
                  </a:lnTo>
                  <a:lnTo>
                    <a:pt x="281" y="942"/>
                  </a:lnTo>
                  <a:lnTo>
                    <a:pt x="243" y="916"/>
                  </a:lnTo>
                  <a:lnTo>
                    <a:pt x="250" y="892"/>
                  </a:lnTo>
                  <a:lnTo>
                    <a:pt x="262" y="852"/>
                  </a:lnTo>
                  <a:lnTo>
                    <a:pt x="276" y="816"/>
                  </a:lnTo>
                  <a:lnTo>
                    <a:pt x="260" y="781"/>
                  </a:lnTo>
                  <a:lnTo>
                    <a:pt x="314" y="771"/>
                  </a:lnTo>
                  <a:lnTo>
                    <a:pt x="338" y="783"/>
                  </a:lnTo>
                  <a:lnTo>
                    <a:pt x="380" y="786"/>
                  </a:lnTo>
                  <a:lnTo>
                    <a:pt x="395" y="804"/>
                  </a:lnTo>
                  <a:lnTo>
                    <a:pt x="413" y="828"/>
                  </a:lnTo>
                  <a:lnTo>
                    <a:pt x="392" y="842"/>
                  </a:lnTo>
                  <a:lnTo>
                    <a:pt x="352" y="880"/>
                  </a:lnTo>
                  <a:lnTo>
                    <a:pt x="333" y="916"/>
                  </a:lnTo>
                  <a:lnTo>
                    <a:pt x="333" y="939"/>
                  </a:lnTo>
                  <a:lnTo>
                    <a:pt x="333" y="939"/>
                  </a:lnTo>
                  <a:lnTo>
                    <a:pt x="333" y="939"/>
                  </a:lnTo>
                  <a:close/>
                  <a:moveTo>
                    <a:pt x="768" y="738"/>
                  </a:moveTo>
                  <a:lnTo>
                    <a:pt x="768" y="738"/>
                  </a:lnTo>
                  <a:lnTo>
                    <a:pt x="759" y="762"/>
                  </a:lnTo>
                  <a:lnTo>
                    <a:pt x="735" y="757"/>
                  </a:lnTo>
                  <a:lnTo>
                    <a:pt x="716" y="741"/>
                  </a:lnTo>
                  <a:lnTo>
                    <a:pt x="723" y="714"/>
                  </a:lnTo>
                  <a:lnTo>
                    <a:pt x="747" y="696"/>
                  </a:lnTo>
                  <a:lnTo>
                    <a:pt x="761" y="719"/>
                  </a:lnTo>
                  <a:lnTo>
                    <a:pt x="768" y="738"/>
                  </a:lnTo>
                  <a:lnTo>
                    <a:pt x="768" y="738"/>
                  </a:lnTo>
                  <a:lnTo>
                    <a:pt x="768" y="738"/>
                  </a:lnTo>
                  <a:close/>
                  <a:moveTo>
                    <a:pt x="688" y="622"/>
                  </a:moveTo>
                  <a:lnTo>
                    <a:pt x="688" y="622"/>
                  </a:lnTo>
                  <a:lnTo>
                    <a:pt x="700" y="655"/>
                  </a:lnTo>
                  <a:lnTo>
                    <a:pt x="702" y="688"/>
                  </a:lnTo>
                  <a:lnTo>
                    <a:pt x="693" y="736"/>
                  </a:lnTo>
                  <a:lnTo>
                    <a:pt x="667" y="743"/>
                  </a:lnTo>
                  <a:lnTo>
                    <a:pt x="650" y="733"/>
                  </a:lnTo>
                  <a:lnTo>
                    <a:pt x="650" y="696"/>
                  </a:lnTo>
                  <a:lnTo>
                    <a:pt x="624" y="703"/>
                  </a:lnTo>
                  <a:lnTo>
                    <a:pt x="622" y="651"/>
                  </a:lnTo>
                  <a:lnTo>
                    <a:pt x="641" y="653"/>
                  </a:lnTo>
                  <a:lnTo>
                    <a:pt x="664" y="629"/>
                  </a:lnTo>
                  <a:lnTo>
                    <a:pt x="688" y="634"/>
                  </a:lnTo>
                  <a:lnTo>
                    <a:pt x="688" y="622"/>
                  </a:lnTo>
                  <a:lnTo>
                    <a:pt x="688" y="622"/>
                  </a:lnTo>
                  <a:lnTo>
                    <a:pt x="688" y="622"/>
                  </a:lnTo>
                  <a:close/>
                  <a:moveTo>
                    <a:pt x="529" y="660"/>
                  </a:moveTo>
                  <a:lnTo>
                    <a:pt x="529" y="660"/>
                  </a:lnTo>
                  <a:lnTo>
                    <a:pt x="536" y="681"/>
                  </a:lnTo>
                  <a:lnTo>
                    <a:pt x="551" y="672"/>
                  </a:lnTo>
                  <a:lnTo>
                    <a:pt x="570" y="674"/>
                  </a:lnTo>
                  <a:lnTo>
                    <a:pt x="572" y="707"/>
                  </a:lnTo>
                  <a:lnTo>
                    <a:pt x="562" y="736"/>
                  </a:lnTo>
                  <a:lnTo>
                    <a:pt x="506" y="745"/>
                  </a:lnTo>
                  <a:lnTo>
                    <a:pt x="466" y="771"/>
                  </a:lnTo>
                  <a:lnTo>
                    <a:pt x="442" y="774"/>
                  </a:lnTo>
                  <a:lnTo>
                    <a:pt x="439" y="755"/>
                  </a:lnTo>
                  <a:lnTo>
                    <a:pt x="473" y="726"/>
                  </a:lnTo>
                  <a:lnTo>
                    <a:pt x="399" y="733"/>
                  </a:lnTo>
                  <a:lnTo>
                    <a:pt x="378" y="724"/>
                  </a:lnTo>
                  <a:lnTo>
                    <a:pt x="399" y="660"/>
                  </a:lnTo>
                  <a:lnTo>
                    <a:pt x="416" y="639"/>
                  </a:lnTo>
                  <a:lnTo>
                    <a:pt x="461" y="662"/>
                  </a:lnTo>
                  <a:lnTo>
                    <a:pt x="489" y="703"/>
                  </a:lnTo>
                  <a:lnTo>
                    <a:pt x="518" y="707"/>
                  </a:lnTo>
                  <a:lnTo>
                    <a:pt x="494" y="643"/>
                  </a:lnTo>
                  <a:lnTo>
                    <a:pt x="508" y="617"/>
                  </a:lnTo>
                  <a:lnTo>
                    <a:pt x="525" y="627"/>
                  </a:lnTo>
                  <a:lnTo>
                    <a:pt x="529" y="660"/>
                  </a:lnTo>
                  <a:lnTo>
                    <a:pt x="529" y="660"/>
                  </a:lnTo>
                  <a:lnTo>
                    <a:pt x="529" y="660"/>
                  </a:lnTo>
                  <a:close/>
                  <a:moveTo>
                    <a:pt x="749" y="596"/>
                  </a:moveTo>
                  <a:lnTo>
                    <a:pt x="749" y="596"/>
                  </a:lnTo>
                  <a:lnTo>
                    <a:pt x="768" y="620"/>
                  </a:lnTo>
                  <a:lnTo>
                    <a:pt x="799" y="620"/>
                  </a:lnTo>
                  <a:lnTo>
                    <a:pt x="813" y="641"/>
                  </a:lnTo>
                  <a:lnTo>
                    <a:pt x="811" y="667"/>
                  </a:lnTo>
                  <a:lnTo>
                    <a:pt x="827" y="681"/>
                  </a:lnTo>
                  <a:lnTo>
                    <a:pt x="839" y="698"/>
                  </a:lnTo>
                  <a:lnTo>
                    <a:pt x="861" y="703"/>
                  </a:lnTo>
                  <a:lnTo>
                    <a:pt x="884" y="707"/>
                  </a:lnTo>
                  <a:lnTo>
                    <a:pt x="910" y="693"/>
                  </a:lnTo>
                  <a:lnTo>
                    <a:pt x="943" y="686"/>
                  </a:lnTo>
                  <a:lnTo>
                    <a:pt x="969" y="691"/>
                  </a:lnTo>
                  <a:lnTo>
                    <a:pt x="988" y="714"/>
                  </a:lnTo>
                  <a:lnTo>
                    <a:pt x="991" y="743"/>
                  </a:lnTo>
                  <a:lnTo>
                    <a:pt x="981" y="757"/>
                  </a:lnTo>
                  <a:lnTo>
                    <a:pt x="955" y="771"/>
                  </a:lnTo>
                  <a:lnTo>
                    <a:pt x="936" y="764"/>
                  </a:lnTo>
                  <a:lnTo>
                    <a:pt x="889" y="774"/>
                  </a:lnTo>
                  <a:lnTo>
                    <a:pt x="856" y="774"/>
                  </a:lnTo>
                  <a:lnTo>
                    <a:pt x="830" y="767"/>
                  </a:lnTo>
                  <a:lnTo>
                    <a:pt x="787" y="745"/>
                  </a:lnTo>
                  <a:lnTo>
                    <a:pt x="780" y="712"/>
                  </a:lnTo>
                  <a:lnTo>
                    <a:pt x="778" y="681"/>
                  </a:lnTo>
                  <a:lnTo>
                    <a:pt x="764" y="651"/>
                  </a:lnTo>
                  <a:lnTo>
                    <a:pt x="728" y="643"/>
                  </a:lnTo>
                  <a:lnTo>
                    <a:pt x="711" y="622"/>
                  </a:lnTo>
                  <a:lnTo>
                    <a:pt x="716" y="591"/>
                  </a:lnTo>
                  <a:lnTo>
                    <a:pt x="749" y="596"/>
                  </a:lnTo>
                  <a:lnTo>
                    <a:pt x="749" y="596"/>
                  </a:lnTo>
                  <a:lnTo>
                    <a:pt x="749" y="596"/>
                  </a:lnTo>
                  <a:close/>
                  <a:moveTo>
                    <a:pt x="402" y="556"/>
                  </a:moveTo>
                  <a:lnTo>
                    <a:pt x="402" y="556"/>
                  </a:lnTo>
                  <a:lnTo>
                    <a:pt x="399" y="613"/>
                  </a:lnTo>
                  <a:lnTo>
                    <a:pt x="387" y="636"/>
                  </a:lnTo>
                  <a:lnTo>
                    <a:pt x="371" y="639"/>
                  </a:lnTo>
                  <a:lnTo>
                    <a:pt x="340" y="670"/>
                  </a:lnTo>
                  <a:lnTo>
                    <a:pt x="316" y="679"/>
                  </a:lnTo>
                  <a:lnTo>
                    <a:pt x="293" y="665"/>
                  </a:lnTo>
                  <a:lnTo>
                    <a:pt x="293" y="665"/>
                  </a:lnTo>
                  <a:lnTo>
                    <a:pt x="321" y="613"/>
                  </a:lnTo>
                  <a:lnTo>
                    <a:pt x="354" y="565"/>
                  </a:lnTo>
                  <a:lnTo>
                    <a:pt x="380" y="568"/>
                  </a:lnTo>
                  <a:lnTo>
                    <a:pt x="402" y="556"/>
                  </a:lnTo>
                  <a:lnTo>
                    <a:pt x="402" y="556"/>
                  </a:lnTo>
                  <a:lnTo>
                    <a:pt x="402" y="556"/>
                  </a:lnTo>
                  <a:close/>
                  <a:moveTo>
                    <a:pt x="764" y="565"/>
                  </a:moveTo>
                  <a:lnTo>
                    <a:pt x="764" y="565"/>
                  </a:lnTo>
                  <a:lnTo>
                    <a:pt x="756" y="568"/>
                  </a:lnTo>
                  <a:lnTo>
                    <a:pt x="726" y="563"/>
                  </a:lnTo>
                  <a:lnTo>
                    <a:pt x="721" y="542"/>
                  </a:lnTo>
                  <a:lnTo>
                    <a:pt x="754" y="544"/>
                  </a:lnTo>
                  <a:lnTo>
                    <a:pt x="766" y="558"/>
                  </a:lnTo>
                  <a:lnTo>
                    <a:pt x="764" y="565"/>
                  </a:lnTo>
                  <a:lnTo>
                    <a:pt x="764" y="565"/>
                  </a:lnTo>
                  <a:lnTo>
                    <a:pt x="764" y="565"/>
                  </a:lnTo>
                  <a:close/>
                  <a:moveTo>
                    <a:pt x="499" y="554"/>
                  </a:moveTo>
                  <a:lnTo>
                    <a:pt x="499" y="554"/>
                  </a:lnTo>
                  <a:lnTo>
                    <a:pt x="470" y="575"/>
                  </a:lnTo>
                  <a:lnTo>
                    <a:pt x="444" y="549"/>
                  </a:lnTo>
                  <a:lnTo>
                    <a:pt x="458" y="525"/>
                  </a:lnTo>
                  <a:lnTo>
                    <a:pt x="482" y="518"/>
                  </a:lnTo>
                  <a:lnTo>
                    <a:pt x="503" y="530"/>
                  </a:lnTo>
                  <a:lnTo>
                    <a:pt x="499" y="554"/>
                  </a:lnTo>
                  <a:lnTo>
                    <a:pt x="499" y="554"/>
                  </a:lnTo>
                  <a:lnTo>
                    <a:pt x="499" y="554"/>
                  </a:lnTo>
                  <a:close/>
                  <a:moveTo>
                    <a:pt x="508" y="483"/>
                  </a:moveTo>
                  <a:lnTo>
                    <a:pt x="508" y="483"/>
                  </a:lnTo>
                  <a:lnTo>
                    <a:pt x="487" y="497"/>
                  </a:lnTo>
                  <a:lnTo>
                    <a:pt x="461" y="497"/>
                  </a:lnTo>
                  <a:lnTo>
                    <a:pt x="461" y="487"/>
                  </a:lnTo>
                  <a:lnTo>
                    <a:pt x="477" y="461"/>
                  </a:lnTo>
                  <a:lnTo>
                    <a:pt x="487" y="466"/>
                  </a:lnTo>
                  <a:lnTo>
                    <a:pt x="508" y="483"/>
                  </a:lnTo>
                  <a:lnTo>
                    <a:pt x="508" y="483"/>
                  </a:lnTo>
                  <a:lnTo>
                    <a:pt x="508" y="483"/>
                  </a:lnTo>
                  <a:close/>
                  <a:moveTo>
                    <a:pt x="730" y="525"/>
                  </a:moveTo>
                  <a:lnTo>
                    <a:pt x="730" y="525"/>
                  </a:lnTo>
                  <a:lnTo>
                    <a:pt x="707" y="542"/>
                  </a:lnTo>
                  <a:lnTo>
                    <a:pt x="693" y="523"/>
                  </a:lnTo>
                  <a:lnTo>
                    <a:pt x="688" y="492"/>
                  </a:lnTo>
                  <a:lnTo>
                    <a:pt x="685" y="459"/>
                  </a:lnTo>
                  <a:lnTo>
                    <a:pt x="707" y="464"/>
                  </a:lnTo>
                  <a:lnTo>
                    <a:pt x="716" y="468"/>
                  </a:lnTo>
                  <a:lnTo>
                    <a:pt x="735" y="497"/>
                  </a:lnTo>
                  <a:lnTo>
                    <a:pt x="730" y="525"/>
                  </a:lnTo>
                  <a:lnTo>
                    <a:pt x="730" y="525"/>
                  </a:lnTo>
                  <a:lnTo>
                    <a:pt x="730" y="525"/>
                  </a:lnTo>
                  <a:close/>
                  <a:moveTo>
                    <a:pt x="664" y="504"/>
                  </a:moveTo>
                  <a:lnTo>
                    <a:pt x="664" y="504"/>
                  </a:lnTo>
                  <a:lnTo>
                    <a:pt x="669" y="537"/>
                  </a:lnTo>
                  <a:lnTo>
                    <a:pt x="643" y="528"/>
                  </a:lnTo>
                  <a:lnTo>
                    <a:pt x="617" y="501"/>
                  </a:lnTo>
                  <a:lnTo>
                    <a:pt x="581" y="499"/>
                  </a:lnTo>
                  <a:lnTo>
                    <a:pt x="596" y="475"/>
                  </a:lnTo>
                  <a:lnTo>
                    <a:pt x="577" y="454"/>
                  </a:lnTo>
                  <a:lnTo>
                    <a:pt x="574" y="423"/>
                  </a:lnTo>
                  <a:lnTo>
                    <a:pt x="607" y="435"/>
                  </a:lnTo>
                  <a:lnTo>
                    <a:pt x="650" y="466"/>
                  </a:lnTo>
                  <a:lnTo>
                    <a:pt x="664" y="504"/>
                  </a:lnTo>
                  <a:lnTo>
                    <a:pt x="664" y="504"/>
                  </a:lnTo>
                  <a:lnTo>
                    <a:pt x="664" y="504"/>
                  </a:lnTo>
                  <a:close/>
                  <a:moveTo>
                    <a:pt x="875" y="393"/>
                  </a:moveTo>
                  <a:lnTo>
                    <a:pt x="875" y="393"/>
                  </a:lnTo>
                  <a:lnTo>
                    <a:pt x="894" y="421"/>
                  </a:lnTo>
                  <a:lnTo>
                    <a:pt x="872" y="445"/>
                  </a:lnTo>
                  <a:lnTo>
                    <a:pt x="842" y="506"/>
                  </a:lnTo>
                  <a:lnTo>
                    <a:pt x="813" y="513"/>
                  </a:lnTo>
                  <a:lnTo>
                    <a:pt x="778" y="501"/>
                  </a:lnTo>
                  <a:lnTo>
                    <a:pt x="761" y="471"/>
                  </a:lnTo>
                  <a:lnTo>
                    <a:pt x="761" y="440"/>
                  </a:lnTo>
                  <a:lnTo>
                    <a:pt x="775" y="416"/>
                  </a:lnTo>
                  <a:lnTo>
                    <a:pt x="745" y="416"/>
                  </a:lnTo>
                  <a:lnTo>
                    <a:pt x="728" y="388"/>
                  </a:lnTo>
                  <a:lnTo>
                    <a:pt x="716" y="345"/>
                  </a:lnTo>
                  <a:lnTo>
                    <a:pt x="728" y="303"/>
                  </a:lnTo>
                  <a:lnTo>
                    <a:pt x="740" y="272"/>
                  </a:lnTo>
                  <a:lnTo>
                    <a:pt x="756" y="265"/>
                  </a:lnTo>
                  <a:lnTo>
                    <a:pt x="749" y="241"/>
                  </a:lnTo>
                  <a:lnTo>
                    <a:pt x="787" y="236"/>
                  </a:lnTo>
                  <a:lnTo>
                    <a:pt x="806" y="291"/>
                  </a:lnTo>
                  <a:lnTo>
                    <a:pt x="834" y="312"/>
                  </a:lnTo>
                  <a:lnTo>
                    <a:pt x="861" y="331"/>
                  </a:lnTo>
                  <a:lnTo>
                    <a:pt x="875" y="393"/>
                  </a:lnTo>
                  <a:lnTo>
                    <a:pt x="875" y="393"/>
                  </a:lnTo>
                  <a:lnTo>
                    <a:pt x="875" y="393"/>
                  </a:lnTo>
                  <a:close/>
                  <a:moveTo>
                    <a:pt x="1175" y="16"/>
                  </a:moveTo>
                  <a:lnTo>
                    <a:pt x="1175" y="16"/>
                  </a:lnTo>
                  <a:lnTo>
                    <a:pt x="1218" y="26"/>
                  </a:lnTo>
                  <a:lnTo>
                    <a:pt x="1253" y="45"/>
                  </a:lnTo>
                  <a:lnTo>
                    <a:pt x="1282" y="78"/>
                  </a:lnTo>
                  <a:lnTo>
                    <a:pt x="1282" y="111"/>
                  </a:lnTo>
                  <a:lnTo>
                    <a:pt x="1241" y="163"/>
                  </a:lnTo>
                  <a:lnTo>
                    <a:pt x="1203" y="184"/>
                  </a:lnTo>
                  <a:lnTo>
                    <a:pt x="1187" y="210"/>
                  </a:lnTo>
                  <a:lnTo>
                    <a:pt x="1222" y="210"/>
                  </a:lnTo>
                  <a:lnTo>
                    <a:pt x="1185" y="274"/>
                  </a:lnTo>
                  <a:lnTo>
                    <a:pt x="1159" y="300"/>
                  </a:lnTo>
                  <a:lnTo>
                    <a:pt x="1130" y="378"/>
                  </a:lnTo>
                  <a:lnTo>
                    <a:pt x="1097" y="393"/>
                  </a:lnTo>
                  <a:lnTo>
                    <a:pt x="1088" y="412"/>
                  </a:lnTo>
                  <a:lnTo>
                    <a:pt x="1038" y="421"/>
                  </a:lnTo>
                  <a:lnTo>
                    <a:pt x="1059" y="433"/>
                  </a:lnTo>
                  <a:lnTo>
                    <a:pt x="1050" y="447"/>
                  </a:lnTo>
                  <a:lnTo>
                    <a:pt x="1062" y="487"/>
                  </a:lnTo>
                  <a:lnTo>
                    <a:pt x="1047" y="516"/>
                  </a:lnTo>
                  <a:lnTo>
                    <a:pt x="1021" y="537"/>
                  </a:lnTo>
                  <a:lnTo>
                    <a:pt x="1014" y="568"/>
                  </a:lnTo>
                  <a:lnTo>
                    <a:pt x="991" y="589"/>
                  </a:lnTo>
                  <a:lnTo>
                    <a:pt x="993" y="606"/>
                  </a:lnTo>
                  <a:lnTo>
                    <a:pt x="1021" y="603"/>
                  </a:lnTo>
                  <a:lnTo>
                    <a:pt x="1021" y="620"/>
                  </a:lnTo>
                  <a:lnTo>
                    <a:pt x="979" y="660"/>
                  </a:lnTo>
                  <a:lnTo>
                    <a:pt x="936" y="641"/>
                  </a:lnTo>
                  <a:lnTo>
                    <a:pt x="889" y="653"/>
                  </a:lnTo>
                  <a:lnTo>
                    <a:pt x="865" y="643"/>
                  </a:lnTo>
                  <a:lnTo>
                    <a:pt x="834" y="641"/>
                  </a:lnTo>
                  <a:lnTo>
                    <a:pt x="832" y="608"/>
                  </a:lnTo>
                  <a:lnTo>
                    <a:pt x="863" y="591"/>
                  </a:lnTo>
                  <a:lnTo>
                    <a:pt x="853" y="537"/>
                  </a:lnTo>
                  <a:lnTo>
                    <a:pt x="863" y="532"/>
                  </a:lnTo>
                  <a:lnTo>
                    <a:pt x="908" y="565"/>
                  </a:lnTo>
                  <a:lnTo>
                    <a:pt x="884" y="516"/>
                  </a:lnTo>
                  <a:lnTo>
                    <a:pt x="858" y="501"/>
                  </a:lnTo>
                  <a:lnTo>
                    <a:pt x="872" y="468"/>
                  </a:lnTo>
                  <a:lnTo>
                    <a:pt x="901" y="449"/>
                  </a:lnTo>
                  <a:lnTo>
                    <a:pt x="905" y="419"/>
                  </a:lnTo>
                  <a:lnTo>
                    <a:pt x="882" y="385"/>
                  </a:lnTo>
                  <a:lnTo>
                    <a:pt x="875" y="336"/>
                  </a:lnTo>
                  <a:lnTo>
                    <a:pt x="920" y="341"/>
                  </a:lnTo>
                  <a:lnTo>
                    <a:pt x="934" y="350"/>
                  </a:lnTo>
                  <a:lnTo>
                    <a:pt x="957" y="317"/>
                  </a:lnTo>
                  <a:lnTo>
                    <a:pt x="922" y="305"/>
                  </a:lnTo>
                  <a:lnTo>
                    <a:pt x="865" y="312"/>
                  </a:lnTo>
                  <a:lnTo>
                    <a:pt x="837" y="279"/>
                  </a:lnTo>
                  <a:lnTo>
                    <a:pt x="823" y="236"/>
                  </a:lnTo>
                  <a:lnTo>
                    <a:pt x="804" y="203"/>
                  </a:lnTo>
                  <a:lnTo>
                    <a:pt x="799" y="165"/>
                  </a:lnTo>
                  <a:lnTo>
                    <a:pt x="825" y="144"/>
                  </a:lnTo>
                  <a:lnTo>
                    <a:pt x="844" y="139"/>
                  </a:lnTo>
                  <a:lnTo>
                    <a:pt x="875" y="120"/>
                  </a:lnTo>
                  <a:lnTo>
                    <a:pt x="898" y="75"/>
                  </a:lnTo>
                  <a:lnTo>
                    <a:pt x="920" y="83"/>
                  </a:lnTo>
                  <a:lnTo>
                    <a:pt x="936" y="116"/>
                  </a:lnTo>
                  <a:lnTo>
                    <a:pt x="948" y="49"/>
                  </a:lnTo>
                  <a:lnTo>
                    <a:pt x="969" y="28"/>
                  </a:lnTo>
                  <a:lnTo>
                    <a:pt x="1000" y="14"/>
                  </a:lnTo>
                  <a:lnTo>
                    <a:pt x="1047" y="7"/>
                  </a:lnTo>
                  <a:lnTo>
                    <a:pt x="1057" y="23"/>
                  </a:lnTo>
                  <a:lnTo>
                    <a:pt x="1104" y="0"/>
                  </a:lnTo>
                  <a:lnTo>
                    <a:pt x="1140" y="9"/>
                  </a:lnTo>
                  <a:lnTo>
                    <a:pt x="1175" y="16"/>
                  </a:lnTo>
                  <a:lnTo>
                    <a:pt x="1175" y="16"/>
                  </a:lnTo>
                  <a:lnTo>
                    <a:pt x="1175" y="16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271;p30">
              <a:extLst>
                <a:ext uri="{FF2B5EF4-FFF2-40B4-BE49-F238E27FC236}">
                  <a16:creationId xmlns:a16="http://schemas.microsoft.com/office/drawing/2014/main" id="{F349948B-C674-B4F4-3EDD-BFA3794D5A53}"/>
                </a:ext>
              </a:extLst>
            </p:cNvPr>
            <p:cNvSpPr/>
            <p:nvPr/>
          </p:nvSpPr>
          <p:spPr>
            <a:xfrm>
              <a:off x="2312822" y="4407667"/>
              <a:ext cx="238610" cy="1351559"/>
            </a:xfrm>
            <a:custGeom>
              <a:avLst/>
              <a:gdLst/>
              <a:ahLst/>
              <a:cxnLst/>
              <a:rect l="l" t="t" r="r" b="b"/>
              <a:pathLst>
                <a:path w="140" h="793" extrusionOk="0">
                  <a:moveTo>
                    <a:pt x="114" y="710"/>
                  </a:moveTo>
                  <a:lnTo>
                    <a:pt x="114" y="710"/>
                  </a:lnTo>
                  <a:lnTo>
                    <a:pt x="114" y="772"/>
                  </a:lnTo>
                  <a:lnTo>
                    <a:pt x="130" y="772"/>
                  </a:lnTo>
                  <a:lnTo>
                    <a:pt x="140" y="772"/>
                  </a:lnTo>
                  <a:lnTo>
                    <a:pt x="135" y="784"/>
                  </a:lnTo>
                  <a:lnTo>
                    <a:pt x="121" y="793"/>
                  </a:lnTo>
                  <a:lnTo>
                    <a:pt x="114" y="791"/>
                  </a:lnTo>
                  <a:lnTo>
                    <a:pt x="104" y="788"/>
                  </a:lnTo>
                  <a:lnTo>
                    <a:pt x="90" y="781"/>
                  </a:lnTo>
                  <a:lnTo>
                    <a:pt x="74" y="776"/>
                  </a:lnTo>
                  <a:lnTo>
                    <a:pt x="55" y="762"/>
                  </a:lnTo>
                  <a:lnTo>
                    <a:pt x="38" y="746"/>
                  </a:lnTo>
                  <a:lnTo>
                    <a:pt x="14" y="717"/>
                  </a:lnTo>
                  <a:lnTo>
                    <a:pt x="29" y="722"/>
                  </a:lnTo>
                  <a:lnTo>
                    <a:pt x="52" y="741"/>
                  </a:lnTo>
                  <a:lnTo>
                    <a:pt x="71" y="750"/>
                  </a:lnTo>
                  <a:lnTo>
                    <a:pt x="81" y="739"/>
                  </a:lnTo>
                  <a:lnTo>
                    <a:pt x="88" y="720"/>
                  </a:lnTo>
                  <a:lnTo>
                    <a:pt x="102" y="708"/>
                  </a:lnTo>
                  <a:lnTo>
                    <a:pt x="114" y="710"/>
                  </a:lnTo>
                  <a:close/>
                  <a:moveTo>
                    <a:pt x="118" y="66"/>
                  </a:moveTo>
                  <a:lnTo>
                    <a:pt x="118" y="66"/>
                  </a:lnTo>
                  <a:lnTo>
                    <a:pt x="126" y="90"/>
                  </a:lnTo>
                  <a:lnTo>
                    <a:pt x="137" y="88"/>
                  </a:lnTo>
                  <a:lnTo>
                    <a:pt x="140" y="92"/>
                  </a:lnTo>
                  <a:lnTo>
                    <a:pt x="135" y="111"/>
                  </a:lnTo>
                  <a:lnTo>
                    <a:pt x="116" y="118"/>
                  </a:lnTo>
                  <a:lnTo>
                    <a:pt x="116" y="149"/>
                  </a:lnTo>
                  <a:lnTo>
                    <a:pt x="114" y="154"/>
                  </a:lnTo>
                  <a:lnTo>
                    <a:pt x="118" y="161"/>
                  </a:lnTo>
                  <a:lnTo>
                    <a:pt x="107" y="173"/>
                  </a:lnTo>
                  <a:lnTo>
                    <a:pt x="95" y="189"/>
                  </a:lnTo>
                  <a:lnTo>
                    <a:pt x="90" y="206"/>
                  </a:lnTo>
                  <a:lnTo>
                    <a:pt x="92" y="225"/>
                  </a:lnTo>
                  <a:lnTo>
                    <a:pt x="83" y="244"/>
                  </a:lnTo>
                  <a:lnTo>
                    <a:pt x="90" y="277"/>
                  </a:lnTo>
                  <a:lnTo>
                    <a:pt x="92" y="282"/>
                  </a:lnTo>
                  <a:lnTo>
                    <a:pt x="92" y="298"/>
                  </a:lnTo>
                  <a:lnTo>
                    <a:pt x="85" y="317"/>
                  </a:lnTo>
                  <a:lnTo>
                    <a:pt x="85" y="334"/>
                  </a:lnTo>
                  <a:lnTo>
                    <a:pt x="71" y="346"/>
                  </a:lnTo>
                  <a:lnTo>
                    <a:pt x="71" y="365"/>
                  </a:lnTo>
                  <a:lnTo>
                    <a:pt x="78" y="386"/>
                  </a:lnTo>
                  <a:lnTo>
                    <a:pt x="66" y="393"/>
                  </a:lnTo>
                  <a:lnTo>
                    <a:pt x="64" y="410"/>
                  </a:lnTo>
                  <a:lnTo>
                    <a:pt x="59" y="433"/>
                  </a:lnTo>
                  <a:lnTo>
                    <a:pt x="62" y="459"/>
                  </a:lnTo>
                  <a:lnTo>
                    <a:pt x="57" y="464"/>
                  </a:lnTo>
                  <a:lnTo>
                    <a:pt x="59" y="488"/>
                  </a:lnTo>
                  <a:lnTo>
                    <a:pt x="66" y="497"/>
                  </a:lnTo>
                  <a:lnTo>
                    <a:pt x="62" y="507"/>
                  </a:lnTo>
                  <a:lnTo>
                    <a:pt x="69" y="511"/>
                  </a:lnTo>
                  <a:lnTo>
                    <a:pt x="71" y="518"/>
                  </a:lnTo>
                  <a:lnTo>
                    <a:pt x="64" y="523"/>
                  </a:lnTo>
                  <a:lnTo>
                    <a:pt x="64" y="537"/>
                  </a:lnTo>
                  <a:lnTo>
                    <a:pt x="59" y="568"/>
                  </a:lnTo>
                  <a:lnTo>
                    <a:pt x="52" y="587"/>
                  </a:lnTo>
                  <a:lnTo>
                    <a:pt x="52" y="599"/>
                  </a:lnTo>
                  <a:lnTo>
                    <a:pt x="48" y="616"/>
                  </a:lnTo>
                  <a:lnTo>
                    <a:pt x="36" y="627"/>
                  </a:lnTo>
                  <a:lnTo>
                    <a:pt x="38" y="653"/>
                  </a:lnTo>
                  <a:lnTo>
                    <a:pt x="43" y="663"/>
                  </a:lnTo>
                  <a:lnTo>
                    <a:pt x="52" y="660"/>
                  </a:lnTo>
                  <a:lnTo>
                    <a:pt x="52" y="679"/>
                  </a:lnTo>
                  <a:lnTo>
                    <a:pt x="59" y="696"/>
                  </a:lnTo>
                  <a:lnTo>
                    <a:pt x="100" y="698"/>
                  </a:lnTo>
                  <a:lnTo>
                    <a:pt x="114" y="701"/>
                  </a:lnTo>
                  <a:lnTo>
                    <a:pt x="100" y="701"/>
                  </a:lnTo>
                  <a:lnTo>
                    <a:pt x="90" y="708"/>
                  </a:lnTo>
                  <a:lnTo>
                    <a:pt x="76" y="717"/>
                  </a:lnTo>
                  <a:lnTo>
                    <a:pt x="74" y="743"/>
                  </a:lnTo>
                  <a:lnTo>
                    <a:pt x="66" y="743"/>
                  </a:lnTo>
                  <a:lnTo>
                    <a:pt x="50" y="736"/>
                  </a:lnTo>
                  <a:lnTo>
                    <a:pt x="31" y="717"/>
                  </a:lnTo>
                  <a:lnTo>
                    <a:pt x="31" y="717"/>
                  </a:lnTo>
                  <a:lnTo>
                    <a:pt x="12" y="701"/>
                  </a:lnTo>
                  <a:lnTo>
                    <a:pt x="5" y="684"/>
                  </a:lnTo>
                  <a:lnTo>
                    <a:pt x="10" y="670"/>
                  </a:lnTo>
                  <a:lnTo>
                    <a:pt x="3" y="653"/>
                  </a:lnTo>
                  <a:lnTo>
                    <a:pt x="0" y="611"/>
                  </a:lnTo>
                  <a:lnTo>
                    <a:pt x="7" y="587"/>
                  </a:lnTo>
                  <a:lnTo>
                    <a:pt x="24" y="568"/>
                  </a:lnTo>
                  <a:lnTo>
                    <a:pt x="0" y="561"/>
                  </a:lnTo>
                  <a:lnTo>
                    <a:pt x="14" y="542"/>
                  </a:lnTo>
                  <a:lnTo>
                    <a:pt x="19" y="504"/>
                  </a:lnTo>
                  <a:lnTo>
                    <a:pt x="38" y="511"/>
                  </a:lnTo>
                  <a:lnTo>
                    <a:pt x="48" y="466"/>
                  </a:lnTo>
                  <a:lnTo>
                    <a:pt x="36" y="459"/>
                  </a:lnTo>
                  <a:lnTo>
                    <a:pt x="31" y="488"/>
                  </a:lnTo>
                  <a:lnTo>
                    <a:pt x="21" y="485"/>
                  </a:lnTo>
                  <a:lnTo>
                    <a:pt x="26" y="452"/>
                  </a:lnTo>
                  <a:lnTo>
                    <a:pt x="31" y="414"/>
                  </a:lnTo>
                  <a:lnTo>
                    <a:pt x="38" y="400"/>
                  </a:lnTo>
                  <a:lnTo>
                    <a:pt x="33" y="379"/>
                  </a:lnTo>
                  <a:lnTo>
                    <a:pt x="33" y="358"/>
                  </a:lnTo>
                  <a:lnTo>
                    <a:pt x="38" y="355"/>
                  </a:lnTo>
                  <a:lnTo>
                    <a:pt x="50" y="324"/>
                  </a:lnTo>
                  <a:lnTo>
                    <a:pt x="59" y="294"/>
                  </a:lnTo>
                  <a:lnTo>
                    <a:pt x="66" y="263"/>
                  </a:lnTo>
                  <a:lnTo>
                    <a:pt x="64" y="237"/>
                  </a:lnTo>
                  <a:lnTo>
                    <a:pt x="69" y="220"/>
                  </a:lnTo>
                  <a:lnTo>
                    <a:pt x="66" y="197"/>
                  </a:lnTo>
                  <a:lnTo>
                    <a:pt x="76" y="175"/>
                  </a:lnTo>
                  <a:lnTo>
                    <a:pt x="78" y="140"/>
                  </a:lnTo>
                  <a:lnTo>
                    <a:pt x="85" y="104"/>
                  </a:lnTo>
                  <a:lnTo>
                    <a:pt x="90" y="64"/>
                  </a:lnTo>
                  <a:lnTo>
                    <a:pt x="88" y="36"/>
                  </a:lnTo>
                  <a:lnTo>
                    <a:pt x="85" y="12"/>
                  </a:lnTo>
                  <a:lnTo>
                    <a:pt x="92" y="10"/>
                  </a:lnTo>
                  <a:lnTo>
                    <a:pt x="97" y="0"/>
                  </a:lnTo>
                  <a:lnTo>
                    <a:pt x="104" y="10"/>
                  </a:lnTo>
                  <a:lnTo>
                    <a:pt x="107" y="24"/>
                  </a:lnTo>
                  <a:lnTo>
                    <a:pt x="116" y="31"/>
                  </a:lnTo>
                  <a:lnTo>
                    <a:pt x="111" y="47"/>
                  </a:lnTo>
                  <a:lnTo>
                    <a:pt x="118" y="66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272;p30">
              <a:extLst>
                <a:ext uri="{FF2B5EF4-FFF2-40B4-BE49-F238E27FC236}">
                  <a16:creationId xmlns:a16="http://schemas.microsoft.com/office/drawing/2014/main" id="{EDBB60E6-3E15-C2C5-5817-3E5D4BE63B71}"/>
                </a:ext>
              </a:extLst>
            </p:cNvPr>
            <p:cNvSpPr/>
            <p:nvPr/>
          </p:nvSpPr>
          <p:spPr>
            <a:xfrm>
              <a:off x="4161195" y="3631332"/>
              <a:ext cx="165324" cy="170436"/>
            </a:xfrm>
            <a:custGeom>
              <a:avLst/>
              <a:gdLst/>
              <a:ahLst/>
              <a:cxnLst/>
              <a:rect l="l" t="t" r="r" b="b"/>
              <a:pathLst>
                <a:path w="97" h="100" extrusionOk="0">
                  <a:moveTo>
                    <a:pt x="38" y="0"/>
                  </a:moveTo>
                  <a:lnTo>
                    <a:pt x="38" y="0"/>
                  </a:lnTo>
                  <a:lnTo>
                    <a:pt x="40" y="7"/>
                  </a:lnTo>
                  <a:lnTo>
                    <a:pt x="42" y="5"/>
                  </a:lnTo>
                  <a:lnTo>
                    <a:pt x="50" y="3"/>
                  </a:lnTo>
                  <a:lnTo>
                    <a:pt x="59" y="5"/>
                  </a:lnTo>
                  <a:lnTo>
                    <a:pt x="61" y="10"/>
                  </a:lnTo>
                  <a:lnTo>
                    <a:pt x="68" y="14"/>
                  </a:lnTo>
                  <a:lnTo>
                    <a:pt x="76" y="10"/>
                  </a:lnTo>
                  <a:lnTo>
                    <a:pt x="80" y="10"/>
                  </a:lnTo>
                  <a:lnTo>
                    <a:pt x="92" y="14"/>
                  </a:lnTo>
                  <a:lnTo>
                    <a:pt x="97" y="38"/>
                  </a:lnTo>
                  <a:lnTo>
                    <a:pt x="90" y="50"/>
                  </a:lnTo>
                  <a:lnTo>
                    <a:pt x="85" y="69"/>
                  </a:lnTo>
                  <a:lnTo>
                    <a:pt x="92" y="83"/>
                  </a:lnTo>
                  <a:lnTo>
                    <a:pt x="92" y="88"/>
                  </a:lnTo>
                  <a:lnTo>
                    <a:pt x="85" y="88"/>
                  </a:lnTo>
                  <a:lnTo>
                    <a:pt x="73" y="85"/>
                  </a:lnTo>
                  <a:lnTo>
                    <a:pt x="64" y="85"/>
                  </a:lnTo>
                  <a:lnTo>
                    <a:pt x="42" y="88"/>
                  </a:lnTo>
                  <a:lnTo>
                    <a:pt x="33" y="95"/>
                  </a:lnTo>
                  <a:lnTo>
                    <a:pt x="16" y="100"/>
                  </a:lnTo>
                  <a:lnTo>
                    <a:pt x="14" y="97"/>
                  </a:lnTo>
                  <a:lnTo>
                    <a:pt x="14" y="85"/>
                  </a:lnTo>
                  <a:lnTo>
                    <a:pt x="16" y="83"/>
                  </a:lnTo>
                  <a:lnTo>
                    <a:pt x="16" y="78"/>
                  </a:lnTo>
                  <a:lnTo>
                    <a:pt x="7" y="71"/>
                  </a:lnTo>
                  <a:lnTo>
                    <a:pt x="2" y="69"/>
                  </a:lnTo>
                  <a:lnTo>
                    <a:pt x="0" y="64"/>
                  </a:lnTo>
                  <a:lnTo>
                    <a:pt x="2" y="57"/>
                  </a:lnTo>
                  <a:lnTo>
                    <a:pt x="0" y="50"/>
                  </a:lnTo>
                  <a:lnTo>
                    <a:pt x="2" y="45"/>
                  </a:lnTo>
                  <a:lnTo>
                    <a:pt x="5" y="45"/>
                  </a:lnTo>
                  <a:lnTo>
                    <a:pt x="5" y="38"/>
                  </a:lnTo>
                  <a:lnTo>
                    <a:pt x="5" y="36"/>
                  </a:lnTo>
                  <a:lnTo>
                    <a:pt x="5" y="33"/>
                  </a:lnTo>
                  <a:lnTo>
                    <a:pt x="12" y="31"/>
                  </a:lnTo>
                  <a:lnTo>
                    <a:pt x="7" y="19"/>
                  </a:lnTo>
                  <a:lnTo>
                    <a:pt x="2" y="12"/>
                  </a:lnTo>
                  <a:lnTo>
                    <a:pt x="5" y="5"/>
                  </a:lnTo>
                  <a:lnTo>
                    <a:pt x="7" y="5"/>
                  </a:lnTo>
                  <a:lnTo>
                    <a:pt x="9" y="3"/>
                  </a:lnTo>
                  <a:lnTo>
                    <a:pt x="14" y="5"/>
                  </a:lnTo>
                  <a:lnTo>
                    <a:pt x="26" y="5"/>
                  </a:lnTo>
                  <a:lnTo>
                    <a:pt x="31" y="0"/>
                  </a:lnTo>
                  <a:lnTo>
                    <a:pt x="33" y="3"/>
                  </a:lnTo>
                  <a:lnTo>
                    <a:pt x="38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273;p30">
              <a:extLst>
                <a:ext uri="{FF2B5EF4-FFF2-40B4-BE49-F238E27FC236}">
                  <a16:creationId xmlns:a16="http://schemas.microsoft.com/office/drawing/2014/main" id="{61F82B98-D850-A395-F271-E78ED3603EA2}"/>
                </a:ext>
              </a:extLst>
            </p:cNvPr>
            <p:cNvSpPr/>
            <p:nvPr/>
          </p:nvSpPr>
          <p:spPr>
            <a:xfrm>
              <a:off x="2218231" y="3575088"/>
              <a:ext cx="334054" cy="460178"/>
            </a:xfrm>
            <a:custGeom>
              <a:avLst/>
              <a:gdLst/>
              <a:ahLst/>
              <a:cxnLst/>
              <a:rect l="l" t="t" r="r" b="b"/>
              <a:pathLst>
                <a:path w="196" h="270" extrusionOk="0">
                  <a:moveTo>
                    <a:pt x="113" y="14"/>
                  </a:moveTo>
                  <a:lnTo>
                    <a:pt x="113" y="14"/>
                  </a:lnTo>
                  <a:lnTo>
                    <a:pt x="109" y="21"/>
                  </a:lnTo>
                  <a:lnTo>
                    <a:pt x="102" y="26"/>
                  </a:lnTo>
                  <a:lnTo>
                    <a:pt x="97" y="33"/>
                  </a:lnTo>
                  <a:lnTo>
                    <a:pt x="94" y="45"/>
                  </a:lnTo>
                  <a:lnTo>
                    <a:pt x="92" y="55"/>
                  </a:lnTo>
                  <a:lnTo>
                    <a:pt x="99" y="55"/>
                  </a:lnTo>
                  <a:lnTo>
                    <a:pt x="102" y="62"/>
                  </a:lnTo>
                  <a:lnTo>
                    <a:pt x="106" y="66"/>
                  </a:lnTo>
                  <a:lnTo>
                    <a:pt x="106" y="74"/>
                  </a:lnTo>
                  <a:lnTo>
                    <a:pt x="104" y="78"/>
                  </a:lnTo>
                  <a:lnTo>
                    <a:pt x="106" y="81"/>
                  </a:lnTo>
                  <a:lnTo>
                    <a:pt x="109" y="83"/>
                  </a:lnTo>
                  <a:lnTo>
                    <a:pt x="113" y="90"/>
                  </a:lnTo>
                  <a:lnTo>
                    <a:pt x="135" y="88"/>
                  </a:lnTo>
                  <a:lnTo>
                    <a:pt x="144" y="90"/>
                  </a:lnTo>
                  <a:lnTo>
                    <a:pt x="154" y="104"/>
                  </a:lnTo>
                  <a:lnTo>
                    <a:pt x="161" y="102"/>
                  </a:lnTo>
                  <a:lnTo>
                    <a:pt x="172" y="102"/>
                  </a:lnTo>
                  <a:lnTo>
                    <a:pt x="182" y="100"/>
                  </a:lnTo>
                  <a:lnTo>
                    <a:pt x="187" y="104"/>
                  </a:lnTo>
                  <a:lnTo>
                    <a:pt x="184" y="114"/>
                  </a:lnTo>
                  <a:lnTo>
                    <a:pt x="182" y="118"/>
                  </a:lnTo>
                  <a:lnTo>
                    <a:pt x="180" y="128"/>
                  </a:lnTo>
                  <a:lnTo>
                    <a:pt x="182" y="140"/>
                  </a:lnTo>
                  <a:lnTo>
                    <a:pt x="189" y="145"/>
                  </a:lnTo>
                  <a:lnTo>
                    <a:pt x="189" y="149"/>
                  </a:lnTo>
                  <a:lnTo>
                    <a:pt x="180" y="156"/>
                  </a:lnTo>
                  <a:lnTo>
                    <a:pt x="187" y="159"/>
                  </a:lnTo>
                  <a:lnTo>
                    <a:pt x="191" y="166"/>
                  </a:lnTo>
                  <a:lnTo>
                    <a:pt x="196" y="182"/>
                  </a:lnTo>
                  <a:lnTo>
                    <a:pt x="191" y="182"/>
                  </a:lnTo>
                  <a:lnTo>
                    <a:pt x="189" y="173"/>
                  </a:lnTo>
                  <a:lnTo>
                    <a:pt x="184" y="168"/>
                  </a:lnTo>
                  <a:lnTo>
                    <a:pt x="180" y="175"/>
                  </a:lnTo>
                  <a:lnTo>
                    <a:pt x="149" y="173"/>
                  </a:lnTo>
                  <a:lnTo>
                    <a:pt x="149" y="185"/>
                  </a:lnTo>
                  <a:lnTo>
                    <a:pt x="158" y="185"/>
                  </a:lnTo>
                  <a:lnTo>
                    <a:pt x="156" y="192"/>
                  </a:lnTo>
                  <a:lnTo>
                    <a:pt x="154" y="189"/>
                  </a:lnTo>
                  <a:lnTo>
                    <a:pt x="144" y="192"/>
                  </a:lnTo>
                  <a:lnTo>
                    <a:pt x="144" y="204"/>
                  </a:lnTo>
                  <a:lnTo>
                    <a:pt x="151" y="211"/>
                  </a:lnTo>
                  <a:lnTo>
                    <a:pt x="154" y="220"/>
                  </a:lnTo>
                  <a:lnTo>
                    <a:pt x="154" y="227"/>
                  </a:lnTo>
                  <a:lnTo>
                    <a:pt x="146" y="270"/>
                  </a:lnTo>
                  <a:lnTo>
                    <a:pt x="139" y="261"/>
                  </a:lnTo>
                  <a:lnTo>
                    <a:pt x="132" y="261"/>
                  </a:lnTo>
                  <a:lnTo>
                    <a:pt x="144" y="246"/>
                  </a:lnTo>
                  <a:lnTo>
                    <a:pt x="132" y="237"/>
                  </a:lnTo>
                  <a:lnTo>
                    <a:pt x="123" y="239"/>
                  </a:lnTo>
                  <a:lnTo>
                    <a:pt x="116" y="237"/>
                  </a:lnTo>
                  <a:lnTo>
                    <a:pt x="106" y="242"/>
                  </a:lnTo>
                  <a:lnTo>
                    <a:pt x="94" y="239"/>
                  </a:lnTo>
                  <a:lnTo>
                    <a:pt x="85" y="223"/>
                  </a:lnTo>
                  <a:lnTo>
                    <a:pt x="78" y="218"/>
                  </a:lnTo>
                  <a:lnTo>
                    <a:pt x="73" y="211"/>
                  </a:lnTo>
                  <a:lnTo>
                    <a:pt x="61" y="201"/>
                  </a:lnTo>
                  <a:lnTo>
                    <a:pt x="59" y="204"/>
                  </a:lnTo>
                  <a:lnTo>
                    <a:pt x="49" y="199"/>
                  </a:lnTo>
                  <a:lnTo>
                    <a:pt x="42" y="194"/>
                  </a:lnTo>
                  <a:lnTo>
                    <a:pt x="38" y="199"/>
                  </a:lnTo>
                  <a:lnTo>
                    <a:pt x="23" y="197"/>
                  </a:lnTo>
                  <a:lnTo>
                    <a:pt x="21" y="187"/>
                  </a:lnTo>
                  <a:lnTo>
                    <a:pt x="16" y="189"/>
                  </a:lnTo>
                  <a:lnTo>
                    <a:pt x="2" y="180"/>
                  </a:lnTo>
                  <a:lnTo>
                    <a:pt x="0" y="175"/>
                  </a:lnTo>
                  <a:lnTo>
                    <a:pt x="5" y="173"/>
                  </a:lnTo>
                  <a:lnTo>
                    <a:pt x="5" y="166"/>
                  </a:lnTo>
                  <a:lnTo>
                    <a:pt x="9" y="159"/>
                  </a:lnTo>
                  <a:lnTo>
                    <a:pt x="16" y="159"/>
                  </a:lnTo>
                  <a:lnTo>
                    <a:pt x="23" y="149"/>
                  </a:lnTo>
                  <a:lnTo>
                    <a:pt x="31" y="140"/>
                  </a:lnTo>
                  <a:lnTo>
                    <a:pt x="23" y="135"/>
                  </a:lnTo>
                  <a:lnTo>
                    <a:pt x="26" y="126"/>
                  </a:lnTo>
                  <a:lnTo>
                    <a:pt x="23" y="111"/>
                  </a:lnTo>
                  <a:lnTo>
                    <a:pt x="26" y="107"/>
                  </a:lnTo>
                  <a:lnTo>
                    <a:pt x="23" y="95"/>
                  </a:lnTo>
                  <a:lnTo>
                    <a:pt x="16" y="85"/>
                  </a:lnTo>
                  <a:lnTo>
                    <a:pt x="19" y="78"/>
                  </a:lnTo>
                  <a:lnTo>
                    <a:pt x="23" y="78"/>
                  </a:lnTo>
                  <a:lnTo>
                    <a:pt x="28" y="74"/>
                  </a:lnTo>
                  <a:lnTo>
                    <a:pt x="23" y="64"/>
                  </a:lnTo>
                  <a:lnTo>
                    <a:pt x="26" y="62"/>
                  </a:lnTo>
                  <a:lnTo>
                    <a:pt x="33" y="62"/>
                  </a:lnTo>
                  <a:lnTo>
                    <a:pt x="45" y="52"/>
                  </a:lnTo>
                  <a:lnTo>
                    <a:pt x="52" y="50"/>
                  </a:lnTo>
                  <a:lnTo>
                    <a:pt x="52" y="43"/>
                  </a:lnTo>
                  <a:lnTo>
                    <a:pt x="57" y="31"/>
                  </a:lnTo>
                  <a:lnTo>
                    <a:pt x="66" y="21"/>
                  </a:lnTo>
                  <a:lnTo>
                    <a:pt x="75" y="21"/>
                  </a:lnTo>
                  <a:lnTo>
                    <a:pt x="78" y="19"/>
                  </a:lnTo>
                  <a:lnTo>
                    <a:pt x="90" y="19"/>
                  </a:lnTo>
                  <a:lnTo>
                    <a:pt x="102" y="12"/>
                  </a:lnTo>
                  <a:lnTo>
                    <a:pt x="109" y="7"/>
                  </a:lnTo>
                  <a:lnTo>
                    <a:pt x="116" y="0"/>
                  </a:lnTo>
                  <a:lnTo>
                    <a:pt x="123" y="3"/>
                  </a:lnTo>
                  <a:lnTo>
                    <a:pt x="125" y="5"/>
                  </a:lnTo>
                  <a:lnTo>
                    <a:pt x="123" y="12"/>
                  </a:lnTo>
                  <a:lnTo>
                    <a:pt x="113" y="14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274;p30">
              <a:extLst>
                <a:ext uri="{FF2B5EF4-FFF2-40B4-BE49-F238E27FC236}">
                  <a16:creationId xmlns:a16="http://schemas.microsoft.com/office/drawing/2014/main" id="{52BD8975-908D-06C3-562C-0D83BDBBD08F}"/>
                </a:ext>
              </a:extLst>
            </p:cNvPr>
            <p:cNvSpPr/>
            <p:nvPr/>
          </p:nvSpPr>
          <p:spPr>
            <a:xfrm>
              <a:off x="2023934" y="3610880"/>
              <a:ext cx="97149" cy="81810"/>
            </a:xfrm>
            <a:custGeom>
              <a:avLst/>
              <a:gdLst/>
              <a:ahLst/>
              <a:cxnLst/>
              <a:rect l="l" t="t" r="r" b="b"/>
              <a:pathLst>
                <a:path w="57" h="48" extrusionOk="0">
                  <a:moveTo>
                    <a:pt x="7" y="0"/>
                  </a:moveTo>
                  <a:lnTo>
                    <a:pt x="7" y="0"/>
                  </a:lnTo>
                  <a:lnTo>
                    <a:pt x="17" y="5"/>
                  </a:lnTo>
                  <a:lnTo>
                    <a:pt x="22" y="3"/>
                  </a:lnTo>
                  <a:lnTo>
                    <a:pt x="26" y="3"/>
                  </a:lnTo>
                  <a:lnTo>
                    <a:pt x="29" y="8"/>
                  </a:lnTo>
                  <a:lnTo>
                    <a:pt x="33" y="8"/>
                  </a:lnTo>
                  <a:lnTo>
                    <a:pt x="38" y="5"/>
                  </a:lnTo>
                  <a:lnTo>
                    <a:pt x="43" y="12"/>
                  </a:lnTo>
                  <a:lnTo>
                    <a:pt x="48" y="19"/>
                  </a:lnTo>
                  <a:lnTo>
                    <a:pt x="57" y="26"/>
                  </a:lnTo>
                  <a:lnTo>
                    <a:pt x="50" y="29"/>
                  </a:lnTo>
                  <a:lnTo>
                    <a:pt x="50" y="34"/>
                  </a:lnTo>
                  <a:lnTo>
                    <a:pt x="52" y="36"/>
                  </a:lnTo>
                  <a:lnTo>
                    <a:pt x="50" y="38"/>
                  </a:lnTo>
                  <a:lnTo>
                    <a:pt x="52" y="43"/>
                  </a:lnTo>
                  <a:lnTo>
                    <a:pt x="50" y="45"/>
                  </a:lnTo>
                  <a:lnTo>
                    <a:pt x="50" y="48"/>
                  </a:lnTo>
                  <a:lnTo>
                    <a:pt x="40" y="45"/>
                  </a:lnTo>
                  <a:lnTo>
                    <a:pt x="36" y="41"/>
                  </a:lnTo>
                  <a:lnTo>
                    <a:pt x="38" y="38"/>
                  </a:lnTo>
                  <a:lnTo>
                    <a:pt x="38" y="36"/>
                  </a:lnTo>
                  <a:lnTo>
                    <a:pt x="33" y="31"/>
                  </a:lnTo>
                  <a:lnTo>
                    <a:pt x="29" y="29"/>
                  </a:lnTo>
                  <a:lnTo>
                    <a:pt x="22" y="26"/>
                  </a:lnTo>
                  <a:lnTo>
                    <a:pt x="22" y="22"/>
                  </a:lnTo>
                  <a:lnTo>
                    <a:pt x="17" y="19"/>
                  </a:lnTo>
                  <a:lnTo>
                    <a:pt x="17" y="24"/>
                  </a:lnTo>
                  <a:lnTo>
                    <a:pt x="14" y="26"/>
                  </a:lnTo>
                  <a:lnTo>
                    <a:pt x="10" y="22"/>
                  </a:lnTo>
                  <a:lnTo>
                    <a:pt x="5" y="22"/>
                  </a:lnTo>
                  <a:lnTo>
                    <a:pt x="3" y="17"/>
                  </a:lnTo>
                  <a:lnTo>
                    <a:pt x="3" y="12"/>
                  </a:lnTo>
                  <a:lnTo>
                    <a:pt x="5" y="8"/>
                  </a:lnTo>
                  <a:lnTo>
                    <a:pt x="0" y="5"/>
                  </a:lnTo>
                  <a:lnTo>
                    <a:pt x="5" y="3"/>
                  </a:lnTo>
                  <a:lnTo>
                    <a:pt x="7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275;p30">
              <a:extLst>
                <a:ext uri="{FF2B5EF4-FFF2-40B4-BE49-F238E27FC236}">
                  <a16:creationId xmlns:a16="http://schemas.microsoft.com/office/drawing/2014/main" id="{E0DE693F-6763-BBBE-8DEE-C437515DBB03}"/>
                </a:ext>
              </a:extLst>
            </p:cNvPr>
            <p:cNvSpPr/>
            <p:nvPr/>
          </p:nvSpPr>
          <p:spPr>
            <a:xfrm>
              <a:off x="2047796" y="3264895"/>
              <a:ext cx="303375" cy="100558"/>
            </a:xfrm>
            <a:custGeom>
              <a:avLst/>
              <a:gdLst/>
              <a:ahLst/>
              <a:cxnLst/>
              <a:rect l="l" t="t" r="r" b="b"/>
              <a:pathLst>
                <a:path w="178" h="59" extrusionOk="0">
                  <a:moveTo>
                    <a:pt x="88" y="7"/>
                  </a:moveTo>
                  <a:lnTo>
                    <a:pt x="88" y="7"/>
                  </a:lnTo>
                  <a:lnTo>
                    <a:pt x="95" y="14"/>
                  </a:lnTo>
                  <a:lnTo>
                    <a:pt x="109" y="12"/>
                  </a:lnTo>
                  <a:lnTo>
                    <a:pt x="114" y="16"/>
                  </a:lnTo>
                  <a:lnTo>
                    <a:pt x="128" y="28"/>
                  </a:lnTo>
                  <a:lnTo>
                    <a:pt x="138" y="35"/>
                  </a:lnTo>
                  <a:lnTo>
                    <a:pt x="145" y="33"/>
                  </a:lnTo>
                  <a:lnTo>
                    <a:pt x="154" y="38"/>
                  </a:lnTo>
                  <a:lnTo>
                    <a:pt x="152" y="42"/>
                  </a:lnTo>
                  <a:lnTo>
                    <a:pt x="166" y="45"/>
                  </a:lnTo>
                  <a:lnTo>
                    <a:pt x="178" y="52"/>
                  </a:lnTo>
                  <a:lnTo>
                    <a:pt x="175" y="54"/>
                  </a:lnTo>
                  <a:lnTo>
                    <a:pt x="166" y="57"/>
                  </a:lnTo>
                  <a:lnTo>
                    <a:pt x="154" y="57"/>
                  </a:lnTo>
                  <a:lnTo>
                    <a:pt x="142" y="57"/>
                  </a:lnTo>
                  <a:lnTo>
                    <a:pt x="119" y="59"/>
                  </a:lnTo>
                  <a:lnTo>
                    <a:pt x="131" y="50"/>
                  </a:lnTo>
                  <a:lnTo>
                    <a:pt x="123" y="45"/>
                  </a:lnTo>
                  <a:lnTo>
                    <a:pt x="112" y="42"/>
                  </a:lnTo>
                  <a:lnTo>
                    <a:pt x="107" y="38"/>
                  </a:lnTo>
                  <a:lnTo>
                    <a:pt x="105" y="28"/>
                  </a:lnTo>
                  <a:lnTo>
                    <a:pt x="95" y="28"/>
                  </a:lnTo>
                  <a:lnTo>
                    <a:pt x="79" y="24"/>
                  </a:lnTo>
                  <a:lnTo>
                    <a:pt x="74" y="21"/>
                  </a:lnTo>
                  <a:lnTo>
                    <a:pt x="52" y="19"/>
                  </a:lnTo>
                  <a:lnTo>
                    <a:pt x="48" y="14"/>
                  </a:lnTo>
                  <a:lnTo>
                    <a:pt x="52" y="9"/>
                  </a:lnTo>
                  <a:lnTo>
                    <a:pt x="38" y="9"/>
                  </a:lnTo>
                  <a:lnTo>
                    <a:pt x="26" y="19"/>
                  </a:lnTo>
                  <a:lnTo>
                    <a:pt x="19" y="19"/>
                  </a:lnTo>
                  <a:lnTo>
                    <a:pt x="17" y="24"/>
                  </a:lnTo>
                  <a:lnTo>
                    <a:pt x="10" y="24"/>
                  </a:lnTo>
                  <a:lnTo>
                    <a:pt x="0" y="24"/>
                  </a:lnTo>
                  <a:lnTo>
                    <a:pt x="10" y="19"/>
                  </a:lnTo>
                  <a:lnTo>
                    <a:pt x="15" y="12"/>
                  </a:lnTo>
                  <a:lnTo>
                    <a:pt x="22" y="7"/>
                  </a:lnTo>
                  <a:lnTo>
                    <a:pt x="29" y="5"/>
                  </a:lnTo>
                  <a:lnTo>
                    <a:pt x="43" y="2"/>
                  </a:lnTo>
                  <a:lnTo>
                    <a:pt x="45" y="0"/>
                  </a:lnTo>
                  <a:lnTo>
                    <a:pt x="60" y="2"/>
                  </a:lnTo>
                  <a:lnTo>
                    <a:pt x="74" y="2"/>
                  </a:lnTo>
                  <a:lnTo>
                    <a:pt x="88" y="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276;p30">
              <a:extLst>
                <a:ext uri="{FF2B5EF4-FFF2-40B4-BE49-F238E27FC236}">
                  <a16:creationId xmlns:a16="http://schemas.microsoft.com/office/drawing/2014/main" id="{CBD7FF37-3A95-D1A3-1CA0-440FF6F4C97A}"/>
                </a:ext>
              </a:extLst>
            </p:cNvPr>
            <p:cNvSpPr/>
            <p:nvPr/>
          </p:nvSpPr>
          <p:spPr>
            <a:xfrm>
              <a:off x="5301409" y="2872891"/>
              <a:ext cx="49427" cy="20453"/>
            </a:xfrm>
            <a:custGeom>
              <a:avLst/>
              <a:gdLst/>
              <a:ahLst/>
              <a:cxnLst/>
              <a:rect l="l" t="t" r="r" b="b"/>
              <a:pathLst>
                <a:path w="29" h="12" extrusionOk="0">
                  <a:moveTo>
                    <a:pt x="29" y="0"/>
                  </a:moveTo>
                  <a:lnTo>
                    <a:pt x="29" y="0"/>
                  </a:lnTo>
                  <a:lnTo>
                    <a:pt x="19" y="7"/>
                  </a:lnTo>
                  <a:lnTo>
                    <a:pt x="19" y="12"/>
                  </a:lnTo>
                  <a:lnTo>
                    <a:pt x="17" y="12"/>
                  </a:lnTo>
                  <a:lnTo>
                    <a:pt x="14" y="12"/>
                  </a:lnTo>
                  <a:lnTo>
                    <a:pt x="12" y="12"/>
                  </a:lnTo>
                  <a:lnTo>
                    <a:pt x="12" y="12"/>
                  </a:lnTo>
                  <a:lnTo>
                    <a:pt x="12" y="10"/>
                  </a:lnTo>
                  <a:lnTo>
                    <a:pt x="10" y="10"/>
                  </a:lnTo>
                  <a:lnTo>
                    <a:pt x="7" y="10"/>
                  </a:lnTo>
                  <a:lnTo>
                    <a:pt x="3" y="12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3" y="5"/>
                  </a:lnTo>
                  <a:lnTo>
                    <a:pt x="14" y="5"/>
                  </a:lnTo>
                  <a:lnTo>
                    <a:pt x="29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277;p30">
              <a:extLst>
                <a:ext uri="{FF2B5EF4-FFF2-40B4-BE49-F238E27FC236}">
                  <a16:creationId xmlns:a16="http://schemas.microsoft.com/office/drawing/2014/main" id="{FB08B04D-2528-4FFA-5FD0-5111FEF1CAA6}"/>
                </a:ext>
              </a:extLst>
            </p:cNvPr>
            <p:cNvSpPr/>
            <p:nvPr/>
          </p:nvSpPr>
          <p:spPr>
            <a:xfrm>
              <a:off x="5286071" y="2889935"/>
              <a:ext cx="47723" cy="20453"/>
            </a:xfrm>
            <a:custGeom>
              <a:avLst/>
              <a:gdLst/>
              <a:ahLst/>
              <a:cxnLst/>
              <a:rect l="l" t="t" r="r" b="b"/>
              <a:pathLst>
                <a:path w="28" h="12" extrusionOk="0">
                  <a:moveTo>
                    <a:pt x="21" y="0"/>
                  </a:moveTo>
                  <a:lnTo>
                    <a:pt x="21" y="0"/>
                  </a:lnTo>
                  <a:lnTo>
                    <a:pt x="21" y="2"/>
                  </a:lnTo>
                  <a:lnTo>
                    <a:pt x="21" y="2"/>
                  </a:lnTo>
                  <a:lnTo>
                    <a:pt x="23" y="2"/>
                  </a:lnTo>
                  <a:lnTo>
                    <a:pt x="26" y="0"/>
                  </a:lnTo>
                  <a:lnTo>
                    <a:pt x="28" y="2"/>
                  </a:lnTo>
                  <a:lnTo>
                    <a:pt x="28" y="2"/>
                  </a:lnTo>
                  <a:lnTo>
                    <a:pt x="14" y="12"/>
                  </a:lnTo>
                  <a:lnTo>
                    <a:pt x="5" y="9"/>
                  </a:lnTo>
                  <a:lnTo>
                    <a:pt x="0" y="0"/>
                  </a:lnTo>
                  <a:lnTo>
                    <a:pt x="9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9" y="0"/>
                  </a:lnTo>
                  <a:lnTo>
                    <a:pt x="21" y="0"/>
                  </a:lnTo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278;p30">
              <a:extLst>
                <a:ext uri="{FF2B5EF4-FFF2-40B4-BE49-F238E27FC236}">
                  <a16:creationId xmlns:a16="http://schemas.microsoft.com/office/drawing/2014/main" id="{E203E022-0FE3-7CD9-5AAA-D2B72CB99F8E}"/>
                </a:ext>
              </a:extLst>
            </p:cNvPr>
            <p:cNvSpPr/>
            <p:nvPr/>
          </p:nvSpPr>
          <p:spPr>
            <a:xfrm>
              <a:off x="4733859" y="2284887"/>
              <a:ext cx="185775" cy="109080"/>
            </a:xfrm>
            <a:custGeom>
              <a:avLst/>
              <a:gdLst/>
              <a:ahLst/>
              <a:cxnLst/>
              <a:rect l="l" t="t" r="r" b="b"/>
              <a:pathLst>
                <a:path w="109" h="64" extrusionOk="0">
                  <a:moveTo>
                    <a:pt x="33" y="0"/>
                  </a:moveTo>
                  <a:lnTo>
                    <a:pt x="33" y="0"/>
                  </a:lnTo>
                  <a:lnTo>
                    <a:pt x="38" y="4"/>
                  </a:lnTo>
                  <a:lnTo>
                    <a:pt x="45" y="0"/>
                  </a:lnTo>
                  <a:lnTo>
                    <a:pt x="54" y="9"/>
                  </a:lnTo>
                  <a:lnTo>
                    <a:pt x="66" y="12"/>
                  </a:lnTo>
                  <a:lnTo>
                    <a:pt x="64" y="19"/>
                  </a:lnTo>
                  <a:lnTo>
                    <a:pt x="73" y="23"/>
                  </a:lnTo>
                  <a:lnTo>
                    <a:pt x="75" y="16"/>
                  </a:lnTo>
                  <a:lnTo>
                    <a:pt x="87" y="19"/>
                  </a:lnTo>
                  <a:lnTo>
                    <a:pt x="87" y="28"/>
                  </a:lnTo>
                  <a:lnTo>
                    <a:pt x="99" y="28"/>
                  </a:lnTo>
                  <a:lnTo>
                    <a:pt x="109" y="40"/>
                  </a:lnTo>
                  <a:lnTo>
                    <a:pt x="104" y="42"/>
                  </a:lnTo>
                  <a:lnTo>
                    <a:pt x="99" y="47"/>
                  </a:lnTo>
                  <a:lnTo>
                    <a:pt x="97" y="47"/>
                  </a:lnTo>
                  <a:lnTo>
                    <a:pt x="94" y="52"/>
                  </a:lnTo>
                  <a:lnTo>
                    <a:pt x="92" y="54"/>
                  </a:lnTo>
                  <a:lnTo>
                    <a:pt x="92" y="57"/>
                  </a:lnTo>
                  <a:lnTo>
                    <a:pt x="87" y="59"/>
                  </a:lnTo>
                  <a:lnTo>
                    <a:pt x="80" y="59"/>
                  </a:lnTo>
                  <a:lnTo>
                    <a:pt x="78" y="64"/>
                  </a:lnTo>
                  <a:lnTo>
                    <a:pt x="68" y="59"/>
                  </a:lnTo>
                  <a:lnTo>
                    <a:pt x="61" y="59"/>
                  </a:lnTo>
                  <a:lnTo>
                    <a:pt x="49" y="52"/>
                  </a:lnTo>
                  <a:lnTo>
                    <a:pt x="45" y="54"/>
                  </a:lnTo>
                  <a:lnTo>
                    <a:pt x="35" y="64"/>
                  </a:lnTo>
                  <a:lnTo>
                    <a:pt x="23" y="57"/>
                  </a:lnTo>
                  <a:lnTo>
                    <a:pt x="14" y="47"/>
                  </a:lnTo>
                  <a:lnTo>
                    <a:pt x="4" y="40"/>
                  </a:lnTo>
                  <a:lnTo>
                    <a:pt x="2" y="30"/>
                  </a:lnTo>
                  <a:lnTo>
                    <a:pt x="0" y="21"/>
                  </a:lnTo>
                  <a:lnTo>
                    <a:pt x="12" y="16"/>
                  </a:lnTo>
                  <a:lnTo>
                    <a:pt x="19" y="12"/>
                  </a:lnTo>
                  <a:lnTo>
                    <a:pt x="28" y="4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279;p30">
              <a:extLst>
                <a:ext uri="{FF2B5EF4-FFF2-40B4-BE49-F238E27FC236}">
                  <a16:creationId xmlns:a16="http://schemas.microsoft.com/office/drawing/2014/main" id="{17AE4F7D-AE98-25CC-3825-647A65458C10}"/>
                </a:ext>
              </a:extLst>
            </p:cNvPr>
            <p:cNvSpPr/>
            <p:nvPr/>
          </p:nvSpPr>
          <p:spPr>
            <a:xfrm>
              <a:off x="4560015" y="2111043"/>
              <a:ext cx="250541" cy="334055"/>
            </a:xfrm>
            <a:custGeom>
              <a:avLst/>
              <a:gdLst/>
              <a:ahLst/>
              <a:cxnLst/>
              <a:rect l="l" t="t" r="r" b="b"/>
              <a:pathLst>
                <a:path w="147" h="196" extrusionOk="0">
                  <a:moveTo>
                    <a:pt x="66" y="0"/>
                  </a:moveTo>
                  <a:lnTo>
                    <a:pt x="66" y="0"/>
                  </a:lnTo>
                  <a:lnTo>
                    <a:pt x="66" y="9"/>
                  </a:lnTo>
                  <a:lnTo>
                    <a:pt x="80" y="17"/>
                  </a:lnTo>
                  <a:lnTo>
                    <a:pt x="80" y="26"/>
                  </a:lnTo>
                  <a:lnTo>
                    <a:pt x="97" y="21"/>
                  </a:lnTo>
                  <a:lnTo>
                    <a:pt x="106" y="14"/>
                  </a:lnTo>
                  <a:lnTo>
                    <a:pt x="125" y="24"/>
                  </a:lnTo>
                  <a:lnTo>
                    <a:pt x="132" y="33"/>
                  </a:lnTo>
                  <a:lnTo>
                    <a:pt x="137" y="47"/>
                  </a:lnTo>
                  <a:lnTo>
                    <a:pt x="132" y="54"/>
                  </a:lnTo>
                  <a:lnTo>
                    <a:pt x="137" y="64"/>
                  </a:lnTo>
                  <a:lnTo>
                    <a:pt x="142" y="78"/>
                  </a:lnTo>
                  <a:lnTo>
                    <a:pt x="140" y="88"/>
                  </a:lnTo>
                  <a:lnTo>
                    <a:pt x="147" y="102"/>
                  </a:lnTo>
                  <a:lnTo>
                    <a:pt x="140" y="106"/>
                  </a:lnTo>
                  <a:lnTo>
                    <a:pt x="135" y="102"/>
                  </a:lnTo>
                  <a:lnTo>
                    <a:pt x="130" y="106"/>
                  </a:lnTo>
                  <a:lnTo>
                    <a:pt x="121" y="114"/>
                  </a:lnTo>
                  <a:lnTo>
                    <a:pt x="114" y="118"/>
                  </a:lnTo>
                  <a:lnTo>
                    <a:pt x="102" y="123"/>
                  </a:lnTo>
                  <a:lnTo>
                    <a:pt x="104" y="132"/>
                  </a:lnTo>
                  <a:lnTo>
                    <a:pt x="106" y="142"/>
                  </a:lnTo>
                  <a:lnTo>
                    <a:pt x="116" y="149"/>
                  </a:lnTo>
                  <a:lnTo>
                    <a:pt x="125" y="159"/>
                  </a:lnTo>
                  <a:lnTo>
                    <a:pt x="118" y="170"/>
                  </a:lnTo>
                  <a:lnTo>
                    <a:pt x="114" y="173"/>
                  </a:lnTo>
                  <a:lnTo>
                    <a:pt x="116" y="189"/>
                  </a:lnTo>
                  <a:lnTo>
                    <a:pt x="114" y="192"/>
                  </a:lnTo>
                  <a:lnTo>
                    <a:pt x="109" y="187"/>
                  </a:lnTo>
                  <a:lnTo>
                    <a:pt x="102" y="187"/>
                  </a:lnTo>
                  <a:lnTo>
                    <a:pt x="90" y="192"/>
                  </a:lnTo>
                  <a:lnTo>
                    <a:pt x="76" y="189"/>
                  </a:lnTo>
                  <a:lnTo>
                    <a:pt x="73" y="196"/>
                  </a:lnTo>
                  <a:lnTo>
                    <a:pt x="64" y="189"/>
                  </a:lnTo>
                  <a:lnTo>
                    <a:pt x="59" y="192"/>
                  </a:lnTo>
                  <a:lnTo>
                    <a:pt x="43" y="185"/>
                  </a:lnTo>
                  <a:lnTo>
                    <a:pt x="38" y="189"/>
                  </a:lnTo>
                  <a:lnTo>
                    <a:pt x="24" y="189"/>
                  </a:lnTo>
                  <a:lnTo>
                    <a:pt x="26" y="173"/>
                  </a:lnTo>
                  <a:lnTo>
                    <a:pt x="36" y="154"/>
                  </a:lnTo>
                  <a:lnTo>
                    <a:pt x="12" y="151"/>
                  </a:lnTo>
                  <a:lnTo>
                    <a:pt x="5" y="144"/>
                  </a:lnTo>
                  <a:lnTo>
                    <a:pt x="5" y="132"/>
                  </a:lnTo>
                  <a:lnTo>
                    <a:pt x="2" y="128"/>
                  </a:lnTo>
                  <a:lnTo>
                    <a:pt x="2" y="111"/>
                  </a:lnTo>
                  <a:lnTo>
                    <a:pt x="0" y="83"/>
                  </a:lnTo>
                  <a:lnTo>
                    <a:pt x="12" y="83"/>
                  </a:lnTo>
                  <a:lnTo>
                    <a:pt x="14" y="73"/>
                  </a:lnTo>
                  <a:lnTo>
                    <a:pt x="19" y="50"/>
                  </a:lnTo>
                  <a:lnTo>
                    <a:pt x="17" y="40"/>
                  </a:lnTo>
                  <a:lnTo>
                    <a:pt x="19" y="33"/>
                  </a:lnTo>
                  <a:lnTo>
                    <a:pt x="33" y="33"/>
                  </a:lnTo>
                  <a:lnTo>
                    <a:pt x="36" y="40"/>
                  </a:lnTo>
                  <a:lnTo>
                    <a:pt x="47" y="26"/>
                  </a:lnTo>
                  <a:lnTo>
                    <a:pt x="43" y="14"/>
                  </a:lnTo>
                  <a:lnTo>
                    <a:pt x="43" y="0"/>
                  </a:lnTo>
                  <a:lnTo>
                    <a:pt x="54" y="2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FFC000"/>
            </a:solidFill>
            <a:ln w="9525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>
                <a:buSzPts val="1400"/>
              </a:pPr>
              <a:endParaRPr dirty="0">
                <a:solidFill>
                  <a:schemeClr val="dk1"/>
                </a:solidFill>
              </a:endParaRPr>
            </a:p>
          </p:txBody>
        </p:sp>
        <p:sp>
          <p:nvSpPr>
            <p:cNvPr id="488" name="Google Shape;280;p30">
              <a:extLst>
                <a:ext uri="{FF2B5EF4-FFF2-40B4-BE49-F238E27FC236}">
                  <a16:creationId xmlns:a16="http://schemas.microsoft.com/office/drawing/2014/main" id="{A56D8BC7-71A2-0272-C022-2B86B4835293}"/>
                </a:ext>
              </a:extLst>
            </p:cNvPr>
            <p:cNvSpPr/>
            <p:nvPr/>
          </p:nvSpPr>
          <p:spPr>
            <a:xfrm>
              <a:off x="4621371" y="1972989"/>
              <a:ext cx="124419" cy="146575"/>
            </a:xfrm>
            <a:custGeom>
              <a:avLst/>
              <a:gdLst/>
              <a:ahLst/>
              <a:cxnLst/>
              <a:rect l="l" t="t" r="r" b="b"/>
              <a:pathLst>
                <a:path w="73" h="86" extrusionOk="0">
                  <a:moveTo>
                    <a:pt x="73" y="62"/>
                  </a:moveTo>
                  <a:lnTo>
                    <a:pt x="73" y="62"/>
                  </a:lnTo>
                  <a:lnTo>
                    <a:pt x="63" y="86"/>
                  </a:lnTo>
                  <a:lnTo>
                    <a:pt x="47" y="69"/>
                  </a:lnTo>
                  <a:lnTo>
                    <a:pt x="44" y="57"/>
                  </a:lnTo>
                  <a:lnTo>
                    <a:pt x="68" y="48"/>
                  </a:lnTo>
                  <a:lnTo>
                    <a:pt x="73" y="62"/>
                  </a:lnTo>
                  <a:close/>
                  <a:moveTo>
                    <a:pt x="44" y="36"/>
                  </a:moveTo>
                  <a:lnTo>
                    <a:pt x="44" y="36"/>
                  </a:lnTo>
                  <a:lnTo>
                    <a:pt x="42" y="48"/>
                  </a:lnTo>
                  <a:lnTo>
                    <a:pt x="37" y="45"/>
                  </a:lnTo>
                  <a:lnTo>
                    <a:pt x="26" y="67"/>
                  </a:lnTo>
                  <a:lnTo>
                    <a:pt x="30" y="79"/>
                  </a:lnTo>
                  <a:lnTo>
                    <a:pt x="18" y="83"/>
                  </a:lnTo>
                  <a:lnTo>
                    <a:pt x="7" y="79"/>
                  </a:lnTo>
                  <a:lnTo>
                    <a:pt x="0" y="64"/>
                  </a:lnTo>
                  <a:lnTo>
                    <a:pt x="0" y="34"/>
                  </a:lnTo>
                  <a:lnTo>
                    <a:pt x="2" y="26"/>
                  </a:lnTo>
                  <a:lnTo>
                    <a:pt x="7" y="17"/>
                  </a:lnTo>
                  <a:lnTo>
                    <a:pt x="21" y="17"/>
                  </a:lnTo>
                  <a:lnTo>
                    <a:pt x="26" y="8"/>
                  </a:lnTo>
                  <a:lnTo>
                    <a:pt x="40" y="0"/>
                  </a:lnTo>
                  <a:lnTo>
                    <a:pt x="40" y="15"/>
                  </a:lnTo>
                  <a:lnTo>
                    <a:pt x="35" y="24"/>
                  </a:lnTo>
                  <a:lnTo>
                    <a:pt x="37" y="31"/>
                  </a:lnTo>
                  <a:lnTo>
                    <a:pt x="44" y="36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281;p30">
              <a:extLst>
                <a:ext uri="{FF2B5EF4-FFF2-40B4-BE49-F238E27FC236}">
                  <a16:creationId xmlns:a16="http://schemas.microsoft.com/office/drawing/2014/main" id="{9792CB8C-75BB-DD0D-1648-7DBBDCA38D14}"/>
                </a:ext>
              </a:extLst>
            </p:cNvPr>
            <p:cNvSpPr/>
            <p:nvPr/>
          </p:nvSpPr>
          <p:spPr>
            <a:xfrm>
              <a:off x="2410823" y="3362043"/>
              <a:ext cx="100558" cy="68174"/>
            </a:xfrm>
            <a:custGeom>
              <a:avLst/>
              <a:gdLst/>
              <a:ahLst/>
              <a:cxnLst/>
              <a:rect l="l" t="t" r="r" b="b"/>
              <a:pathLst>
                <a:path w="59" h="40" extrusionOk="0">
                  <a:moveTo>
                    <a:pt x="19" y="0"/>
                  </a:moveTo>
                  <a:lnTo>
                    <a:pt x="19" y="0"/>
                  </a:lnTo>
                  <a:lnTo>
                    <a:pt x="29" y="4"/>
                  </a:lnTo>
                  <a:lnTo>
                    <a:pt x="33" y="4"/>
                  </a:lnTo>
                  <a:lnTo>
                    <a:pt x="36" y="12"/>
                  </a:lnTo>
                  <a:lnTo>
                    <a:pt x="45" y="9"/>
                  </a:lnTo>
                  <a:lnTo>
                    <a:pt x="45" y="16"/>
                  </a:lnTo>
                  <a:lnTo>
                    <a:pt x="50" y="16"/>
                  </a:lnTo>
                  <a:lnTo>
                    <a:pt x="59" y="23"/>
                  </a:lnTo>
                  <a:lnTo>
                    <a:pt x="52" y="28"/>
                  </a:lnTo>
                  <a:lnTo>
                    <a:pt x="45" y="26"/>
                  </a:lnTo>
                  <a:lnTo>
                    <a:pt x="38" y="28"/>
                  </a:lnTo>
                  <a:lnTo>
                    <a:pt x="33" y="26"/>
                  </a:lnTo>
                  <a:lnTo>
                    <a:pt x="31" y="28"/>
                  </a:lnTo>
                  <a:lnTo>
                    <a:pt x="24" y="30"/>
                  </a:lnTo>
                  <a:lnTo>
                    <a:pt x="22" y="26"/>
                  </a:lnTo>
                  <a:lnTo>
                    <a:pt x="17" y="28"/>
                  </a:lnTo>
                  <a:lnTo>
                    <a:pt x="10" y="40"/>
                  </a:lnTo>
                  <a:lnTo>
                    <a:pt x="5" y="38"/>
                  </a:lnTo>
                  <a:lnTo>
                    <a:pt x="5" y="33"/>
                  </a:lnTo>
                  <a:lnTo>
                    <a:pt x="5" y="28"/>
                  </a:lnTo>
                  <a:lnTo>
                    <a:pt x="0" y="23"/>
                  </a:lnTo>
                  <a:lnTo>
                    <a:pt x="5" y="21"/>
                  </a:lnTo>
                  <a:lnTo>
                    <a:pt x="5" y="14"/>
                  </a:lnTo>
                  <a:lnTo>
                    <a:pt x="5" y="4"/>
                  </a:lnTo>
                  <a:lnTo>
                    <a:pt x="5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282;p30">
              <a:extLst>
                <a:ext uri="{FF2B5EF4-FFF2-40B4-BE49-F238E27FC236}">
                  <a16:creationId xmlns:a16="http://schemas.microsoft.com/office/drawing/2014/main" id="{B1DE623E-EAB9-3AB2-2608-0BB84405C8FD}"/>
                </a:ext>
              </a:extLst>
            </p:cNvPr>
            <p:cNvSpPr/>
            <p:nvPr/>
          </p:nvSpPr>
          <p:spPr>
            <a:xfrm>
              <a:off x="2161986" y="3881873"/>
              <a:ext cx="160210" cy="173845"/>
            </a:xfrm>
            <a:custGeom>
              <a:avLst/>
              <a:gdLst/>
              <a:ahLst/>
              <a:cxnLst/>
              <a:rect l="l" t="t" r="r" b="b"/>
              <a:pathLst>
                <a:path w="94" h="102" extrusionOk="0">
                  <a:moveTo>
                    <a:pt x="33" y="0"/>
                  </a:moveTo>
                  <a:lnTo>
                    <a:pt x="33" y="0"/>
                  </a:lnTo>
                  <a:lnTo>
                    <a:pt x="49" y="9"/>
                  </a:lnTo>
                  <a:lnTo>
                    <a:pt x="54" y="7"/>
                  </a:lnTo>
                  <a:lnTo>
                    <a:pt x="56" y="17"/>
                  </a:lnTo>
                  <a:lnTo>
                    <a:pt x="71" y="19"/>
                  </a:lnTo>
                  <a:lnTo>
                    <a:pt x="75" y="14"/>
                  </a:lnTo>
                  <a:lnTo>
                    <a:pt x="82" y="21"/>
                  </a:lnTo>
                  <a:lnTo>
                    <a:pt x="92" y="24"/>
                  </a:lnTo>
                  <a:lnTo>
                    <a:pt x="94" y="36"/>
                  </a:lnTo>
                  <a:lnTo>
                    <a:pt x="87" y="47"/>
                  </a:lnTo>
                  <a:lnTo>
                    <a:pt x="71" y="64"/>
                  </a:lnTo>
                  <a:lnTo>
                    <a:pt x="49" y="71"/>
                  </a:lnTo>
                  <a:lnTo>
                    <a:pt x="40" y="85"/>
                  </a:lnTo>
                  <a:lnTo>
                    <a:pt x="38" y="95"/>
                  </a:lnTo>
                  <a:lnTo>
                    <a:pt x="28" y="102"/>
                  </a:lnTo>
                  <a:lnTo>
                    <a:pt x="21" y="95"/>
                  </a:lnTo>
                  <a:lnTo>
                    <a:pt x="14" y="92"/>
                  </a:lnTo>
                  <a:lnTo>
                    <a:pt x="9" y="92"/>
                  </a:lnTo>
                  <a:lnTo>
                    <a:pt x="7" y="88"/>
                  </a:lnTo>
                  <a:lnTo>
                    <a:pt x="12" y="83"/>
                  </a:lnTo>
                  <a:lnTo>
                    <a:pt x="9" y="78"/>
                  </a:lnTo>
                  <a:lnTo>
                    <a:pt x="19" y="64"/>
                  </a:lnTo>
                  <a:lnTo>
                    <a:pt x="16" y="57"/>
                  </a:lnTo>
                  <a:lnTo>
                    <a:pt x="9" y="66"/>
                  </a:lnTo>
                  <a:lnTo>
                    <a:pt x="0" y="57"/>
                  </a:lnTo>
                  <a:lnTo>
                    <a:pt x="2" y="54"/>
                  </a:lnTo>
                  <a:lnTo>
                    <a:pt x="0" y="40"/>
                  </a:lnTo>
                  <a:lnTo>
                    <a:pt x="7" y="36"/>
                  </a:lnTo>
                  <a:lnTo>
                    <a:pt x="9" y="26"/>
                  </a:lnTo>
                  <a:lnTo>
                    <a:pt x="14" y="17"/>
                  </a:lnTo>
                  <a:lnTo>
                    <a:pt x="14" y="9"/>
                  </a:lnTo>
                  <a:lnTo>
                    <a:pt x="23" y="7"/>
                  </a:lnTo>
                  <a:lnTo>
                    <a:pt x="33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283;p30">
              <a:extLst>
                <a:ext uri="{FF2B5EF4-FFF2-40B4-BE49-F238E27FC236}">
                  <a16:creationId xmlns:a16="http://schemas.microsoft.com/office/drawing/2014/main" id="{FC17105C-525A-503A-BBCC-E56193DF532C}"/>
                </a:ext>
              </a:extLst>
            </p:cNvPr>
            <p:cNvSpPr/>
            <p:nvPr/>
          </p:nvSpPr>
          <p:spPr>
            <a:xfrm>
              <a:off x="5079842" y="3005832"/>
              <a:ext cx="334054" cy="294855"/>
            </a:xfrm>
            <a:custGeom>
              <a:avLst/>
              <a:gdLst/>
              <a:ahLst/>
              <a:cxnLst/>
              <a:rect l="l" t="t" r="r" b="b"/>
              <a:pathLst>
                <a:path w="196" h="173" extrusionOk="0">
                  <a:moveTo>
                    <a:pt x="59" y="10"/>
                  </a:moveTo>
                  <a:lnTo>
                    <a:pt x="59" y="10"/>
                  </a:lnTo>
                  <a:lnTo>
                    <a:pt x="66" y="15"/>
                  </a:lnTo>
                  <a:lnTo>
                    <a:pt x="81" y="10"/>
                  </a:lnTo>
                  <a:lnTo>
                    <a:pt x="88" y="3"/>
                  </a:lnTo>
                  <a:lnTo>
                    <a:pt x="100" y="0"/>
                  </a:lnTo>
                  <a:lnTo>
                    <a:pt x="111" y="5"/>
                  </a:lnTo>
                  <a:lnTo>
                    <a:pt x="116" y="12"/>
                  </a:lnTo>
                  <a:lnTo>
                    <a:pt x="121" y="8"/>
                  </a:lnTo>
                  <a:lnTo>
                    <a:pt x="133" y="10"/>
                  </a:lnTo>
                  <a:lnTo>
                    <a:pt x="147" y="12"/>
                  </a:lnTo>
                  <a:lnTo>
                    <a:pt x="154" y="8"/>
                  </a:lnTo>
                  <a:lnTo>
                    <a:pt x="166" y="41"/>
                  </a:lnTo>
                  <a:lnTo>
                    <a:pt x="161" y="48"/>
                  </a:lnTo>
                  <a:lnTo>
                    <a:pt x="156" y="62"/>
                  </a:lnTo>
                  <a:lnTo>
                    <a:pt x="152" y="69"/>
                  </a:lnTo>
                  <a:lnTo>
                    <a:pt x="147" y="74"/>
                  </a:lnTo>
                  <a:lnTo>
                    <a:pt x="142" y="67"/>
                  </a:lnTo>
                  <a:lnTo>
                    <a:pt x="135" y="60"/>
                  </a:lnTo>
                  <a:lnTo>
                    <a:pt x="123" y="34"/>
                  </a:lnTo>
                  <a:lnTo>
                    <a:pt x="123" y="36"/>
                  </a:lnTo>
                  <a:lnTo>
                    <a:pt x="130" y="55"/>
                  </a:lnTo>
                  <a:lnTo>
                    <a:pt x="140" y="71"/>
                  </a:lnTo>
                  <a:lnTo>
                    <a:pt x="152" y="100"/>
                  </a:lnTo>
                  <a:lnTo>
                    <a:pt x="156" y="109"/>
                  </a:lnTo>
                  <a:lnTo>
                    <a:pt x="163" y="121"/>
                  </a:lnTo>
                  <a:lnTo>
                    <a:pt x="178" y="140"/>
                  </a:lnTo>
                  <a:lnTo>
                    <a:pt x="173" y="142"/>
                  </a:lnTo>
                  <a:lnTo>
                    <a:pt x="175" y="154"/>
                  </a:lnTo>
                  <a:lnTo>
                    <a:pt x="194" y="171"/>
                  </a:lnTo>
                  <a:lnTo>
                    <a:pt x="196" y="173"/>
                  </a:lnTo>
                  <a:lnTo>
                    <a:pt x="133" y="173"/>
                  </a:lnTo>
                  <a:lnTo>
                    <a:pt x="69" y="173"/>
                  </a:lnTo>
                  <a:lnTo>
                    <a:pt x="3" y="173"/>
                  </a:lnTo>
                  <a:lnTo>
                    <a:pt x="3" y="109"/>
                  </a:lnTo>
                  <a:lnTo>
                    <a:pt x="3" y="45"/>
                  </a:lnTo>
                  <a:lnTo>
                    <a:pt x="0" y="29"/>
                  </a:lnTo>
                  <a:lnTo>
                    <a:pt x="3" y="19"/>
                  </a:lnTo>
                  <a:lnTo>
                    <a:pt x="0" y="10"/>
                  </a:lnTo>
                  <a:lnTo>
                    <a:pt x="5" y="0"/>
                  </a:lnTo>
                  <a:lnTo>
                    <a:pt x="29" y="0"/>
                  </a:lnTo>
                  <a:lnTo>
                    <a:pt x="43" y="5"/>
                  </a:lnTo>
                  <a:lnTo>
                    <a:pt x="59" y="10"/>
                  </a:lnTo>
                  <a:close/>
                </a:path>
              </a:pathLst>
            </a:custGeom>
            <a:solidFill>
              <a:srgbClr val="FFC000"/>
            </a:solidFill>
            <a:ln w="9525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284;p30">
              <a:extLst>
                <a:ext uri="{FF2B5EF4-FFF2-40B4-BE49-F238E27FC236}">
                  <a16:creationId xmlns:a16="http://schemas.microsoft.com/office/drawing/2014/main" id="{CDDB507C-1EFE-15D8-1AFC-8F782A7D41D3}"/>
                </a:ext>
              </a:extLst>
            </p:cNvPr>
            <p:cNvSpPr/>
            <p:nvPr/>
          </p:nvSpPr>
          <p:spPr>
            <a:xfrm>
              <a:off x="4137336" y="2583150"/>
              <a:ext cx="342577" cy="277811"/>
            </a:xfrm>
            <a:custGeom>
              <a:avLst/>
              <a:gdLst/>
              <a:ahLst/>
              <a:cxnLst/>
              <a:rect l="l" t="t" r="r" b="b"/>
              <a:pathLst>
                <a:path w="201" h="163" extrusionOk="0">
                  <a:moveTo>
                    <a:pt x="23" y="0"/>
                  </a:moveTo>
                  <a:lnTo>
                    <a:pt x="23" y="0"/>
                  </a:lnTo>
                  <a:lnTo>
                    <a:pt x="42" y="5"/>
                  </a:lnTo>
                  <a:lnTo>
                    <a:pt x="64" y="2"/>
                  </a:lnTo>
                  <a:lnTo>
                    <a:pt x="82" y="7"/>
                  </a:lnTo>
                  <a:lnTo>
                    <a:pt x="94" y="7"/>
                  </a:lnTo>
                  <a:lnTo>
                    <a:pt x="120" y="7"/>
                  </a:lnTo>
                  <a:lnTo>
                    <a:pt x="127" y="16"/>
                  </a:lnTo>
                  <a:lnTo>
                    <a:pt x="158" y="26"/>
                  </a:lnTo>
                  <a:lnTo>
                    <a:pt x="163" y="21"/>
                  </a:lnTo>
                  <a:lnTo>
                    <a:pt x="182" y="31"/>
                  </a:lnTo>
                  <a:lnTo>
                    <a:pt x="201" y="28"/>
                  </a:lnTo>
                  <a:lnTo>
                    <a:pt x="201" y="40"/>
                  </a:lnTo>
                  <a:lnTo>
                    <a:pt x="187" y="54"/>
                  </a:lnTo>
                  <a:lnTo>
                    <a:pt x="165" y="59"/>
                  </a:lnTo>
                  <a:lnTo>
                    <a:pt x="163" y="66"/>
                  </a:lnTo>
                  <a:lnTo>
                    <a:pt x="153" y="78"/>
                  </a:lnTo>
                  <a:lnTo>
                    <a:pt x="149" y="95"/>
                  </a:lnTo>
                  <a:lnTo>
                    <a:pt x="153" y="109"/>
                  </a:lnTo>
                  <a:lnTo>
                    <a:pt x="144" y="116"/>
                  </a:lnTo>
                  <a:lnTo>
                    <a:pt x="142" y="130"/>
                  </a:lnTo>
                  <a:lnTo>
                    <a:pt x="130" y="135"/>
                  </a:lnTo>
                  <a:lnTo>
                    <a:pt x="118" y="149"/>
                  </a:lnTo>
                  <a:lnTo>
                    <a:pt x="97" y="149"/>
                  </a:lnTo>
                  <a:lnTo>
                    <a:pt x="82" y="149"/>
                  </a:lnTo>
                  <a:lnTo>
                    <a:pt x="71" y="156"/>
                  </a:lnTo>
                  <a:lnTo>
                    <a:pt x="66" y="163"/>
                  </a:lnTo>
                  <a:lnTo>
                    <a:pt x="56" y="161"/>
                  </a:lnTo>
                  <a:lnTo>
                    <a:pt x="52" y="156"/>
                  </a:lnTo>
                  <a:lnTo>
                    <a:pt x="47" y="144"/>
                  </a:lnTo>
                  <a:lnTo>
                    <a:pt x="33" y="142"/>
                  </a:lnTo>
                  <a:lnTo>
                    <a:pt x="30" y="135"/>
                  </a:lnTo>
                  <a:lnTo>
                    <a:pt x="35" y="128"/>
                  </a:lnTo>
                  <a:lnTo>
                    <a:pt x="38" y="121"/>
                  </a:lnTo>
                  <a:lnTo>
                    <a:pt x="33" y="116"/>
                  </a:lnTo>
                  <a:lnTo>
                    <a:pt x="38" y="102"/>
                  </a:lnTo>
                  <a:lnTo>
                    <a:pt x="30" y="90"/>
                  </a:lnTo>
                  <a:lnTo>
                    <a:pt x="38" y="87"/>
                  </a:lnTo>
                  <a:lnTo>
                    <a:pt x="38" y="78"/>
                  </a:lnTo>
                  <a:lnTo>
                    <a:pt x="40" y="73"/>
                  </a:lnTo>
                  <a:lnTo>
                    <a:pt x="40" y="57"/>
                  </a:lnTo>
                  <a:lnTo>
                    <a:pt x="49" y="52"/>
                  </a:lnTo>
                  <a:lnTo>
                    <a:pt x="45" y="40"/>
                  </a:lnTo>
                  <a:lnTo>
                    <a:pt x="35" y="40"/>
                  </a:lnTo>
                  <a:lnTo>
                    <a:pt x="33" y="42"/>
                  </a:lnTo>
                  <a:lnTo>
                    <a:pt x="23" y="42"/>
                  </a:lnTo>
                  <a:lnTo>
                    <a:pt x="19" y="33"/>
                  </a:lnTo>
                  <a:lnTo>
                    <a:pt x="12" y="35"/>
                  </a:lnTo>
                  <a:lnTo>
                    <a:pt x="7" y="40"/>
                  </a:lnTo>
                  <a:lnTo>
                    <a:pt x="7" y="26"/>
                  </a:lnTo>
                  <a:lnTo>
                    <a:pt x="0" y="16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FFC000"/>
            </a:solidFill>
            <a:ln w="9525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285;p30">
              <a:extLst>
                <a:ext uri="{FF2B5EF4-FFF2-40B4-BE49-F238E27FC236}">
                  <a16:creationId xmlns:a16="http://schemas.microsoft.com/office/drawing/2014/main" id="{6AAB6DC4-3724-5069-D643-533F277D3F76}"/>
                </a:ext>
              </a:extLst>
            </p:cNvPr>
            <p:cNvSpPr/>
            <p:nvPr/>
          </p:nvSpPr>
          <p:spPr>
            <a:xfrm>
              <a:off x="5040644" y="1872432"/>
              <a:ext cx="132940" cy="114193"/>
            </a:xfrm>
            <a:custGeom>
              <a:avLst/>
              <a:gdLst/>
              <a:ahLst/>
              <a:cxnLst/>
              <a:rect l="l" t="t" r="r" b="b"/>
              <a:pathLst>
                <a:path w="78" h="67" extrusionOk="0">
                  <a:moveTo>
                    <a:pt x="42" y="0"/>
                  </a:moveTo>
                  <a:lnTo>
                    <a:pt x="42" y="0"/>
                  </a:lnTo>
                  <a:lnTo>
                    <a:pt x="59" y="5"/>
                  </a:lnTo>
                  <a:lnTo>
                    <a:pt x="75" y="5"/>
                  </a:lnTo>
                  <a:lnTo>
                    <a:pt x="78" y="10"/>
                  </a:lnTo>
                  <a:lnTo>
                    <a:pt x="66" y="29"/>
                  </a:lnTo>
                  <a:lnTo>
                    <a:pt x="70" y="57"/>
                  </a:lnTo>
                  <a:lnTo>
                    <a:pt x="63" y="67"/>
                  </a:lnTo>
                  <a:lnTo>
                    <a:pt x="52" y="67"/>
                  </a:lnTo>
                  <a:lnTo>
                    <a:pt x="37" y="55"/>
                  </a:lnTo>
                  <a:lnTo>
                    <a:pt x="30" y="52"/>
                  </a:lnTo>
                  <a:lnTo>
                    <a:pt x="16" y="57"/>
                  </a:lnTo>
                  <a:lnTo>
                    <a:pt x="18" y="38"/>
                  </a:lnTo>
                  <a:lnTo>
                    <a:pt x="11" y="43"/>
                  </a:lnTo>
                  <a:lnTo>
                    <a:pt x="2" y="31"/>
                  </a:lnTo>
                  <a:lnTo>
                    <a:pt x="0" y="14"/>
                  </a:lnTo>
                  <a:lnTo>
                    <a:pt x="21" y="5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286;p30">
              <a:extLst>
                <a:ext uri="{FF2B5EF4-FFF2-40B4-BE49-F238E27FC236}">
                  <a16:creationId xmlns:a16="http://schemas.microsoft.com/office/drawing/2014/main" id="{040F95CA-210B-9E46-C938-87AB8D489071}"/>
                </a:ext>
              </a:extLst>
            </p:cNvPr>
            <p:cNvSpPr/>
            <p:nvPr/>
          </p:nvSpPr>
          <p:spPr>
            <a:xfrm>
              <a:off x="4967356" y="1183870"/>
              <a:ext cx="298263" cy="676631"/>
            </a:xfrm>
            <a:custGeom>
              <a:avLst/>
              <a:gdLst/>
              <a:ahLst/>
              <a:cxnLst/>
              <a:rect l="l" t="t" r="r" b="b"/>
              <a:pathLst>
                <a:path w="175" h="397" extrusionOk="0">
                  <a:moveTo>
                    <a:pt x="128" y="49"/>
                  </a:moveTo>
                  <a:lnTo>
                    <a:pt x="128" y="49"/>
                  </a:lnTo>
                  <a:lnTo>
                    <a:pt x="125" y="82"/>
                  </a:lnTo>
                  <a:lnTo>
                    <a:pt x="151" y="111"/>
                  </a:lnTo>
                  <a:lnTo>
                    <a:pt x="137" y="142"/>
                  </a:lnTo>
                  <a:lnTo>
                    <a:pt x="154" y="187"/>
                  </a:lnTo>
                  <a:lnTo>
                    <a:pt x="144" y="220"/>
                  </a:lnTo>
                  <a:lnTo>
                    <a:pt x="158" y="248"/>
                  </a:lnTo>
                  <a:lnTo>
                    <a:pt x="151" y="272"/>
                  </a:lnTo>
                  <a:lnTo>
                    <a:pt x="175" y="295"/>
                  </a:lnTo>
                  <a:lnTo>
                    <a:pt x="170" y="314"/>
                  </a:lnTo>
                  <a:lnTo>
                    <a:pt x="154" y="333"/>
                  </a:lnTo>
                  <a:lnTo>
                    <a:pt x="118" y="376"/>
                  </a:lnTo>
                  <a:lnTo>
                    <a:pt x="90" y="378"/>
                  </a:lnTo>
                  <a:lnTo>
                    <a:pt x="61" y="390"/>
                  </a:lnTo>
                  <a:lnTo>
                    <a:pt x="35" y="397"/>
                  </a:lnTo>
                  <a:lnTo>
                    <a:pt x="26" y="378"/>
                  </a:lnTo>
                  <a:lnTo>
                    <a:pt x="9" y="369"/>
                  </a:lnTo>
                  <a:lnTo>
                    <a:pt x="14" y="336"/>
                  </a:lnTo>
                  <a:lnTo>
                    <a:pt x="5" y="305"/>
                  </a:lnTo>
                  <a:lnTo>
                    <a:pt x="14" y="284"/>
                  </a:lnTo>
                  <a:lnTo>
                    <a:pt x="28" y="262"/>
                  </a:lnTo>
                  <a:lnTo>
                    <a:pt x="66" y="222"/>
                  </a:lnTo>
                  <a:lnTo>
                    <a:pt x="76" y="213"/>
                  </a:lnTo>
                  <a:lnTo>
                    <a:pt x="76" y="198"/>
                  </a:lnTo>
                  <a:lnTo>
                    <a:pt x="52" y="179"/>
                  </a:lnTo>
                  <a:lnTo>
                    <a:pt x="47" y="163"/>
                  </a:lnTo>
                  <a:lnTo>
                    <a:pt x="47" y="99"/>
                  </a:lnTo>
                  <a:lnTo>
                    <a:pt x="21" y="71"/>
                  </a:lnTo>
                  <a:lnTo>
                    <a:pt x="0" y="49"/>
                  </a:lnTo>
                  <a:lnTo>
                    <a:pt x="9" y="37"/>
                  </a:lnTo>
                  <a:lnTo>
                    <a:pt x="26" y="61"/>
                  </a:lnTo>
                  <a:lnTo>
                    <a:pt x="47" y="59"/>
                  </a:lnTo>
                  <a:lnTo>
                    <a:pt x="66" y="68"/>
                  </a:lnTo>
                  <a:lnTo>
                    <a:pt x="80" y="49"/>
                  </a:lnTo>
                  <a:lnTo>
                    <a:pt x="90" y="16"/>
                  </a:lnTo>
                  <a:lnTo>
                    <a:pt x="113" y="0"/>
                  </a:lnTo>
                  <a:lnTo>
                    <a:pt x="135" y="18"/>
                  </a:lnTo>
                  <a:lnTo>
                    <a:pt x="128" y="49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287;p30">
              <a:extLst>
                <a:ext uri="{FF2B5EF4-FFF2-40B4-BE49-F238E27FC236}">
                  <a16:creationId xmlns:a16="http://schemas.microsoft.com/office/drawing/2014/main" id="{22418E12-F2F0-CF67-1802-BE23CB4D2BF8}"/>
                </a:ext>
              </a:extLst>
            </p:cNvPr>
            <p:cNvSpPr/>
            <p:nvPr/>
          </p:nvSpPr>
          <p:spPr>
            <a:xfrm>
              <a:off x="2709085" y="5552145"/>
              <a:ext cx="93740" cy="52835"/>
            </a:xfrm>
            <a:custGeom>
              <a:avLst/>
              <a:gdLst/>
              <a:ahLst/>
              <a:cxnLst/>
              <a:rect l="l" t="t" r="r" b="b"/>
              <a:pathLst>
                <a:path w="55" h="31" extrusionOk="0">
                  <a:moveTo>
                    <a:pt x="43" y="0"/>
                  </a:moveTo>
                  <a:lnTo>
                    <a:pt x="43" y="0"/>
                  </a:lnTo>
                  <a:lnTo>
                    <a:pt x="55" y="12"/>
                  </a:lnTo>
                  <a:lnTo>
                    <a:pt x="50" y="21"/>
                  </a:lnTo>
                  <a:lnTo>
                    <a:pt x="29" y="28"/>
                  </a:lnTo>
                  <a:lnTo>
                    <a:pt x="22" y="19"/>
                  </a:lnTo>
                  <a:lnTo>
                    <a:pt x="7" y="31"/>
                  </a:lnTo>
                  <a:lnTo>
                    <a:pt x="0" y="19"/>
                  </a:lnTo>
                  <a:lnTo>
                    <a:pt x="19" y="5"/>
                  </a:lnTo>
                  <a:lnTo>
                    <a:pt x="33" y="12"/>
                  </a:lnTo>
                  <a:lnTo>
                    <a:pt x="43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288;p30">
              <a:extLst>
                <a:ext uri="{FF2B5EF4-FFF2-40B4-BE49-F238E27FC236}">
                  <a16:creationId xmlns:a16="http://schemas.microsoft.com/office/drawing/2014/main" id="{1F7E8540-0EB9-1EB4-845A-62120F0CC343}"/>
                </a:ext>
              </a:extLst>
            </p:cNvPr>
            <p:cNvSpPr/>
            <p:nvPr/>
          </p:nvSpPr>
          <p:spPr>
            <a:xfrm>
              <a:off x="2891451" y="3760864"/>
              <a:ext cx="80106" cy="100558"/>
            </a:xfrm>
            <a:custGeom>
              <a:avLst/>
              <a:gdLst/>
              <a:ahLst/>
              <a:cxnLst/>
              <a:rect l="l" t="t" r="r" b="b"/>
              <a:pathLst>
                <a:path w="47" h="59" extrusionOk="0">
                  <a:moveTo>
                    <a:pt x="33" y="52"/>
                  </a:moveTo>
                  <a:lnTo>
                    <a:pt x="33" y="52"/>
                  </a:lnTo>
                  <a:lnTo>
                    <a:pt x="33" y="52"/>
                  </a:lnTo>
                  <a:lnTo>
                    <a:pt x="33" y="52"/>
                  </a:lnTo>
                  <a:lnTo>
                    <a:pt x="26" y="59"/>
                  </a:lnTo>
                  <a:lnTo>
                    <a:pt x="19" y="59"/>
                  </a:lnTo>
                  <a:lnTo>
                    <a:pt x="16" y="54"/>
                  </a:lnTo>
                  <a:lnTo>
                    <a:pt x="12" y="54"/>
                  </a:lnTo>
                  <a:lnTo>
                    <a:pt x="7" y="59"/>
                  </a:lnTo>
                  <a:lnTo>
                    <a:pt x="0" y="57"/>
                  </a:lnTo>
                  <a:lnTo>
                    <a:pt x="5" y="50"/>
                  </a:lnTo>
                  <a:lnTo>
                    <a:pt x="7" y="40"/>
                  </a:lnTo>
                  <a:lnTo>
                    <a:pt x="9" y="36"/>
                  </a:lnTo>
                  <a:lnTo>
                    <a:pt x="2" y="26"/>
                  </a:lnTo>
                  <a:lnTo>
                    <a:pt x="0" y="14"/>
                  </a:lnTo>
                  <a:lnTo>
                    <a:pt x="9" y="0"/>
                  </a:lnTo>
                  <a:lnTo>
                    <a:pt x="14" y="2"/>
                  </a:lnTo>
                  <a:lnTo>
                    <a:pt x="26" y="5"/>
                  </a:lnTo>
                  <a:lnTo>
                    <a:pt x="45" y="19"/>
                  </a:lnTo>
                  <a:lnTo>
                    <a:pt x="47" y="26"/>
                  </a:lnTo>
                  <a:lnTo>
                    <a:pt x="33" y="5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289;p30">
              <a:extLst>
                <a:ext uri="{FF2B5EF4-FFF2-40B4-BE49-F238E27FC236}">
                  <a16:creationId xmlns:a16="http://schemas.microsoft.com/office/drawing/2014/main" id="{27C67C34-1EEA-0337-C3FA-564B38B38280}"/>
                </a:ext>
              </a:extLst>
            </p:cNvPr>
            <p:cNvSpPr/>
            <p:nvPr/>
          </p:nvSpPr>
          <p:spPr>
            <a:xfrm>
              <a:off x="4633301" y="2610420"/>
              <a:ext cx="27269" cy="61357"/>
            </a:xfrm>
            <a:custGeom>
              <a:avLst/>
              <a:gdLst/>
              <a:ahLst/>
              <a:cxnLst/>
              <a:rect l="l" t="t" r="r" b="b"/>
              <a:pathLst>
                <a:path w="16" h="36" extrusionOk="0">
                  <a:moveTo>
                    <a:pt x="16" y="19"/>
                  </a:moveTo>
                  <a:lnTo>
                    <a:pt x="16" y="19"/>
                  </a:lnTo>
                  <a:lnTo>
                    <a:pt x="9" y="36"/>
                  </a:lnTo>
                  <a:lnTo>
                    <a:pt x="2" y="31"/>
                  </a:lnTo>
                  <a:lnTo>
                    <a:pt x="0" y="17"/>
                  </a:lnTo>
                  <a:lnTo>
                    <a:pt x="2" y="10"/>
                  </a:lnTo>
                  <a:lnTo>
                    <a:pt x="14" y="0"/>
                  </a:lnTo>
                  <a:lnTo>
                    <a:pt x="16" y="19"/>
                  </a:lnTo>
                  <a:lnTo>
                    <a:pt x="16" y="19"/>
                  </a:lnTo>
                  <a:lnTo>
                    <a:pt x="16" y="19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290;p30">
              <a:extLst>
                <a:ext uri="{FF2B5EF4-FFF2-40B4-BE49-F238E27FC236}">
                  <a16:creationId xmlns:a16="http://schemas.microsoft.com/office/drawing/2014/main" id="{4E8720B1-6B91-B1D5-C723-69F407985692}"/>
                </a:ext>
              </a:extLst>
            </p:cNvPr>
            <p:cNvSpPr/>
            <p:nvPr/>
          </p:nvSpPr>
          <p:spPr>
            <a:xfrm>
              <a:off x="4188466" y="1925267"/>
              <a:ext cx="253950" cy="410752"/>
            </a:xfrm>
            <a:custGeom>
              <a:avLst/>
              <a:gdLst/>
              <a:ahLst/>
              <a:cxnLst/>
              <a:rect l="l" t="t" r="r" b="b"/>
              <a:pathLst>
                <a:path w="149" h="241" extrusionOk="0">
                  <a:moveTo>
                    <a:pt x="31" y="121"/>
                  </a:moveTo>
                  <a:lnTo>
                    <a:pt x="31" y="121"/>
                  </a:lnTo>
                  <a:lnTo>
                    <a:pt x="22" y="137"/>
                  </a:lnTo>
                  <a:lnTo>
                    <a:pt x="10" y="133"/>
                  </a:lnTo>
                  <a:lnTo>
                    <a:pt x="0" y="133"/>
                  </a:lnTo>
                  <a:lnTo>
                    <a:pt x="3" y="118"/>
                  </a:lnTo>
                  <a:lnTo>
                    <a:pt x="0" y="104"/>
                  </a:lnTo>
                  <a:lnTo>
                    <a:pt x="12" y="102"/>
                  </a:lnTo>
                  <a:lnTo>
                    <a:pt x="31" y="121"/>
                  </a:lnTo>
                  <a:close/>
                  <a:moveTo>
                    <a:pt x="74" y="0"/>
                  </a:moveTo>
                  <a:lnTo>
                    <a:pt x="74" y="0"/>
                  </a:lnTo>
                  <a:lnTo>
                    <a:pt x="57" y="33"/>
                  </a:lnTo>
                  <a:lnTo>
                    <a:pt x="74" y="28"/>
                  </a:lnTo>
                  <a:lnTo>
                    <a:pt x="90" y="28"/>
                  </a:lnTo>
                  <a:lnTo>
                    <a:pt x="86" y="54"/>
                  </a:lnTo>
                  <a:lnTo>
                    <a:pt x="71" y="81"/>
                  </a:lnTo>
                  <a:lnTo>
                    <a:pt x="88" y="81"/>
                  </a:lnTo>
                  <a:lnTo>
                    <a:pt x="105" y="118"/>
                  </a:lnTo>
                  <a:lnTo>
                    <a:pt x="116" y="121"/>
                  </a:lnTo>
                  <a:lnTo>
                    <a:pt x="126" y="154"/>
                  </a:lnTo>
                  <a:lnTo>
                    <a:pt x="131" y="163"/>
                  </a:lnTo>
                  <a:lnTo>
                    <a:pt x="149" y="168"/>
                  </a:lnTo>
                  <a:lnTo>
                    <a:pt x="147" y="185"/>
                  </a:lnTo>
                  <a:lnTo>
                    <a:pt x="140" y="194"/>
                  </a:lnTo>
                  <a:lnTo>
                    <a:pt x="145" y="206"/>
                  </a:lnTo>
                  <a:lnTo>
                    <a:pt x="131" y="220"/>
                  </a:lnTo>
                  <a:lnTo>
                    <a:pt x="109" y="220"/>
                  </a:lnTo>
                  <a:lnTo>
                    <a:pt x="83" y="227"/>
                  </a:lnTo>
                  <a:lnTo>
                    <a:pt x="74" y="223"/>
                  </a:lnTo>
                  <a:lnTo>
                    <a:pt x="64" y="234"/>
                  </a:lnTo>
                  <a:lnTo>
                    <a:pt x="48" y="230"/>
                  </a:lnTo>
                  <a:lnTo>
                    <a:pt x="38" y="241"/>
                  </a:lnTo>
                  <a:lnTo>
                    <a:pt x="29" y="237"/>
                  </a:lnTo>
                  <a:lnTo>
                    <a:pt x="52" y="208"/>
                  </a:lnTo>
                  <a:lnTo>
                    <a:pt x="67" y="204"/>
                  </a:lnTo>
                  <a:lnTo>
                    <a:pt x="43" y="199"/>
                  </a:lnTo>
                  <a:lnTo>
                    <a:pt x="36" y="189"/>
                  </a:lnTo>
                  <a:lnTo>
                    <a:pt x="55" y="180"/>
                  </a:lnTo>
                  <a:lnTo>
                    <a:pt x="45" y="166"/>
                  </a:lnTo>
                  <a:lnTo>
                    <a:pt x="48" y="149"/>
                  </a:lnTo>
                  <a:lnTo>
                    <a:pt x="71" y="152"/>
                  </a:lnTo>
                  <a:lnTo>
                    <a:pt x="76" y="135"/>
                  </a:lnTo>
                  <a:lnTo>
                    <a:pt x="64" y="118"/>
                  </a:lnTo>
                  <a:lnTo>
                    <a:pt x="43" y="114"/>
                  </a:lnTo>
                  <a:lnTo>
                    <a:pt x="41" y="107"/>
                  </a:lnTo>
                  <a:lnTo>
                    <a:pt x="45" y="92"/>
                  </a:lnTo>
                  <a:lnTo>
                    <a:pt x="41" y="85"/>
                  </a:lnTo>
                  <a:lnTo>
                    <a:pt x="31" y="99"/>
                  </a:lnTo>
                  <a:lnTo>
                    <a:pt x="31" y="71"/>
                  </a:lnTo>
                  <a:lnTo>
                    <a:pt x="22" y="57"/>
                  </a:lnTo>
                  <a:lnTo>
                    <a:pt x="29" y="26"/>
                  </a:lnTo>
                  <a:lnTo>
                    <a:pt x="41" y="0"/>
                  </a:lnTo>
                  <a:lnTo>
                    <a:pt x="55" y="2"/>
                  </a:lnTo>
                  <a:lnTo>
                    <a:pt x="74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291;p30">
              <a:extLst>
                <a:ext uri="{FF2B5EF4-FFF2-40B4-BE49-F238E27FC236}">
                  <a16:creationId xmlns:a16="http://schemas.microsoft.com/office/drawing/2014/main" id="{DDADF754-9A24-8D57-4BE0-1B61B8EE93D5}"/>
                </a:ext>
              </a:extLst>
            </p:cNvPr>
            <p:cNvSpPr/>
            <p:nvPr/>
          </p:nvSpPr>
          <p:spPr>
            <a:xfrm>
              <a:off x="3931107" y="3534184"/>
              <a:ext cx="85217" cy="25810"/>
            </a:xfrm>
            <a:custGeom>
              <a:avLst/>
              <a:gdLst/>
              <a:ahLst/>
              <a:cxnLst/>
              <a:rect l="l" t="t" r="r" b="b"/>
              <a:pathLst>
                <a:path w="113623" h="34413" extrusionOk="0">
                  <a:moveTo>
                    <a:pt x="54539" y="0"/>
                  </a:moveTo>
                  <a:lnTo>
                    <a:pt x="63629" y="0"/>
                  </a:lnTo>
                  <a:lnTo>
                    <a:pt x="81809" y="11363"/>
                  </a:lnTo>
                  <a:lnTo>
                    <a:pt x="90899" y="11363"/>
                  </a:lnTo>
                  <a:lnTo>
                    <a:pt x="102261" y="0"/>
                  </a:lnTo>
                  <a:lnTo>
                    <a:pt x="113623" y="18180"/>
                  </a:lnTo>
                  <a:lnTo>
                    <a:pt x="109835" y="19263"/>
                  </a:lnTo>
                  <a:lnTo>
                    <a:pt x="113623" y="25323"/>
                  </a:lnTo>
                  <a:lnTo>
                    <a:pt x="97716" y="29868"/>
                  </a:lnTo>
                  <a:lnTo>
                    <a:pt x="81809" y="29868"/>
                  </a:lnTo>
                  <a:lnTo>
                    <a:pt x="63629" y="25323"/>
                  </a:lnTo>
                  <a:lnTo>
                    <a:pt x="47722" y="29868"/>
                  </a:lnTo>
                  <a:lnTo>
                    <a:pt x="43177" y="29868"/>
                  </a:lnTo>
                  <a:lnTo>
                    <a:pt x="31815" y="34413"/>
                  </a:lnTo>
                  <a:lnTo>
                    <a:pt x="0" y="34413"/>
                  </a:lnTo>
                  <a:lnTo>
                    <a:pt x="2041" y="27270"/>
                  </a:lnTo>
                  <a:lnTo>
                    <a:pt x="0" y="27270"/>
                  </a:lnTo>
                  <a:lnTo>
                    <a:pt x="4545" y="11363"/>
                  </a:lnTo>
                  <a:lnTo>
                    <a:pt x="43177" y="1136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292;p30">
              <a:extLst>
                <a:ext uri="{FF2B5EF4-FFF2-40B4-BE49-F238E27FC236}">
                  <a16:creationId xmlns:a16="http://schemas.microsoft.com/office/drawing/2014/main" id="{F52AE4DF-0101-9D86-6837-043413A58B8E}"/>
                </a:ext>
              </a:extLst>
            </p:cNvPr>
            <p:cNvSpPr/>
            <p:nvPr/>
          </p:nvSpPr>
          <p:spPr>
            <a:xfrm>
              <a:off x="3934516" y="3571679"/>
              <a:ext cx="85217" cy="44313"/>
            </a:xfrm>
            <a:custGeom>
              <a:avLst/>
              <a:gdLst/>
              <a:ahLst/>
              <a:cxnLst/>
              <a:rect l="l" t="t" r="r" b="b"/>
              <a:pathLst>
                <a:path w="50" h="26" extrusionOk="0">
                  <a:moveTo>
                    <a:pt x="50" y="0"/>
                  </a:moveTo>
                  <a:lnTo>
                    <a:pt x="50" y="0"/>
                  </a:lnTo>
                  <a:lnTo>
                    <a:pt x="48" y="7"/>
                  </a:lnTo>
                  <a:lnTo>
                    <a:pt x="48" y="7"/>
                  </a:lnTo>
                  <a:lnTo>
                    <a:pt x="48" y="12"/>
                  </a:lnTo>
                  <a:lnTo>
                    <a:pt x="45" y="14"/>
                  </a:lnTo>
                  <a:lnTo>
                    <a:pt x="43" y="14"/>
                  </a:lnTo>
                  <a:lnTo>
                    <a:pt x="38" y="19"/>
                  </a:lnTo>
                  <a:lnTo>
                    <a:pt x="34" y="19"/>
                  </a:lnTo>
                  <a:lnTo>
                    <a:pt x="26" y="26"/>
                  </a:lnTo>
                  <a:lnTo>
                    <a:pt x="17" y="19"/>
                  </a:lnTo>
                  <a:lnTo>
                    <a:pt x="12" y="19"/>
                  </a:lnTo>
                  <a:lnTo>
                    <a:pt x="8" y="12"/>
                  </a:lnTo>
                  <a:lnTo>
                    <a:pt x="8" y="9"/>
                  </a:lnTo>
                  <a:lnTo>
                    <a:pt x="3" y="7"/>
                  </a:lnTo>
                  <a:lnTo>
                    <a:pt x="0" y="5"/>
                  </a:lnTo>
                  <a:lnTo>
                    <a:pt x="10" y="0"/>
                  </a:lnTo>
                  <a:lnTo>
                    <a:pt x="15" y="2"/>
                  </a:lnTo>
                  <a:lnTo>
                    <a:pt x="19" y="0"/>
                  </a:lnTo>
                  <a:lnTo>
                    <a:pt x="50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293;p30">
              <a:extLst>
                <a:ext uri="{FF2B5EF4-FFF2-40B4-BE49-F238E27FC236}">
                  <a16:creationId xmlns:a16="http://schemas.microsoft.com/office/drawing/2014/main" id="{127AFD56-D3EA-AA45-3AD1-329B98448FFB}"/>
                </a:ext>
              </a:extLst>
            </p:cNvPr>
            <p:cNvSpPr/>
            <p:nvPr/>
          </p:nvSpPr>
          <p:spPr>
            <a:xfrm>
              <a:off x="4950312" y="2651162"/>
              <a:ext cx="182367" cy="242020"/>
            </a:xfrm>
            <a:custGeom>
              <a:avLst/>
              <a:gdLst/>
              <a:ahLst/>
              <a:cxnLst/>
              <a:rect l="l" t="t" r="r" b="b"/>
              <a:pathLst>
                <a:path w="107" h="142" extrusionOk="0">
                  <a:moveTo>
                    <a:pt x="60" y="126"/>
                  </a:moveTo>
                  <a:lnTo>
                    <a:pt x="60" y="126"/>
                  </a:lnTo>
                  <a:lnTo>
                    <a:pt x="67" y="133"/>
                  </a:lnTo>
                  <a:lnTo>
                    <a:pt x="81" y="133"/>
                  </a:lnTo>
                  <a:lnTo>
                    <a:pt x="93" y="133"/>
                  </a:lnTo>
                  <a:lnTo>
                    <a:pt x="93" y="138"/>
                  </a:lnTo>
                  <a:lnTo>
                    <a:pt x="100" y="135"/>
                  </a:lnTo>
                  <a:lnTo>
                    <a:pt x="97" y="140"/>
                  </a:lnTo>
                  <a:lnTo>
                    <a:pt x="76" y="142"/>
                  </a:lnTo>
                  <a:lnTo>
                    <a:pt x="76" y="138"/>
                  </a:lnTo>
                  <a:lnTo>
                    <a:pt x="55" y="135"/>
                  </a:lnTo>
                  <a:lnTo>
                    <a:pt x="60" y="126"/>
                  </a:lnTo>
                  <a:close/>
                  <a:moveTo>
                    <a:pt x="107" y="5"/>
                  </a:moveTo>
                  <a:lnTo>
                    <a:pt x="107" y="5"/>
                  </a:lnTo>
                  <a:lnTo>
                    <a:pt x="100" y="19"/>
                  </a:lnTo>
                  <a:lnTo>
                    <a:pt x="97" y="22"/>
                  </a:lnTo>
                  <a:lnTo>
                    <a:pt x="86" y="22"/>
                  </a:lnTo>
                  <a:lnTo>
                    <a:pt x="79" y="19"/>
                  </a:lnTo>
                  <a:lnTo>
                    <a:pt x="60" y="24"/>
                  </a:lnTo>
                  <a:lnTo>
                    <a:pt x="69" y="38"/>
                  </a:lnTo>
                  <a:lnTo>
                    <a:pt x="62" y="41"/>
                  </a:lnTo>
                  <a:lnTo>
                    <a:pt x="53" y="41"/>
                  </a:lnTo>
                  <a:lnTo>
                    <a:pt x="45" y="29"/>
                  </a:lnTo>
                  <a:lnTo>
                    <a:pt x="41" y="34"/>
                  </a:lnTo>
                  <a:lnTo>
                    <a:pt x="45" y="45"/>
                  </a:lnTo>
                  <a:lnTo>
                    <a:pt x="53" y="57"/>
                  </a:lnTo>
                  <a:lnTo>
                    <a:pt x="48" y="60"/>
                  </a:lnTo>
                  <a:lnTo>
                    <a:pt x="57" y="71"/>
                  </a:lnTo>
                  <a:lnTo>
                    <a:pt x="64" y="76"/>
                  </a:lnTo>
                  <a:lnTo>
                    <a:pt x="64" y="88"/>
                  </a:lnTo>
                  <a:lnTo>
                    <a:pt x="50" y="83"/>
                  </a:lnTo>
                  <a:lnTo>
                    <a:pt x="55" y="93"/>
                  </a:lnTo>
                  <a:lnTo>
                    <a:pt x="43" y="95"/>
                  </a:lnTo>
                  <a:lnTo>
                    <a:pt x="50" y="112"/>
                  </a:lnTo>
                  <a:lnTo>
                    <a:pt x="38" y="114"/>
                  </a:lnTo>
                  <a:lnTo>
                    <a:pt x="26" y="105"/>
                  </a:lnTo>
                  <a:lnTo>
                    <a:pt x="19" y="88"/>
                  </a:lnTo>
                  <a:lnTo>
                    <a:pt x="17" y="74"/>
                  </a:lnTo>
                  <a:lnTo>
                    <a:pt x="12" y="64"/>
                  </a:lnTo>
                  <a:lnTo>
                    <a:pt x="3" y="53"/>
                  </a:lnTo>
                  <a:lnTo>
                    <a:pt x="0" y="48"/>
                  </a:lnTo>
                  <a:lnTo>
                    <a:pt x="10" y="38"/>
                  </a:lnTo>
                  <a:lnTo>
                    <a:pt x="10" y="31"/>
                  </a:lnTo>
                  <a:lnTo>
                    <a:pt x="15" y="27"/>
                  </a:lnTo>
                  <a:lnTo>
                    <a:pt x="15" y="22"/>
                  </a:lnTo>
                  <a:lnTo>
                    <a:pt x="26" y="19"/>
                  </a:lnTo>
                  <a:lnTo>
                    <a:pt x="34" y="15"/>
                  </a:lnTo>
                  <a:lnTo>
                    <a:pt x="41" y="15"/>
                  </a:lnTo>
                  <a:lnTo>
                    <a:pt x="43" y="12"/>
                  </a:lnTo>
                  <a:lnTo>
                    <a:pt x="48" y="12"/>
                  </a:lnTo>
                  <a:lnTo>
                    <a:pt x="60" y="12"/>
                  </a:lnTo>
                  <a:lnTo>
                    <a:pt x="71" y="5"/>
                  </a:lnTo>
                  <a:lnTo>
                    <a:pt x="83" y="15"/>
                  </a:lnTo>
                  <a:lnTo>
                    <a:pt x="97" y="12"/>
                  </a:lnTo>
                  <a:lnTo>
                    <a:pt x="97" y="0"/>
                  </a:lnTo>
                  <a:lnTo>
                    <a:pt x="107" y="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294;p30">
              <a:extLst>
                <a:ext uri="{FF2B5EF4-FFF2-40B4-BE49-F238E27FC236}">
                  <a16:creationId xmlns:a16="http://schemas.microsoft.com/office/drawing/2014/main" id="{493045C5-1D98-F987-F0FD-294EE637AC0E}"/>
                </a:ext>
              </a:extLst>
            </p:cNvPr>
            <p:cNvSpPr/>
            <p:nvPr/>
          </p:nvSpPr>
          <p:spPr>
            <a:xfrm>
              <a:off x="2375031" y="-621047"/>
              <a:ext cx="1685607" cy="2469618"/>
            </a:xfrm>
            <a:custGeom>
              <a:avLst/>
              <a:gdLst/>
              <a:ahLst/>
              <a:cxnLst/>
              <a:rect l="l" t="t" r="r" b="b"/>
              <a:pathLst>
                <a:path w="989" h="1449" extrusionOk="0">
                  <a:moveTo>
                    <a:pt x="747" y="19"/>
                  </a:moveTo>
                  <a:lnTo>
                    <a:pt x="747" y="19"/>
                  </a:lnTo>
                  <a:lnTo>
                    <a:pt x="849" y="126"/>
                  </a:lnTo>
                  <a:lnTo>
                    <a:pt x="818" y="173"/>
                  </a:lnTo>
                  <a:lnTo>
                    <a:pt x="757" y="178"/>
                  </a:lnTo>
                  <a:lnTo>
                    <a:pt x="669" y="190"/>
                  </a:lnTo>
                  <a:lnTo>
                    <a:pt x="677" y="211"/>
                  </a:lnTo>
                  <a:lnTo>
                    <a:pt x="736" y="199"/>
                  </a:lnTo>
                  <a:lnTo>
                    <a:pt x="783" y="237"/>
                  </a:lnTo>
                  <a:lnTo>
                    <a:pt x="814" y="204"/>
                  </a:lnTo>
                  <a:lnTo>
                    <a:pt x="828" y="244"/>
                  </a:lnTo>
                  <a:lnTo>
                    <a:pt x="811" y="308"/>
                  </a:lnTo>
                  <a:lnTo>
                    <a:pt x="852" y="268"/>
                  </a:lnTo>
                  <a:lnTo>
                    <a:pt x="930" y="225"/>
                  </a:lnTo>
                  <a:lnTo>
                    <a:pt x="979" y="247"/>
                  </a:lnTo>
                  <a:lnTo>
                    <a:pt x="989" y="292"/>
                  </a:lnTo>
                  <a:lnTo>
                    <a:pt x="923" y="365"/>
                  </a:lnTo>
                  <a:lnTo>
                    <a:pt x="913" y="386"/>
                  </a:lnTo>
                  <a:lnTo>
                    <a:pt x="861" y="403"/>
                  </a:lnTo>
                  <a:lnTo>
                    <a:pt x="899" y="408"/>
                  </a:lnTo>
                  <a:lnTo>
                    <a:pt x="880" y="474"/>
                  </a:lnTo>
                  <a:lnTo>
                    <a:pt x="866" y="528"/>
                  </a:lnTo>
                  <a:lnTo>
                    <a:pt x="868" y="616"/>
                  </a:lnTo>
                  <a:lnTo>
                    <a:pt x="887" y="666"/>
                  </a:lnTo>
                  <a:lnTo>
                    <a:pt x="861" y="668"/>
                  </a:lnTo>
                  <a:lnTo>
                    <a:pt x="835" y="689"/>
                  </a:lnTo>
                  <a:lnTo>
                    <a:pt x="863" y="727"/>
                  </a:lnTo>
                  <a:lnTo>
                    <a:pt x="868" y="782"/>
                  </a:lnTo>
                  <a:lnTo>
                    <a:pt x="852" y="786"/>
                  </a:lnTo>
                  <a:lnTo>
                    <a:pt x="873" y="841"/>
                  </a:lnTo>
                  <a:lnTo>
                    <a:pt x="835" y="843"/>
                  </a:lnTo>
                  <a:lnTo>
                    <a:pt x="856" y="869"/>
                  </a:lnTo>
                  <a:lnTo>
                    <a:pt x="849" y="888"/>
                  </a:lnTo>
                  <a:lnTo>
                    <a:pt x="828" y="895"/>
                  </a:lnTo>
                  <a:lnTo>
                    <a:pt x="804" y="895"/>
                  </a:lnTo>
                  <a:lnTo>
                    <a:pt x="826" y="933"/>
                  </a:lnTo>
                  <a:lnTo>
                    <a:pt x="826" y="957"/>
                  </a:lnTo>
                  <a:lnTo>
                    <a:pt x="792" y="935"/>
                  </a:lnTo>
                  <a:lnTo>
                    <a:pt x="785" y="950"/>
                  </a:lnTo>
                  <a:lnTo>
                    <a:pt x="807" y="964"/>
                  </a:lnTo>
                  <a:lnTo>
                    <a:pt x="828" y="995"/>
                  </a:lnTo>
                  <a:lnTo>
                    <a:pt x="835" y="1035"/>
                  </a:lnTo>
                  <a:lnTo>
                    <a:pt x="804" y="1044"/>
                  </a:lnTo>
                  <a:lnTo>
                    <a:pt x="792" y="1025"/>
                  </a:lnTo>
                  <a:lnTo>
                    <a:pt x="773" y="997"/>
                  </a:lnTo>
                  <a:lnTo>
                    <a:pt x="778" y="1030"/>
                  </a:lnTo>
                  <a:lnTo>
                    <a:pt x="759" y="1056"/>
                  </a:lnTo>
                  <a:lnTo>
                    <a:pt x="802" y="1059"/>
                  </a:lnTo>
                  <a:lnTo>
                    <a:pt x="823" y="1061"/>
                  </a:lnTo>
                  <a:lnTo>
                    <a:pt x="781" y="1101"/>
                  </a:lnTo>
                  <a:lnTo>
                    <a:pt x="736" y="1137"/>
                  </a:lnTo>
                  <a:lnTo>
                    <a:pt x="688" y="1151"/>
                  </a:lnTo>
                  <a:lnTo>
                    <a:pt x="672" y="1151"/>
                  </a:lnTo>
                  <a:lnTo>
                    <a:pt x="655" y="1167"/>
                  </a:lnTo>
                  <a:lnTo>
                    <a:pt x="632" y="1210"/>
                  </a:lnTo>
                  <a:lnTo>
                    <a:pt x="598" y="1238"/>
                  </a:lnTo>
                  <a:lnTo>
                    <a:pt x="587" y="1241"/>
                  </a:lnTo>
                  <a:lnTo>
                    <a:pt x="565" y="1250"/>
                  </a:lnTo>
                  <a:lnTo>
                    <a:pt x="542" y="1260"/>
                  </a:lnTo>
                  <a:lnTo>
                    <a:pt x="528" y="1283"/>
                  </a:lnTo>
                  <a:lnTo>
                    <a:pt x="528" y="1309"/>
                  </a:lnTo>
                  <a:lnTo>
                    <a:pt x="518" y="1333"/>
                  </a:lnTo>
                  <a:lnTo>
                    <a:pt x="492" y="1362"/>
                  </a:lnTo>
                  <a:lnTo>
                    <a:pt x="499" y="1388"/>
                  </a:lnTo>
                  <a:lnTo>
                    <a:pt x="492" y="1416"/>
                  </a:lnTo>
                  <a:lnTo>
                    <a:pt x="485" y="1449"/>
                  </a:lnTo>
                  <a:lnTo>
                    <a:pt x="461" y="1449"/>
                  </a:lnTo>
                  <a:lnTo>
                    <a:pt x="438" y="1423"/>
                  </a:lnTo>
                  <a:lnTo>
                    <a:pt x="405" y="1423"/>
                  </a:lnTo>
                  <a:lnTo>
                    <a:pt x="388" y="1404"/>
                  </a:lnTo>
                  <a:lnTo>
                    <a:pt x="378" y="1373"/>
                  </a:lnTo>
                  <a:lnTo>
                    <a:pt x="350" y="1328"/>
                  </a:lnTo>
                  <a:lnTo>
                    <a:pt x="343" y="1305"/>
                  </a:lnTo>
                  <a:lnTo>
                    <a:pt x="341" y="1272"/>
                  </a:lnTo>
                  <a:lnTo>
                    <a:pt x="317" y="1234"/>
                  </a:lnTo>
                  <a:lnTo>
                    <a:pt x="324" y="1205"/>
                  </a:lnTo>
                  <a:lnTo>
                    <a:pt x="312" y="1189"/>
                  </a:lnTo>
                  <a:lnTo>
                    <a:pt x="329" y="1141"/>
                  </a:lnTo>
                  <a:lnTo>
                    <a:pt x="352" y="1125"/>
                  </a:lnTo>
                  <a:lnTo>
                    <a:pt x="360" y="1106"/>
                  </a:lnTo>
                  <a:lnTo>
                    <a:pt x="362" y="1070"/>
                  </a:lnTo>
                  <a:lnTo>
                    <a:pt x="343" y="1085"/>
                  </a:lnTo>
                  <a:lnTo>
                    <a:pt x="336" y="1092"/>
                  </a:lnTo>
                  <a:lnTo>
                    <a:pt x="322" y="1099"/>
                  </a:lnTo>
                  <a:lnTo>
                    <a:pt x="300" y="1085"/>
                  </a:lnTo>
                  <a:lnTo>
                    <a:pt x="300" y="1051"/>
                  </a:lnTo>
                  <a:lnTo>
                    <a:pt x="305" y="1028"/>
                  </a:lnTo>
                  <a:lnTo>
                    <a:pt x="322" y="1025"/>
                  </a:lnTo>
                  <a:lnTo>
                    <a:pt x="355" y="1040"/>
                  </a:lnTo>
                  <a:lnTo>
                    <a:pt x="326" y="1006"/>
                  </a:lnTo>
                  <a:lnTo>
                    <a:pt x="312" y="990"/>
                  </a:lnTo>
                  <a:lnTo>
                    <a:pt x="296" y="997"/>
                  </a:lnTo>
                  <a:lnTo>
                    <a:pt x="282" y="985"/>
                  </a:lnTo>
                  <a:lnTo>
                    <a:pt x="300" y="935"/>
                  </a:lnTo>
                  <a:lnTo>
                    <a:pt x="291" y="917"/>
                  </a:lnTo>
                  <a:lnTo>
                    <a:pt x="277" y="876"/>
                  </a:lnTo>
                  <a:lnTo>
                    <a:pt x="258" y="815"/>
                  </a:lnTo>
                  <a:lnTo>
                    <a:pt x="237" y="791"/>
                  </a:lnTo>
                  <a:lnTo>
                    <a:pt x="237" y="763"/>
                  </a:lnTo>
                  <a:lnTo>
                    <a:pt x="194" y="725"/>
                  </a:lnTo>
                  <a:lnTo>
                    <a:pt x="161" y="720"/>
                  </a:lnTo>
                  <a:lnTo>
                    <a:pt x="116" y="722"/>
                  </a:lnTo>
                  <a:lnTo>
                    <a:pt x="78" y="730"/>
                  </a:lnTo>
                  <a:lnTo>
                    <a:pt x="59" y="706"/>
                  </a:lnTo>
                  <a:lnTo>
                    <a:pt x="31" y="663"/>
                  </a:lnTo>
                  <a:lnTo>
                    <a:pt x="73" y="640"/>
                  </a:lnTo>
                  <a:lnTo>
                    <a:pt x="104" y="635"/>
                  </a:lnTo>
                  <a:lnTo>
                    <a:pt x="36" y="616"/>
                  </a:lnTo>
                  <a:lnTo>
                    <a:pt x="0" y="585"/>
                  </a:lnTo>
                  <a:lnTo>
                    <a:pt x="2" y="554"/>
                  </a:lnTo>
                  <a:lnTo>
                    <a:pt x="64" y="516"/>
                  </a:lnTo>
                  <a:lnTo>
                    <a:pt x="123" y="474"/>
                  </a:lnTo>
                  <a:lnTo>
                    <a:pt x="128" y="443"/>
                  </a:lnTo>
                  <a:lnTo>
                    <a:pt x="85" y="410"/>
                  </a:lnTo>
                  <a:lnTo>
                    <a:pt x="99" y="372"/>
                  </a:lnTo>
                  <a:lnTo>
                    <a:pt x="154" y="301"/>
                  </a:lnTo>
                  <a:lnTo>
                    <a:pt x="177" y="289"/>
                  </a:lnTo>
                  <a:lnTo>
                    <a:pt x="170" y="240"/>
                  </a:lnTo>
                  <a:lnTo>
                    <a:pt x="211" y="209"/>
                  </a:lnTo>
                  <a:lnTo>
                    <a:pt x="260" y="192"/>
                  </a:lnTo>
                  <a:lnTo>
                    <a:pt x="310" y="190"/>
                  </a:lnTo>
                  <a:lnTo>
                    <a:pt x="329" y="228"/>
                  </a:lnTo>
                  <a:lnTo>
                    <a:pt x="371" y="161"/>
                  </a:lnTo>
                  <a:lnTo>
                    <a:pt x="409" y="206"/>
                  </a:lnTo>
                  <a:lnTo>
                    <a:pt x="433" y="216"/>
                  </a:lnTo>
                  <a:lnTo>
                    <a:pt x="466" y="251"/>
                  </a:lnTo>
                  <a:lnTo>
                    <a:pt x="426" y="190"/>
                  </a:lnTo>
                  <a:lnTo>
                    <a:pt x="428" y="138"/>
                  </a:lnTo>
                  <a:lnTo>
                    <a:pt x="483" y="60"/>
                  </a:lnTo>
                  <a:lnTo>
                    <a:pt x="539" y="67"/>
                  </a:lnTo>
                  <a:lnTo>
                    <a:pt x="561" y="15"/>
                  </a:lnTo>
                  <a:lnTo>
                    <a:pt x="617" y="0"/>
                  </a:lnTo>
                  <a:lnTo>
                    <a:pt x="747" y="19"/>
                  </a:lnTo>
                  <a:lnTo>
                    <a:pt x="747" y="19"/>
                  </a:lnTo>
                  <a:lnTo>
                    <a:pt x="747" y="19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295;p30">
              <a:extLst>
                <a:ext uri="{FF2B5EF4-FFF2-40B4-BE49-F238E27FC236}">
                  <a16:creationId xmlns:a16="http://schemas.microsoft.com/office/drawing/2014/main" id="{A1505E92-48A4-354F-1BD0-3D02CBB49B8A}"/>
                </a:ext>
              </a:extLst>
            </p:cNvPr>
            <p:cNvSpPr/>
            <p:nvPr/>
          </p:nvSpPr>
          <p:spPr>
            <a:xfrm>
              <a:off x="1851794" y="3421695"/>
              <a:ext cx="112487" cy="117602"/>
            </a:xfrm>
            <a:custGeom>
              <a:avLst/>
              <a:gdLst/>
              <a:ahLst/>
              <a:cxnLst/>
              <a:rect l="l" t="t" r="r" b="b"/>
              <a:pathLst>
                <a:path w="66" h="69" extrusionOk="0">
                  <a:moveTo>
                    <a:pt x="49" y="14"/>
                  </a:moveTo>
                  <a:lnTo>
                    <a:pt x="49" y="14"/>
                  </a:lnTo>
                  <a:lnTo>
                    <a:pt x="49" y="33"/>
                  </a:lnTo>
                  <a:lnTo>
                    <a:pt x="54" y="33"/>
                  </a:lnTo>
                  <a:lnTo>
                    <a:pt x="59" y="36"/>
                  </a:lnTo>
                  <a:lnTo>
                    <a:pt x="61" y="33"/>
                  </a:lnTo>
                  <a:lnTo>
                    <a:pt x="66" y="36"/>
                  </a:lnTo>
                  <a:lnTo>
                    <a:pt x="56" y="43"/>
                  </a:lnTo>
                  <a:lnTo>
                    <a:pt x="49" y="48"/>
                  </a:lnTo>
                  <a:lnTo>
                    <a:pt x="49" y="50"/>
                  </a:lnTo>
                  <a:lnTo>
                    <a:pt x="52" y="52"/>
                  </a:lnTo>
                  <a:lnTo>
                    <a:pt x="47" y="57"/>
                  </a:lnTo>
                  <a:lnTo>
                    <a:pt x="42" y="59"/>
                  </a:lnTo>
                  <a:lnTo>
                    <a:pt x="44" y="59"/>
                  </a:lnTo>
                  <a:lnTo>
                    <a:pt x="40" y="62"/>
                  </a:lnTo>
                  <a:lnTo>
                    <a:pt x="35" y="66"/>
                  </a:lnTo>
                  <a:lnTo>
                    <a:pt x="35" y="69"/>
                  </a:lnTo>
                  <a:lnTo>
                    <a:pt x="26" y="66"/>
                  </a:lnTo>
                  <a:lnTo>
                    <a:pt x="16" y="64"/>
                  </a:lnTo>
                  <a:lnTo>
                    <a:pt x="9" y="62"/>
                  </a:lnTo>
                  <a:lnTo>
                    <a:pt x="0" y="55"/>
                  </a:lnTo>
                  <a:lnTo>
                    <a:pt x="0" y="50"/>
                  </a:lnTo>
                  <a:lnTo>
                    <a:pt x="2" y="48"/>
                  </a:lnTo>
                  <a:lnTo>
                    <a:pt x="0" y="43"/>
                  </a:lnTo>
                  <a:lnTo>
                    <a:pt x="7" y="31"/>
                  </a:lnTo>
                  <a:lnTo>
                    <a:pt x="28" y="31"/>
                  </a:lnTo>
                  <a:lnTo>
                    <a:pt x="28" y="24"/>
                  </a:lnTo>
                  <a:lnTo>
                    <a:pt x="26" y="24"/>
                  </a:lnTo>
                  <a:lnTo>
                    <a:pt x="23" y="19"/>
                  </a:lnTo>
                  <a:lnTo>
                    <a:pt x="18" y="17"/>
                  </a:lnTo>
                  <a:lnTo>
                    <a:pt x="11" y="10"/>
                  </a:lnTo>
                  <a:lnTo>
                    <a:pt x="18" y="10"/>
                  </a:lnTo>
                  <a:lnTo>
                    <a:pt x="18" y="0"/>
                  </a:lnTo>
                  <a:lnTo>
                    <a:pt x="35" y="0"/>
                  </a:lnTo>
                  <a:lnTo>
                    <a:pt x="52" y="0"/>
                  </a:lnTo>
                  <a:lnTo>
                    <a:pt x="49" y="14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296;p30">
              <a:extLst>
                <a:ext uri="{FF2B5EF4-FFF2-40B4-BE49-F238E27FC236}">
                  <a16:creationId xmlns:a16="http://schemas.microsoft.com/office/drawing/2014/main" id="{70124EFB-8A0D-B50E-AA03-5D4BD4D16B67}"/>
                </a:ext>
              </a:extLst>
            </p:cNvPr>
            <p:cNvSpPr/>
            <p:nvPr/>
          </p:nvSpPr>
          <p:spPr>
            <a:xfrm>
              <a:off x="2702267" y="3687576"/>
              <a:ext cx="136348" cy="197706"/>
            </a:xfrm>
            <a:custGeom>
              <a:avLst/>
              <a:gdLst/>
              <a:ahLst/>
              <a:cxnLst/>
              <a:rect l="l" t="t" r="r" b="b"/>
              <a:pathLst>
                <a:path w="80" h="116" extrusionOk="0">
                  <a:moveTo>
                    <a:pt x="68" y="41"/>
                  </a:moveTo>
                  <a:lnTo>
                    <a:pt x="68" y="41"/>
                  </a:lnTo>
                  <a:lnTo>
                    <a:pt x="66" y="55"/>
                  </a:lnTo>
                  <a:lnTo>
                    <a:pt x="56" y="60"/>
                  </a:lnTo>
                  <a:lnTo>
                    <a:pt x="59" y="62"/>
                  </a:lnTo>
                  <a:lnTo>
                    <a:pt x="54" y="71"/>
                  </a:lnTo>
                  <a:lnTo>
                    <a:pt x="61" y="83"/>
                  </a:lnTo>
                  <a:lnTo>
                    <a:pt x="66" y="83"/>
                  </a:lnTo>
                  <a:lnTo>
                    <a:pt x="68" y="93"/>
                  </a:lnTo>
                  <a:lnTo>
                    <a:pt x="80" y="107"/>
                  </a:lnTo>
                  <a:lnTo>
                    <a:pt x="75" y="107"/>
                  </a:lnTo>
                  <a:lnTo>
                    <a:pt x="66" y="105"/>
                  </a:lnTo>
                  <a:lnTo>
                    <a:pt x="61" y="109"/>
                  </a:lnTo>
                  <a:lnTo>
                    <a:pt x="54" y="112"/>
                  </a:lnTo>
                  <a:lnTo>
                    <a:pt x="49" y="114"/>
                  </a:lnTo>
                  <a:lnTo>
                    <a:pt x="47" y="116"/>
                  </a:lnTo>
                  <a:lnTo>
                    <a:pt x="37" y="116"/>
                  </a:lnTo>
                  <a:lnTo>
                    <a:pt x="28" y="107"/>
                  </a:lnTo>
                  <a:lnTo>
                    <a:pt x="26" y="100"/>
                  </a:lnTo>
                  <a:lnTo>
                    <a:pt x="23" y="93"/>
                  </a:lnTo>
                  <a:lnTo>
                    <a:pt x="26" y="79"/>
                  </a:lnTo>
                  <a:lnTo>
                    <a:pt x="30" y="71"/>
                  </a:lnTo>
                  <a:lnTo>
                    <a:pt x="26" y="67"/>
                  </a:lnTo>
                  <a:lnTo>
                    <a:pt x="21" y="62"/>
                  </a:lnTo>
                  <a:lnTo>
                    <a:pt x="23" y="55"/>
                  </a:lnTo>
                  <a:lnTo>
                    <a:pt x="19" y="52"/>
                  </a:lnTo>
                  <a:lnTo>
                    <a:pt x="11" y="52"/>
                  </a:lnTo>
                  <a:lnTo>
                    <a:pt x="0" y="41"/>
                  </a:lnTo>
                  <a:lnTo>
                    <a:pt x="4" y="36"/>
                  </a:lnTo>
                  <a:lnTo>
                    <a:pt x="4" y="29"/>
                  </a:lnTo>
                  <a:lnTo>
                    <a:pt x="14" y="26"/>
                  </a:lnTo>
                  <a:lnTo>
                    <a:pt x="16" y="22"/>
                  </a:lnTo>
                  <a:lnTo>
                    <a:pt x="11" y="17"/>
                  </a:lnTo>
                  <a:lnTo>
                    <a:pt x="14" y="10"/>
                  </a:lnTo>
                  <a:lnTo>
                    <a:pt x="26" y="0"/>
                  </a:lnTo>
                  <a:lnTo>
                    <a:pt x="37" y="8"/>
                  </a:lnTo>
                  <a:lnTo>
                    <a:pt x="47" y="17"/>
                  </a:lnTo>
                  <a:lnTo>
                    <a:pt x="47" y="26"/>
                  </a:lnTo>
                  <a:lnTo>
                    <a:pt x="54" y="26"/>
                  </a:lnTo>
                  <a:lnTo>
                    <a:pt x="61" y="34"/>
                  </a:lnTo>
                  <a:lnTo>
                    <a:pt x="68" y="41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297;p30">
              <a:extLst>
                <a:ext uri="{FF2B5EF4-FFF2-40B4-BE49-F238E27FC236}">
                  <a16:creationId xmlns:a16="http://schemas.microsoft.com/office/drawing/2014/main" id="{771A6A76-507E-B4CA-812B-E57569D02BC2}"/>
                </a:ext>
              </a:extLst>
            </p:cNvPr>
            <p:cNvSpPr/>
            <p:nvPr/>
          </p:nvSpPr>
          <p:spPr>
            <a:xfrm>
              <a:off x="1931899" y="3474531"/>
              <a:ext cx="168732" cy="85217"/>
            </a:xfrm>
            <a:custGeom>
              <a:avLst/>
              <a:gdLst/>
              <a:ahLst/>
              <a:cxnLst/>
              <a:rect l="l" t="t" r="r" b="b"/>
              <a:pathLst>
                <a:path w="99" h="50" extrusionOk="0">
                  <a:moveTo>
                    <a:pt x="59" y="2"/>
                  </a:moveTo>
                  <a:lnTo>
                    <a:pt x="59" y="2"/>
                  </a:lnTo>
                  <a:lnTo>
                    <a:pt x="64" y="2"/>
                  </a:lnTo>
                  <a:lnTo>
                    <a:pt x="66" y="2"/>
                  </a:lnTo>
                  <a:lnTo>
                    <a:pt x="71" y="0"/>
                  </a:lnTo>
                  <a:lnTo>
                    <a:pt x="78" y="2"/>
                  </a:lnTo>
                  <a:lnTo>
                    <a:pt x="80" y="2"/>
                  </a:lnTo>
                  <a:lnTo>
                    <a:pt x="85" y="7"/>
                  </a:lnTo>
                  <a:lnTo>
                    <a:pt x="90" y="9"/>
                  </a:lnTo>
                  <a:lnTo>
                    <a:pt x="97" y="12"/>
                  </a:lnTo>
                  <a:lnTo>
                    <a:pt x="99" y="17"/>
                  </a:lnTo>
                  <a:lnTo>
                    <a:pt x="94" y="17"/>
                  </a:lnTo>
                  <a:lnTo>
                    <a:pt x="92" y="19"/>
                  </a:lnTo>
                  <a:lnTo>
                    <a:pt x="85" y="21"/>
                  </a:lnTo>
                  <a:lnTo>
                    <a:pt x="83" y="21"/>
                  </a:lnTo>
                  <a:lnTo>
                    <a:pt x="78" y="24"/>
                  </a:lnTo>
                  <a:lnTo>
                    <a:pt x="76" y="21"/>
                  </a:lnTo>
                  <a:lnTo>
                    <a:pt x="73" y="19"/>
                  </a:lnTo>
                  <a:lnTo>
                    <a:pt x="71" y="21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8" y="28"/>
                  </a:lnTo>
                  <a:lnTo>
                    <a:pt x="61" y="33"/>
                  </a:lnTo>
                  <a:lnTo>
                    <a:pt x="59" y="35"/>
                  </a:lnTo>
                  <a:lnTo>
                    <a:pt x="57" y="38"/>
                  </a:lnTo>
                  <a:lnTo>
                    <a:pt x="52" y="33"/>
                  </a:lnTo>
                  <a:lnTo>
                    <a:pt x="50" y="38"/>
                  </a:lnTo>
                  <a:lnTo>
                    <a:pt x="45" y="38"/>
                  </a:lnTo>
                  <a:lnTo>
                    <a:pt x="42" y="38"/>
                  </a:lnTo>
                  <a:lnTo>
                    <a:pt x="42" y="45"/>
                  </a:lnTo>
                  <a:lnTo>
                    <a:pt x="40" y="45"/>
                  </a:lnTo>
                  <a:lnTo>
                    <a:pt x="38" y="50"/>
                  </a:lnTo>
                  <a:lnTo>
                    <a:pt x="33" y="50"/>
                  </a:lnTo>
                  <a:lnTo>
                    <a:pt x="31" y="45"/>
                  </a:lnTo>
                  <a:lnTo>
                    <a:pt x="24" y="45"/>
                  </a:lnTo>
                  <a:lnTo>
                    <a:pt x="26" y="38"/>
                  </a:lnTo>
                  <a:lnTo>
                    <a:pt x="24" y="35"/>
                  </a:lnTo>
                  <a:lnTo>
                    <a:pt x="19" y="35"/>
                  </a:lnTo>
                  <a:lnTo>
                    <a:pt x="12" y="38"/>
                  </a:lnTo>
                  <a:lnTo>
                    <a:pt x="12" y="35"/>
                  </a:lnTo>
                  <a:lnTo>
                    <a:pt x="7" y="31"/>
                  </a:lnTo>
                  <a:lnTo>
                    <a:pt x="5" y="28"/>
                  </a:lnTo>
                  <a:lnTo>
                    <a:pt x="0" y="26"/>
                  </a:lnTo>
                  <a:lnTo>
                    <a:pt x="2" y="21"/>
                  </a:lnTo>
                  <a:lnTo>
                    <a:pt x="2" y="19"/>
                  </a:lnTo>
                  <a:lnTo>
                    <a:pt x="2" y="17"/>
                  </a:lnTo>
                  <a:lnTo>
                    <a:pt x="9" y="12"/>
                  </a:lnTo>
                  <a:lnTo>
                    <a:pt x="16" y="5"/>
                  </a:lnTo>
                  <a:lnTo>
                    <a:pt x="19" y="5"/>
                  </a:lnTo>
                  <a:lnTo>
                    <a:pt x="24" y="2"/>
                  </a:lnTo>
                  <a:lnTo>
                    <a:pt x="28" y="2"/>
                  </a:lnTo>
                  <a:lnTo>
                    <a:pt x="28" y="5"/>
                  </a:lnTo>
                  <a:lnTo>
                    <a:pt x="31" y="2"/>
                  </a:lnTo>
                  <a:lnTo>
                    <a:pt x="40" y="5"/>
                  </a:lnTo>
                  <a:lnTo>
                    <a:pt x="47" y="5"/>
                  </a:lnTo>
                  <a:lnTo>
                    <a:pt x="52" y="2"/>
                  </a:lnTo>
                  <a:lnTo>
                    <a:pt x="54" y="0"/>
                  </a:lnTo>
                  <a:lnTo>
                    <a:pt x="59" y="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298;p30">
              <a:extLst>
                <a:ext uri="{FF2B5EF4-FFF2-40B4-BE49-F238E27FC236}">
                  <a16:creationId xmlns:a16="http://schemas.microsoft.com/office/drawing/2014/main" id="{33F95D55-8CD2-C4DC-BAFC-7F6FDBC4A84E}"/>
                </a:ext>
              </a:extLst>
            </p:cNvPr>
            <p:cNvSpPr/>
            <p:nvPr/>
          </p:nvSpPr>
          <p:spPr>
            <a:xfrm>
              <a:off x="4773059" y="2477480"/>
              <a:ext cx="158506" cy="153393"/>
            </a:xfrm>
            <a:custGeom>
              <a:avLst/>
              <a:gdLst/>
              <a:ahLst/>
              <a:cxnLst/>
              <a:rect l="l" t="t" r="r" b="b"/>
              <a:pathLst>
                <a:path w="93" h="90" extrusionOk="0">
                  <a:moveTo>
                    <a:pt x="64" y="12"/>
                  </a:moveTo>
                  <a:lnTo>
                    <a:pt x="64" y="12"/>
                  </a:lnTo>
                  <a:lnTo>
                    <a:pt x="78" y="17"/>
                  </a:lnTo>
                  <a:lnTo>
                    <a:pt x="83" y="15"/>
                  </a:lnTo>
                  <a:lnTo>
                    <a:pt x="88" y="24"/>
                  </a:lnTo>
                  <a:lnTo>
                    <a:pt x="93" y="29"/>
                  </a:lnTo>
                  <a:lnTo>
                    <a:pt x="86" y="38"/>
                  </a:lnTo>
                  <a:lnTo>
                    <a:pt x="81" y="33"/>
                  </a:lnTo>
                  <a:lnTo>
                    <a:pt x="69" y="33"/>
                  </a:lnTo>
                  <a:lnTo>
                    <a:pt x="55" y="29"/>
                  </a:lnTo>
                  <a:lnTo>
                    <a:pt x="48" y="29"/>
                  </a:lnTo>
                  <a:lnTo>
                    <a:pt x="43" y="33"/>
                  </a:lnTo>
                  <a:lnTo>
                    <a:pt x="38" y="29"/>
                  </a:lnTo>
                  <a:lnTo>
                    <a:pt x="34" y="38"/>
                  </a:lnTo>
                  <a:lnTo>
                    <a:pt x="43" y="50"/>
                  </a:lnTo>
                  <a:lnTo>
                    <a:pt x="45" y="57"/>
                  </a:lnTo>
                  <a:lnTo>
                    <a:pt x="52" y="64"/>
                  </a:lnTo>
                  <a:lnTo>
                    <a:pt x="60" y="69"/>
                  </a:lnTo>
                  <a:lnTo>
                    <a:pt x="64" y="78"/>
                  </a:lnTo>
                  <a:lnTo>
                    <a:pt x="81" y="86"/>
                  </a:lnTo>
                  <a:lnTo>
                    <a:pt x="78" y="90"/>
                  </a:lnTo>
                  <a:lnTo>
                    <a:pt x="62" y="83"/>
                  </a:lnTo>
                  <a:lnTo>
                    <a:pt x="52" y="74"/>
                  </a:lnTo>
                  <a:lnTo>
                    <a:pt x="38" y="69"/>
                  </a:lnTo>
                  <a:lnTo>
                    <a:pt x="24" y="52"/>
                  </a:lnTo>
                  <a:lnTo>
                    <a:pt x="29" y="50"/>
                  </a:lnTo>
                  <a:lnTo>
                    <a:pt x="19" y="41"/>
                  </a:lnTo>
                  <a:lnTo>
                    <a:pt x="19" y="33"/>
                  </a:lnTo>
                  <a:lnTo>
                    <a:pt x="10" y="29"/>
                  </a:lnTo>
                  <a:lnTo>
                    <a:pt x="5" y="41"/>
                  </a:lnTo>
                  <a:lnTo>
                    <a:pt x="0" y="31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12" y="24"/>
                  </a:lnTo>
                  <a:lnTo>
                    <a:pt x="15" y="19"/>
                  </a:lnTo>
                  <a:lnTo>
                    <a:pt x="19" y="24"/>
                  </a:lnTo>
                  <a:lnTo>
                    <a:pt x="26" y="24"/>
                  </a:lnTo>
                  <a:lnTo>
                    <a:pt x="26" y="17"/>
                  </a:lnTo>
                  <a:lnTo>
                    <a:pt x="34" y="15"/>
                  </a:lnTo>
                  <a:lnTo>
                    <a:pt x="34" y="7"/>
                  </a:lnTo>
                  <a:lnTo>
                    <a:pt x="48" y="0"/>
                  </a:lnTo>
                  <a:lnTo>
                    <a:pt x="52" y="3"/>
                  </a:lnTo>
                  <a:lnTo>
                    <a:pt x="64" y="1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299;p30">
              <a:extLst>
                <a:ext uri="{FF2B5EF4-FFF2-40B4-BE49-F238E27FC236}">
                  <a16:creationId xmlns:a16="http://schemas.microsoft.com/office/drawing/2014/main" id="{E99FF252-B688-7525-2E5F-2BE81DADE0E8}"/>
                </a:ext>
              </a:extLst>
            </p:cNvPr>
            <p:cNvSpPr/>
            <p:nvPr/>
          </p:nvSpPr>
          <p:spPr>
            <a:xfrm>
              <a:off x="2342649" y="3362043"/>
              <a:ext cx="76697" cy="56245"/>
            </a:xfrm>
            <a:custGeom>
              <a:avLst/>
              <a:gdLst/>
              <a:ahLst/>
              <a:cxnLst/>
              <a:rect l="l" t="t" r="r" b="b"/>
              <a:pathLst>
                <a:path w="45" h="33" extrusionOk="0">
                  <a:moveTo>
                    <a:pt x="40" y="23"/>
                  </a:moveTo>
                  <a:lnTo>
                    <a:pt x="40" y="23"/>
                  </a:lnTo>
                  <a:lnTo>
                    <a:pt x="45" y="28"/>
                  </a:lnTo>
                  <a:lnTo>
                    <a:pt x="43" y="33"/>
                  </a:lnTo>
                  <a:lnTo>
                    <a:pt x="33" y="30"/>
                  </a:lnTo>
                  <a:lnTo>
                    <a:pt x="26" y="30"/>
                  </a:lnTo>
                  <a:lnTo>
                    <a:pt x="17" y="30"/>
                  </a:lnTo>
                  <a:lnTo>
                    <a:pt x="7" y="33"/>
                  </a:lnTo>
                  <a:lnTo>
                    <a:pt x="0" y="28"/>
                  </a:lnTo>
                  <a:lnTo>
                    <a:pt x="0" y="21"/>
                  </a:lnTo>
                  <a:lnTo>
                    <a:pt x="17" y="26"/>
                  </a:lnTo>
                  <a:lnTo>
                    <a:pt x="29" y="26"/>
                  </a:lnTo>
                  <a:lnTo>
                    <a:pt x="33" y="21"/>
                  </a:lnTo>
                  <a:lnTo>
                    <a:pt x="26" y="14"/>
                  </a:lnTo>
                  <a:lnTo>
                    <a:pt x="26" y="9"/>
                  </a:lnTo>
                  <a:lnTo>
                    <a:pt x="17" y="4"/>
                  </a:lnTo>
                  <a:lnTo>
                    <a:pt x="19" y="0"/>
                  </a:lnTo>
                  <a:lnTo>
                    <a:pt x="31" y="2"/>
                  </a:lnTo>
                  <a:lnTo>
                    <a:pt x="43" y="4"/>
                  </a:lnTo>
                  <a:lnTo>
                    <a:pt x="45" y="14"/>
                  </a:lnTo>
                  <a:lnTo>
                    <a:pt x="43" y="21"/>
                  </a:lnTo>
                  <a:lnTo>
                    <a:pt x="40" y="2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300;p30">
              <a:extLst>
                <a:ext uri="{FF2B5EF4-FFF2-40B4-BE49-F238E27FC236}">
                  <a16:creationId xmlns:a16="http://schemas.microsoft.com/office/drawing/2014/main" id="{881D064F-F19A-6509-EB79-ECDA1D9D246E}"/>
                </a:ext>
              </a:extLst>
            </p:cNvPr>
            <p:cNvSpPr/>
            <p:nvPr/>
          </p:nvSpPr>
          <p:spPr>
            <a:xfrm>
              <a:off x="4842937" y="2388853"/>
              <a:ext cx="180661" cy="117602"/>
            </a:xfrm>
            <a:custGeom>
              <a:avLst/>
              <a:gdLst/>
              <a:ahLst/>
              <a:cxnLst/>
              <a:rect l="l" t="t" r="r" b="b"/>
              <a:pathLst>
                <a:path w="106" h="69" extrusionOk="0">
                  <a:moveTo>
                    <a:pt x="75" y="0"/>
                  </a:moveTo>
                  <a:lnTo>
                    <a:pt x="75" y="0"/>
                  </a:lnTo>
                  <a:lnTo>
                    <a:pt x="92" y="7"/>
                  </a:lnTo>
                  <a:lnTo>
                    <a:pt x="94" y="5"/>
                  </a:lnTo>
                  <a:lnTo>
                    <a:pt x="104" y="12"/>
                  </a:lnTo>
                  <a:lnTo>
                    <a:pt x="106" y="19"/>
                  </a:lnTo>
                  <a:lnTo>
                    <a:pt x="94" y="24"/>
                  </a:lnTo>
                  <a:lnTo>
                    <a:pt x="89" y="40"/>
                  </a:lnTo>
                  <a:lnTo>
                    <a:pt x="78" y="57"/>
                  </a:lnTo>
                  <a:lnTo>
                    <a:pt x="66" y="62"/>
                  </a:lnTo>
                  <a:lnTo>
                    <a:pt x="56" y="59"/>
                  </a:lnTo>
                  <a:lnTo>
                    <a:pt x="45" y="67"/>
                  </a:lnTo>
                  <a:lnTo>
                    <a:pt x="37" y="69"/>
                  </a:lnTo>
                  <a:lnTo>
                    <a:pt x="23" y="64"/>
                  </a:lnTo>
                  <a:lnTo>
                    <a:pt x="11" y="55"/>
                  </a:lnTo>
                  <a:lnTo>
                    <a:pt x="7" y="52"/>
                  </a:lnTo>
                  <a:lnTo>
                    <a:pt x="2" y="43"/>
                  </a:lnTo>
                  <a:lnTo>
                    <a:pt x="0" y="43"/>
                  </a:lnTo>
                  <a:lnTo>
                    <a:pt x="7" y="29"/>
                  </a:lnTo>
                  <a:lnTo>
                    <a:pt x="2" y="24"/>
                  </a:lnTo>
                  <a:lnTo>
                    <a:pt x="11" y="24"/>
                  </a:lnTo>
                  <a:lnTo>
                    <a:pt x="14" y="14"/>
                  </a:lnTo>
                  <a:lnTo>
                    <a:pt x="21" y="19"/>
                  </a:lnTo>
                  <a:lnTo>
                    <a:pt x="28" y="22"/>
                  </a:lnTo>
                  <a:lnTo>
                    <a:pt x="42" y="19"/>
                  </a:lnTo>
                  <a:lnTo>
                    <a:pt x="42" y="14"/>
                  </a:lnTo>
                  <a:lnTo>
                    <a:pt x="49" y="14"/>
                  </a:lnTo>
                  <a:lnTo>
                    <a:pt x="56" y="10"/>
                  </a:lnTo>
                  <a:lnTo>
                    <a:pt x="59" y="12"/>
                  </a:lnTo>
                  <a:lnTo>
                    <a:pt x="66" y="7"/>
                  </a:lnTo>
                  <a:lnTo>
                    <a:pt x="68" y="3"/>
                  </a:lnTo>
                  <a:lnTo>
                    <a:pt x="75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301;p30">
              <a:extLst>
                <a:ext uri="{FF2B5EF4-FFF2-40B4-BE49-F238E27FC236}">
                  <a16:creationId xmlns:a16="http://schemas.microsoft.com/office/drawing/2014/main" id="{453D546A-5B47-1324-C4DD-4505D5CB1A71}"/>
                </a:ext>
              </a:extLst>
            </p:cNvPr>
            <p:cNvSpPr/>
            <p:nvPr/>
          </p:nvSpPr>
          <p:spPr>
            <a:xfrm>
              <a:off x="7027922" y="3769386"/>
              <a:ext cx="1261223" cy="434612"/>
            </a:xfrm>
            <a:custGeom>
              <a:avLst/>
              <a:gdLst/>
              <a:ahLst/>
              <a:cxnLst/>
              <a:rect l="l" t="t" r="r" b="b"/>
              <a:pathLst>
                <a:path w="740" h="255" extrusionOk="0">
                  <a:moveTo>
                    <a:pt x="411" y="253"/>
                  </a:moveTo>
                  <a:lnTo>
                    <a:pt x="411" y="253"/>
                  </a:lnTo>
                  <a:lnTo>
                    <a:pt x="404" y="253"/>
                  </a:lnTo>
                  <a:lnTo>
                    <a:pt x="383" y="244"/>
                  </a:lnTo>
                  <a:lnTo>
                    <a:pt x="397" y="239"/>
                  </a:lnTo>
                  <a:lnTo>
                    <a:pt x="406" y="244"/>
                  </a:lnTo>
                  <a:lnTo>
                    <a:pt x="411" y="248"/>
                  </a:lnTo>
                  <a:lnTo>
                    <a:pt x="411" y="253"/>
                  </a:lnTo>
                  <a:close/>
                  <a:moveTo>
                    <a:pt x="470" y="251"/>
                  </a:moveTo>
                  <a:lnTo>
                    <a:pt x="470" y="251"/>
                  </a:lnTo>
                  <a:lnTo>
                    <a:pt x="456" y="255"/>
                  </a:lnTo>
                  <a:lnTo>
                    <a:pt x="456" y="253"/>
                  </a:lnTo>
                  <a:lnTo>
                    <a:pt x="456" y="248"/>
                  </a:lnTo>
                  <a:lnTo>
                    <a:pt x="463" y="239"/>
                  </a:lnTo>
                  <a:lnTo>
                    <a:pt x="480" y="232"/>
                  </a:lnTo>
                  <a:lnTo>
                    <a:pt x="482" y="234"/>
                  </a:lnTo>
                  <a:lnTo>
                    <a:pt x="482" y="239"/>
                  </a:lnTo>
                  <a:lnTo>
                    <a:pt x="470" y="251"/>
                  </a:lnTo>
                  <a:close/>
                  <a:moveTo>
                    <a:pt x="366" y="218"/>
                  </a:moveTo>
                  <a:lnTo>
                    <a:pt x="366" y="218"/>
                  </a:lnTo>
                  <a:lnTo>
                    <a:pt x="371" y="222"/>
                  </a:lnTo>
                  <a:lnTo>
                    <a:pt x="380" y="222"/>
                  </a:lnTo>
                  <a:lnTo>
                    <a:pt x="385" y="229"/>
                  </a:lnTo>
                  <a:lnTo>
                    <a:pt x="366" y="232"/>
                  </a:lnTo>
                  <a:lnTo>
                    <a:pt x="354" y="234"/>
                  </a:lnTo>
                  <a:lnTo>
                    <a:pt x="347" y="234"/>
                  </a:lnTo>
                  <a:lnTo>
                    <a:pt x="352" y="225"/>
                  </a:lnTo>
                  <a:lnTo>
                    <a:pt x="361" y="225"/>
                  </a:lnTo>
                  <a:lnTo>
                    <a:pt x="366" y="218"/>
                  </a:lnTo>
                  <a:close/>
                  <a:moveTo>
                    <a:pt x="447" y="218"/>
                  </a:moveTo>
                  <a:lnTo>
                    <a:pt x="447" y="218"/>
                  </a:lnTo>
                  <a:lnTo>
                    <a:pt x="444" y="229"/>
                  </a:lnTo>
                  <a:lnTo>
                    <a:pt x="418" y="232"/>
                  </a:lnTo>
                  <a:lnTo>
                    <a:pt x="397" y="229"/>
                  </a:lnTo>
                  <a:lnTo>
                    <a:pt x="397" y="225"/>
                  </a:lnTo>
                  <a:lnTo>
                    <a:pt x="411" y="222"/>
                  </a:lnTo>
                  <a:lnTo>
                    <a:pt x="421" y="227"/>
                  </a:lnTo>
                  <a:lnTo>
                    <a:pt x="432" y="225"/>
                  </a:lnTo>
                  <a:lnTo>
                    <a:pt x="447" y="218"/>
                  </a:lnTo>
                  <a:close/>
                  <a:moveTo>
                    <a:pt x="215" y="199"/>
                  </a:moveTo>
                  <a:lnTo>
                    <a:pt x="215" y="199"/>
                  </a:lnTo>
                  <a:lnTo>
                    <a:pt x="246" y="199"/>
                  </a:lnTo>
                  <a:lnTo>
                    <a:pt x="250" y="191"/>
                  </a:lnTo>
                  <a:lnTo>
                    <a:pt x="279" y="201"/>
                  </a:lnTo>
                  <a:lnTo>
                    <a:pt x="286" y="210"/>
                  </a:lnTo>
                  <a:lnTo>
                    <a:pt x="309" y="213"/>
                  </a:lnTo>
                  <a:lnTo>
                    <a:pt x="331" y="222"/>
                  </a:lnTo>
                  <a:lnTo>
                    <a:pt x="312" y="229"/>
                  </a:lnTo>
                  <a:lnTo>
                    <a:pt x="293" y="222"/>
                  </a:lnTo>
                  <a:lnTo>
                    <a:pt x="279" y="225"/>
                  </a:lnTo>
                  <a:lnTo>
                    <a:pt x="262" y="222"/>
                  </a:lnTo>
                  <a:lnTo>
                    <a:pt x="248" y="220"/>
                  </a:lnTo>
                  <a:lnTo>
                    <a:pt x="227" y="213"/>
                  </a:lnTo>
                  <a:lnTo>
                    <a:pt x="217" y="210"/>
                  </a:lnTo>
                  <a:lnTo>
                    <a:pt x="210" y="213"/>
                  </a:lnTo>
                  <a:lnTo>
                    <a:pt x="179" y="208"/>
                  </a:lnTo>
                  <a:lnTo>
                    <a:pt x="177" y="201"/>
                  </a:lnTo>
                  <a:lnTo>
                    <a:pt x="163" y="199"/>
                  </a:lnTo>
                  <a:lnTo>
                    <a:pt x="172" y="184"/>
                  </a:lnTo>
                  <a:lnTo>
                    <a:pt x="194" y="184"/>
                  </a:lnTo>
                  <a:lnTo>
                    <a:pt x="205" y="189"/>
                  </a:lnTo>
                  <a:lnTo>
                    <a:pt x="212" y="191"/>
                  </a:lnTo>
                  <a:lnTo>
                    <a:pt x="215" y="199"/>
                  </a:lnTo>
                  <a:close/>
                  <a:moveTo>
                    <a:pt x="638" y="187"/>
                  </a:moveTo>
                  <a:lnTo>
                    <a:pt x="638" y="187"/>
                  </a:lnTo>
                  <a:lnTo>
                    <a:pt x="629" y="199"/>
                  </a:lnTo>
                  <a:lnTo>
                    <a:pt x="629" y="187"/>
                  </a:lnTo>
                  <a:lnTo>
                    <a:pt x="631" y="182"/>
                  </a:lnTo>
                  <a:lnTo>
                    <a:pt x="634" y="175"/>
                  </a:lnTo>
                  <a:lnTo>
                    <a:pt x="638" y="182"/>
                  </a:lnTo>
                  <a:lnTo>
                    <a:pt x="638" y="187"/>
                  </a:lnTo>
                  <a:close/>
                  <a:moveTo>
                    <a:pt x="518" y="144"/>
                  </a:moveTo>
                  <a:lnTo>
                    <a:pt x="518" y="144"/>
                  </a:lnTo>
                  <a:lnTo>
                    <a:pt x="511" y="149"/>
                  </a:lnTo>
                  <a:lnTo>
                    <a:pt x="499" y="147"/>
                  </a:lnTo>
                  <a:lnTo>
                    <a:pt x="496" y="139"/>
                  </a:lnTo>
                  <a:lnTo>
                    <a:pt x="513" y="139"/>
                  </a:lnTo>
                  <a:lnTo>
                    <a:pt x="518" y="144"/>
                  </a:lnTo>
                  <a:close/>
                  <a:moveTo>
                    <a:pt x="570" y="139"/>
                  </a:moveTo>
                  <a:lnTo>
                    <a:pt x="570" y="139"/>
                  </a:lnTo>
                  <a:lnTo>
                    <a:pt x="574" y="151"/>
                  </a:lnTo>
                  <a:lnTo>
                    <a:pt x="560" y="144"/>
                  </a:lnTo>
                  <a:lnTo>
                    <a:pt x="548" y="142"/>
                  </a:lnTo>
                  <a:lnTo>
                    <a:pt x="539" y="144"/>
                  </a:lnTo>
                  <a:lnTo>
                    <a:pt x="527" y="142"/>
                  </a:lnTo>
                  <a:lnTo>
                    <a:pt x="529" y="135"/>
                  </a:lnTo>
                  <a:lnTo>
                    <a:pt x="551" y="132"/>
                  </a:lnTo>
                  <a:lnTo>
                    <a:pt x="570" y="139"/>
                  </a:lnTo>
                  <a:close/>
                  <a:moveTo>
                    <a:pt x="629" y="106"/>
                  </a:moveTo>
                  <a:lnTo>
                    <a:pt x="629" y="106"/>
                  </a:lnTo>
                  <a:lnTo>
                    <a:pt x="634" y="132"/>
                  </a:lnTo>
                  <a:lnTo>
                    <a:pt x="650" y="142"/>
                  </a:lnTo>
                  <a:lnTo>
                    <a:pt x="662" y="125"/>
                  </a:lnTo>
                  <a:lnTo>
                    <a:pt x="681" y="116"/>
                  </a:lnTo>
                  <a:lnTo>
                    <a:pt x="695" y="116"/>
                  </a:lnTo>
                  <a:lnTo>
                    <a:pt x="712" y="120"/>
                  </a:lnTo>
                  <a:lnTo>
                    <a:pt x="721" y="128"/>
                  </a:lnTo>
                  <a:lnTo>
                    <a:pt x="740" y="130"/>
                  </a:lnTo>
                  <a:lnTo>
                    <a:pt x="740" y="182"/>
                  </a:lnTo>
                  <a:lnTo>
                    <a:pt x="740" y="234"/>
                  </a:lnTo>
                  <a:lnTo>
                    <a:pt x="726" y="222"/>
                  </a:lnTo>
                  <a:lnTo>
                    <a:pt x="709" y="218"/>
                  </a:lnTo>
                  <a:lnTo>
                    <a:pt x="704" y="225"/>
                  </a:lnTo>
                  <a:lnTo>
                    <a:pt x="686" y="225"/>
                  </a:lnTo>
                  <a:lnTo>
                    <a:pt x="690" y="210"/>
                  </a:lnTo>
                  <a:lnTo>
                    <a:pt x="702" y="206"/>
                  </a:lnTo>
                  <a:lnTo>
                    <a:pt x="697" y="189"/>
                  </a:lnTo>
                  <a:lnTo>
                    <a:pt x="690" y="175"/>
                  </a:lnTo>
                  <a:lnTo>
                    <a:pt x="660" y="161"/>
                  </a:lnTo>
                  <a:lnTo>
                    <a:pt x="645" y="161"/>
                  </a:lnTo>
                  <a:lnTo>
                    <a:pt x="619" y="144"/>
                  </a:lnTo>
                  <a:lnTo>
                    <a:pt x="615" y="154"/>
                  </a:lnTo>
                  <a:lnTo>
                    <a:pt x="610" y="154"/>
                  </a:lnTo>
                  <a:lnTo>
                    <a:pt x="605" y="149"/>
                  </a:lnTo>
                  <a:lnTo>
                    <a:pt x="605" y="142"/>
                  </a:lnTo>
                  <a:lnTo>
                    <a:pt x="593" y="135"/>
                  </a:lnTo>
                  <a:lnTo>
                    <a:pt x="610" y="128"/>
                  </a:lnTo>
                  <a:lnTo>
                    <a:pt x="622" y="128"/>
                  </a:lnTo>
                  <a:lnTo>
                    <a:pt x="622" y="123"/>
                  </a:lnTo>
                  <a:lnTo>
                    <a:pt x="598" y="123"/>
                  </a:lnTo>
                  <a:lnTo>
                    <a:pt x="591" y="113"/>
                  </a:lnTo>
                  <a:lnTo>
                    <a:pt x="577" y="111"/>
                  </a:lnTo>
                  <a:lnTo>
                    <a:pt x="570" y="104"/>
                  </a:lnTo>
                  <a:lnTo>
                    <a:pt x="591" y="99"/>
                  </a:lnTo>
                  <a:lnTo>
                    <a:pt x="600" y="94"/>
                  </a:lnTo>
                  <a:lnTo>
                    <a:pt x="626" y="102"/>
                  </a:lnTo>
                  <a:lnTo>
                    <a:pt x="629" y="106"/>
                  </a:lnTo>
                  <a:close/>
                  <a:moveTo>
                    <a:pt x="484" y="66"/>
                  </a:moveTo>
                  <a:lnTo>
                    <a:pt x="484" y="66"/>
                  </a:lnTo>
                  <a:lnTo>
                    <a:pt x="470" y="80"/>
                  </a:lnTo>
                  <a:lnTo>
                    <a:pt x="458" y="85"/>
                  </a:lnTo>
                  <a:lnTo>
                    <a:pt x="442" y="80"/>
                  </a:lnTo>
                  <a:lnTo>
                    <a:pt x="416" y="83"/>
                  </a:lnTo>
                  <a:lnTo>
                    <a:pt x="402" y="85"/>
                  </a:lnTo>
                  <a:lnTo>
                    <a:pt x="399" y="97"/>
                  </a:lnTo>
                  <a:lnTo>
                    <a:pt x="414" y="111"/>
                  </a:lnTo>
                  <a:lnTo>
                    <a:pt x="423" y="104"/>
                  </a:lnTo>
                  <a:lnTo>
                    <a:pt x="454" y="99"/>
                  </a:lnTo>
                  <a:lnTo>
                    <a:pt x="451" y="106"/>
                  </a:lnTo>
                  <a:lnTo>
                    <a:pt x="444" y="104"/>
                  </a:lnTo>
                  <a:lnTo>
                    <a:pt x="437" y="113"/>
                  </a:lnTo>
                  <a:lnTo>
                    <a:pt x="423" y="118"/>
                  </a:lnTo>
                  <a:lnTo>
                    <a:pt x="440" y="139"/>
                  </a:lnTo>
                  <a:lnTo>
                    <a:pt x="435" y="144"/>
                  </a:lnTo>
                  <a:lnTo>
                    <a:pt x="449" y="163"/>
                  </a:lnTo>
                  <a:lnTo>
                    <a:pt x="449" y="175"/>
                  </a:lnTo>
                  <a:lnTo>
                    <a:pt x="442" y="180"/>
                  </a:lnTo>
                  <a:lnTo>
                    <a:pt x="435" y="173"/>
                  </a:lnTo>
                  <a:lnTo>
                    <a:pt x="442" y="161"/>
                  </a:lnTo>
                  <a:lnTo>
                    <a:pt x="428" y="165"/>
                  </a:lnTo>
                  <a:lnTo>
                    <a:pt x="423" y="163"/>
                  </a:lnTo>
                  <a:lnTo>
                    <a:pt x="425" y="156"/>
                  </a:lnTo>
                  <a:lnTo>
                    <a:pt x="414" y="147"/>
                  </a:lnTo>
                  <a:lnTo>
                    <a:pt x="416" y="130"/>
                  </a:lnTo>
                  <a:lnTo>
                    <a:pt x="404" y="135"/>
                  </a:lnTo>
                  <a:lnTo>
                    <a:pt x="406" y="154"/>
                  </a:lnTo>
                  <a:lnTo>
                    <a:pt x="406" y="177"/>
                  </a:lnTo>
                  <a:lnTo>
                    <a:pt x="397" y="180"/>
                  </a:lnTo>
                  <a:lnTo>
                    <a:pt x="388" y="175"/>
                  </a:lnTo>
                  <a:lnTo>
                    <a:pt x="395" y="161"/>
                  </a:lnTo>
                  <a:lnTo>
                    <a:pt x="390" y="144"/>
                  </a:lnTo>
                  <a:lnTo>
                    <a:pt x="385" y="144"/>
                  </a:lnTo>
                  <a:lnTo>
                    <a:pt x="380" y="132"/>
                  </a:lnTo>
                  <a:lnTo>
                    <a:pt x="388" y="123"/>
                  </a:lnTo>
                  <a:lnTo>
                    <a:pt x="388" y="109"/>
                  </a:lnTo>
                  <a:lnTo>
                    <a:pt x="397" y="85"/>
                  </a:lnTo>
                  <a:lnTo>
                    <a:pt x="399" y="80"/>
                  </a:lnTo>
                  <a:lnTo>
                    <a:pt x="414" y="66"/>
                  </a:lnTo>
                  <a:lnTo>
                    <a:pt x="425" y="73"/>
                  </a:lnTo>
                  <a:lnTo>
                    <a:pt x="447" y="75"/>
                  </a:lnTo>
                  <a:lnTo>
                    <a:pt x="466" y="73"/>
                  </a:lnTo>
                  <a:lnTo>
                    <a:pt x="482" y="61"/>
                  </a:lnTo>
                  <a:lnTo>
                    <a:pt x="484" y="66"/>
                  </a:lnTo>
                  <a:close/>
                  <a:moveTo>
                    <a:pt x="539" y="71"/>
                  </a:moveTo>
                  <a:lnTo>
                    <a:pt x="539" y="71"/>
                  </a:lnTo>
                  <a:lnTo>
                    <a:pt x="539" y="85"/>
                  </a:lnTo>
                  <a:lnTo>
                    <a:pt x="529" y="83"/>
                  </a:lnTo>
                  <a:lnTo>
                    <a:pt x="527" y="92"/>
                  </a:lnTo>
                  <a:lnTo>
                    <a:pt x="534" y="102"/>
                  </a:lnTo>
                  <a:lnTo>
                    <a:pt x="529" y="102"/>
                  </a:lnTo>
                  <a:lnTo>
                    <a:pt x="525" y="92"/>
                  </a:lnTo>
                  <a:lnTo>
                    <a:pt x="520" y="73"/>
                  </a:lnTo>
                  <a:lnTo>
                    <a:pt x="522" y="59"/>
                  </a:lnTo>
                  <a:lnTo>
                    <a:pt x="527" y="54"/>
                  </a:lnTo>
                  <a:lnTo>
                    <a:pt x="529" y="61"/>
                  </a:lnTo>
                  <a:lnTo>
                    <a:pt x="539" y="64"/>
                  </a:lnTo>
                  <a:lnTo>
                    <a:pt x="539" y="71"/>
                  </a:lnTo>
                  <a:close/>
                  <a:moveTo>
                    <a:pt x="364" y="59"/>
                  </a:moveTo>
                  <a:lnTo>
                    <a:pt x="364" y="59"/>
                  </a:lnTo>
                  <a:lnTo>
                    <a:pt x="383" y="73"/>
                  </a:lnTo>
                  <a:lnTo>
                    <a:pt x="364" y="75"/>
                  </a:lnTo>
                  <a:lnTo>
                    <a:pt x="359" y="87"/>
                  </a:lnTo>
                  <a:lnTo>
                    <a:pt x="359" y="102"/>
                  </a:lnTo>
                  <a:lnTo>
                    <a:pt x="343" y="111"/>
                  </a:lnTo>
                  <a:lnTo>
                    <a:pt x="343" y="128"/>
                  </a:lnTo>
                  <a:lnTo>
                    <a:pt x="335" y="154"/>
                  </a:lnTo>
                  <a:lnTo>
                    <a:pt x="333" y="147"/>
                  </a:lnTo>
                  <a:lnTo>
                    <a:pt x="317" y="154"/>
                  </a:lnTo>
                  <a:lnTo>
                    <a:pt x="309" y="144"/>
                  </a:lnTo>
                  <a:lnTo>
                    <a:pt x="298" y="144"/>
                  </a:lnTo>
                  <a:lnTo>
                    <a:pt x="291" y="139"/>
                  </a:lnTo>
                  <a:lnTo>
                    <a:pt x="272" y="144"/>
                  </a:lnTo>
                  <a:lnTo>
                    <a:pt x="265" y="137"/>
                  </a:lnTo>
                  <a:lnTo>
                    <a:pt x="253" y="137"/>
                  </a:lnTo>
                  <a:lnTo>
                    <a:pt x="241" y="135"/>
                  </a:lnTo>
                  <a:lnTo>
                    <a:pt x="239" y="113"/>
                  </a:lnTo>
                  <a:lnTo>
                    <a:pt x="229" y="109"/>
                  </a:lnTo>
                  <a:lnTo>
                    <a:pt x="222" y="94"/>
                  </a:lnTo>
                  <a:lnTo>
                    <a:pt x="220" y="80"/>
                  </a:lnTo>
                  <a:lnTo>
                    <a:pt x="222" y="66"/>
                  </a:lnTo>
                  <a:lnTo>
                    <a:pt x="231" y="57"/>
                  </a:lnTo>
                  <a:lnTo>
                    <a:pt x="234" y="66"/>
                  </a:lnTo>
                  <a:lnTo>
                    <a:pt x="246" y="75"/>
                  </a:lnTo>
                  <a:lnTo>
                    <a:pt x="255" y="73"/>
                  </a:lnTo>
                  <a:lnTo>
                    <a:pt x="267" y="73"/>
                  </a:lnTo>
                  <a:lnTo>
                    <a:pt x="276" y="66"/>
                  </a:lnTo>
                  <a:lnTo>
                    <a:pt x="283" y="64"/>
                  </a:lnTo>
                  <a:lnTo>
                    <a:pt x="300" y="68"/>
                  </a:lnTo>
                  <a:lnTo>
                    <a:pt x="312" y="66"/>
                  </a:lnTo>
                  <a:lnTo>
                    <a:pt x="321" y="42"/>
                  </a:lnTo>
                  <a:lnTo>
                    <a:pt x="326" y="38"/>
                  </a:lnTo>
                  <a:lnTo>
                    <a:pt x="333" y="19"/>
                  </a:lnTo>
                  <a:lnTo>
                    <a:pt x="352" y="19"/>
                  </a:lnTo>
                  <a:lnTo>
                    <a:pt x="364" y="21"/>
                  </a:lnTo>
                  <a:lnTo>
                    <a:pt x="357" y="35"/>
                  </a:lnTo>
                  <a:lnTo>
                    <a:pt x="369" y="52"/>
                  </a:lnTo>
                  <a:lnTo>
                    <a:pt x="364" y="59"/>
                  </a:lnTo>
                  <a:close/>
                  <a:moveTo>
                    <a:pt x="170" y="182"/>
                  </a:moveTo>
                  <a:lnTo>
                    <a:pt x="170" y="182"/>
                  </a:lnTo>
                  <a:lnTo>
                    <a:pt x="151" y="184"/>
                  </a:lnTo>
                  <a:lnTo>
                    <a:pt x="139" y="168"/>
                  </a:lnTo>
                  <a:lnTo>
                    <a:pt x="118" y="156"/>
                  </a:lnTo>
                  <a:lnTo>
                    <a:pt x="111" y="147"/>
                  </a:lnTo>
                  <a:lnTo>
                    <a:pt x="99" y="132"/>
                  </a:lnTo>
                  <a:lnTo>
                    <a:pt x="89" y="120"/>
                  </a:lnTo>
                  <a:lnTo>
                    <a:pt x="78" y="99"/>
                  </a:lnTo>
                  <a:lnTo>
                    <a:pt x="63" y="85"/>
                  </a:lnTo>
                  <a:lnTo>
                    <a:pt x="59" y="71"/>
                  </a:lnTo>
                  <a:lnTo>
                    <a:pt x="52" y="59"/>
                  </a:lnTo>
                  <a:lnTo>
                    <a:pt x="37" y="49"/>
                  </a:lnTo>
                  <a:lnTo>
                    <a:pt x="30" y="35"/>
                  </a:lnTo>
                  <a:lnTo>
                    <a:pt x="16" y="26"/>
                  </a:lnTo>
                  <a:lnTo>
                    <a:pt x="0" y="9"/>
                  </a:lnTo>
                  <a:lnTo>
                    <a:pt x="0" y="0"/>
                  </a:lnTo>
                  <a:lnTo>
                    <a:pt x="9" y="0"/>
                  </a:lnTo>
                  <a:lnTo>
                    <a:pt x="35" y="4"/>
                  </a:lnTo>
                  <a:lnTo>
                    <a:pt x="49" y="19"/>
                  </a:lnTo>
                  <a:lnTo>
                    <a:pt x="61" y="31"/>
                  </a:lnTo>
                  <a:lnTo>
                    <a:pt x="71" y="38"/>
                  </a:lnTo>
                  <a:lnTo>
                    <a:pt x="87" y="54"/>
                  </a:lnTo>
                  <a:lnTo>
                    <a:pt x="101" y="54"/>
                  </a:lnTo>
                  <a:lnTo>
                    <a:pt x="116" y="66"/>
                  </a:lnTo>
                  <a:lnTo>
                    <a:pt x="125" y="80"/>
                  </a:lnTo>
                  <a:lnTo>
                    <a:pt x="137" y="87"/>
                  </a:lnTo>
                  <a:lnTo>
                    <a:pt x="132" y="99"/>
                  </a:lnTo>
                  <a:lnTo>
                    <a:pt x="142" y="106"/>
                  </a:lnTo>
                  <a:lnTo>
                    <a:pt x="146" y="106"/>
                  </a:lnTo>
                  <a:lnTo>
                    <a:pt x="149" y="118"/>
                  </a:lnTo>
                  <a:lnTo>
                    <a:pt x="156" y="125"/>
                  </a:lnTo>
                  <a:lnTo>
                    <a:pt x="168" y="128"/>
                  </a:lnTo>
                  <a:lnTo>
                    <a:pt x="175" y="137"/>
                  </a:lnTo>
                  <a:lnTo>
                    <a:pt x="170" y="158"/>
                  </a:lnTo>
                  <a:lnTo>
                    <a:pt x="170" y="18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302;p30">
              <a:extLst>
                <a:ext uri="{FF2B5EF4-FFF2-40B4-BE49-F238E27FC236}">
                  <a16:creationId xmlns:a16="http://schemas.microsoft.com/office/drawing/2014/main" id="{D01947B0-B17F-8636-10C8-6EC7F011310C}"/>
                </a:ext>
              </a:extLst>
            </p:cNvPr>
            <p:cNvSpPr/>
            <p:nvPr/>
          </p:nvSpPr>
          <p:spPr>
            <a:xfrm>
              <a:off x="4120292" y="2102521"/>
              <a:ext cx="109080" cy="158506"/>
            </a:xfrm>
            <a:custGeom>
              <a:avLst/>
              <a:gdLst/>
              <a:ahLst/>
              <a:cxnLst/>
              <a:rect l="l" t="t" r="r" b="b"/>
              <a:pathLst>
                <a:path w="64" h="93" extrusionOk="0">
                  <a:moveTo>
                    <a:pt x="43" y="14"/>
                  </a:moveTo>
                  <a:lnTo>
                    <a:pt x="43" y="14"/>
                  </a:lnTo>
                  <a:lnTo>
                    <a:pt x="40" y="29"/>
                  </a:lnTo>
                  <a:lnTo>
                    <a:pt x="50" y="29"/>
                  </a:lnTo>
                  <a:lnTo>
                    <a:pt x="62" y="36"/>
                  </a:lnTo>
                  <a:lnTo>
                    <a:pt x="64" y="55"/>
                  </a:lnTo>
                  <a:lnTo>
                    <a:pt x="52" y="78"/>
                  </a:lnTo>
                  <a:lnTo>
                    <a:pt x="24" y="93"/>
                  </a:lnTo>
                  <a:lnTo>
                    <a:pt x="0" y="90"/>
                  </a:lnTo>
                  <a:lnTo>
                    <a:pt x="14" y="62"/>
                  </a:lnTo>
                  <a:lnTo>
                    <a:pt x="5" y="36"/>
                  </a:lnTo>
                  <a:lnTo>
                    <a:pt x="29" y="12"/>
                  </a:lnTo>
                  <a:lnTo>
                    <a:pt x="40" y="0"/>
                  </a:lnTo>
                  <a:lnTo>
                    <a:pt x="43" y="14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303;p30">
              <a:extLst>
                <a:ext uri="{FF2B5EF4-FFF2-40B4-BE49-F238E27FC236}">
                  <a16:creationId xmlns:a16="http://schemas.microsoft.com/office/drawing/2014/main" id="{5DADE210-CF4C-EE97-9C60-0C254639AFEC}"/>
                </a:ext>
              </a:extLst>
            </p:cNvPr>
            <p:cNvSpPr/>
            <p:nvPr/>
          </p:nvSpPr>
          <p:spPr>
            <a:xfrm>
              <a:off x="3724882" y="1453160"/>
              <a:ext cx="294854" cy="197706"/>
            </a:xfrm>
            <a:custGeom>
              <a:avLst/>
              <a:gdLst/>
              <a:ahLst/>
              <a:cxnLst/>
              <a:rect l="l" t="t" r="r" b="b"/>
              <a:pathLst>
                <a:path w="173" h="116" extrusionOk="0">
                  <a:moveTo>
                    <a:pt x="159" y="2"/>
                  </a:moveTo>
                  <a:lnTo>
                    <a:pt x="159" y="2"/>
                  </a:lnTo>
                  <a:lnTo>
                    <a:pt x="157" y="29"/>
                  </a:lnTo>
                  <a:lnTo>
                    <a:pt x="173" y="55"/>
                  </a:lnTo>
                  <a:lnTo>
                    <a:pt x="152" y="83"/>
                  </a:lnTo>
                  <a:lnTo>
                    <a:pt x="107" y="109"/>
                  </a:lnTo>
                  <a:lnTo>
                    <a:pt x="93" y="116"/>
                  </a:lnTo>
                  <a:lnTo>
                    <a:pt x="71" y="109"/>
                  </a:lnTo>
                  <a:lnTo>
                    <a:pt x="26" y="100"/>
                  </a:lnTo>
                  <a:lnTo>
                    <a:pt x="41" y="83"/>
                  </a:lnTo>
                  <a:lnTo>
                    <a:pt x="8" y="64"/>
                  </a:lnTo>
                  <a:lnTo>
                    <a:pt x="36" y="57"/>
                  </a:lnTo>
                  <a:lnTo>
                    <a:pt x="36" y="45"/>
                  </a:lnTo>
                  <a:lnTo>
                    <a:pt x="0" y="36"/>
                  </a:lnTo>
                  <a:lnTo>
                    <a:pt x="12" y="12"/>
                  </a:lnTo>
                  <a:lnTo>
                    <a:pt x="36" y="5"/>
                  </a:lnTo>
                  <a:lnTo>
                    <a:pt x="62" y="33"/>
                  </a:lnTo>
                  <a:lnTo>
                    <a:pt x="86" y="10"/>
                  </a:lnTo>
                  <a:lnTo>
                    <a:pt x="107" y="21"/>
                  </a:lnTo>
                  <a:lnTo>
                    <a:pt x="133" y="0"/>
                  </a:lnTo>
                  <a:lnTo>
                    <a:pt x="159" y="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304;p30">
              <a:extLst>
                <a:ext uri="{FF2B5EF4-FFF2-40B4-BE49-F238E27FC236}">
                  <a16:creationId xmlns:a16="http://schemas.microsoft.com/office/drawing/2014/main" id="{5D3729BB-4813-9DCD-F207-2ECB251E1A9C}"/>
                </a:ext>
              </a:extLst>
            </p:cNvPr>
            <p:cNvSpPr/>
            <p:nvPr/>
          </p:nvSpPr>
          <p:spPr>
            <a:xfrm>
              <a:off x="5342314" y="2954701"/>
              <a:ext cx="44313" cy="115897"/>
            </a:xfrm>
            <a:custGeom>
              <a:avLst/>
              <a:gdLst/>
              <a:ahLst/>
              <a:cxnLst/>
              <a:rect l="l" t="t" r="r" b="b"/>
              <a:pathLst>
                <a:path w="26" h="68" extrusionOk="0">
                  <a:moveTo>
                    <a:pt x="26" y="0"/>
                  </a:moveTo>
                  <a:lnTo>
                    <a:pt x="26" y="0"/>
                  </a:lnTo>
                  <a:lnTo>
                    <a:pt x="26" y="7"/>
                  </a:lnTo>
                  <a:lnTo>
                    <a:pt x="24" y="9"/>
                  </a:lnTo>
                  <a:lnTo>
                    <a:pt x="24" y="9"/>
                  </a:lnTo>
                  <a:lnTo>
                    <a:pt x="21" y="16"/>
                  </a:lnTo>
                  <a:lnTo>
                    <a:pt x="14" y="14"/>
                  </a:lnTo>
                  <a:lnTo>
                    <a:pt x="12" y="26"/>
                  </a:lnTo>
                  <a:lnTo>
                    <a:pt x="16" y="28"/>
                  </a:lnTo>
                  <a:lnTo>
                    <a:pt x="12" y="30"/>
                  </a:lnTo>
                  <a:lnTo>
                    <a:pt x="12" y="35"/>
                  </a:lnTo>
                  <a:lnTo>
                    <a:pt x="19" y="33"/>
                  </a:lnTo>
                  <a:lnTo>
                    <a:pt x="19" y="40"/>
                  </a:lnTo>
                  <a:lnTo>
                    <a:pt x="12" y="68"/>
                  </a:lnTo>
                  <a:lnTo>
                    <a:pt x="0" y="38"/>
                  </a:lnTo>
                  <a:lnTo>
                    <a:pt x="5" y="30"/>
                  </a:lnTo>
                  <a:lnTo>
                    <a:pt x="5" y="30"/>
                  </a:lnTo>
                  <a:lnTo>
                    <a:pt x="9" y="21"/>
                  </a:lnTo>
                  <a:lnTo>
                    <a:pt x="12" y="7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9" y="2"/>
                  </a:lnTo>
                  <a:lnTo>
                    <a:pt x="21" y="0"/>
                  </a:lnTo>
                  <a:lnTo>
                    <a:pt x="26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305;p30">
              <a:extLst>
                <a:ext uri="{FF2B5EF4-FFF2-40B4-BE49-F238E27FC236}">
                  <a16:creationId xmlns:a16="http://schemas.microsoft.com/office/drawing/2014/main" id="{8767A155-2C81-F4F0-9DD4-69E026407C02}"/>
                </a:ext>
              </a:extLst>
            </p:cNvPr>
            <p:cNvSpPr/>
            <p:nvPr/>
          </p:nvSpPr>
          <p:spPr>
            <a:xfrm>
              <a:off x="4583876" y="2453619"/>
              <a:ext cx="322123" cy="386891"/>
            </a:xfrm>
            <a:custGeom>
              <a:avLst/>
              <a:gdLst/>
              <a:ahLst/>
              <a:cxnLst/>
              <a:rect l="l" t="t" r="r" b="b"/>
              <a:pathLst>
                <a:path w="189" h="227" extrusionOk="0">
                  <a:moveTo>
                    <a:pt x="142" y="194"/>
                  </a:moveTo>
                  <a:lnTo>
                    <a:pt x="142" y="194"/>
                  </a:lnTo>
                  <a:lnTo>
                    <a:pt x="135" y="211"/>
                  </a:lnTo>
                  <a:lnTo>
                    <a:pt x="137" y="218"/>
                  </a:lnTo>
                  <a:lnTo>
                    <a:pt x="135" y="227"/>
                  </a:lnTo>
                  <a:lnTo>
                    <a:pt x="121" y="220"/>
                  </a:lnTo>
                  <a:lnTo>
                    <a:pt x="114" y="218"/>
                  </a:lnTo>
                  <a:lnTo>
                    <a:pt x="92" y="206"/>
                  </a:lnTo>
                  <a:lnTo>
                    <a:pt x="92" y="197"/>
                  </a:lnTo>
                  <a:lnTo>
                    <a:pt x="114" y="199"/>
                  </a:lnTo>
                  <a:lnTo>
                    <a:pt x="130" y="197"/>
                  </a:lnTo>
                  <a:lnTo>
                    <a:pt x="142" y="194"/>
                  </a:lnTo>
                  <a:close/>
                  <a:moveTo>
                    <a:pt x="40" y="133"/>
                  </a:moveTo>
                  <a:lnTo>
                    <a:pt x="40" y="133"/>
                  </a:lnTo>
                  <a:lnTo>
                    <a:pt x="50" y="147"/>
                  </a:lnTo>
                  <a:lnTo>
                    <a:pt x="48" y="175"/>
                  </a:lnTo>
                  <a:lnTo>
                    <a:pt x="40" y="173"/>
                  </a:lnTo>
                  <a:lnTo>
                    <a:pt x="33" y="180"/>
                  </a:lnTo>
                  <a:lnTo>
                    <a:pt x="26" y="175"/>
                  </a:lnTo>
                  <a:lnTo>
                    <a:pt x="26" y="149"/>
                  </a:lnTo>
                  <a:lnTo>
                    <a:pt x="22" y="137"/>
                  </a:lnTo>
                  <a:lnTo>
                    <a:pt x="31" y="137"/>
                  </a:lnTo>
                  <a:lnTo>
                    <a:pt x="40" y="133"/>
                  </a:lnTo>
                  <a:close/>
                  <a:moveTo>
                    <a:pt x="90" y="7"/>
                  </a:moveTo>
                  <a:lnTo>
                    <a:pt x="90" y="7"/>
                  </a:lnTo>
                  <a:lnTo>
                    <a:pt x="114" y="14"/>
                  </a:lnTo>
                  <a:lnTo>
                    <a:pt x="111" y="26"/>
                  </a:lnTo>
                  <a:lnTo>
                    <a:pt x="116" y="36"/>
                  </a:lnTo>
                  <a:lnTo>
                    <a:pt x="102" y="31"/>
                  </a:lnTo>
                  <a:lnTo>
                    <a:pt x="90" y="40"/>
                  </a:lnTo>
                  <a:lnTo>
                    <a:pt x="90" y="52"/>
                  </a:lnTo>
                  <a:lnTo>
                    <a:pt x="88" y="57"/>
                  </a:lnTo>
                  <a:lnTo>
                    <a:pt x="95" y="69"/>
                  </a:lnTo>
                  <a:lnTo>
                    <a:pt x="109" y="81"/>
                  </a:lnTo>
                  <a:lnTo>
                    <a:pt x="116" y="100"/>
                  </a:lnTo>
                  <a:lnTo>
                    <a:pt x="135" y="116"/>
                  </a:lnTo>
                  <a:lnTo>
                    <a:pt x="147" y="116"/>
                  </a:lnTo>
                  <a:lnTo>
                    <a:pt x="152" y="121"/>
                  </a:lnTo>
                  <a:lnTo>
                    <a:pt x="147" y="126"/>
                  </a:lnTo>
                  <a:lnTo>
                    <a:pt x="161" y="133"/>
                  </a:lnTo>
                  <a:lnTo>
                    <a:pt x="173" y="140"/>
                  </a:lnTo>
                  <a:lnTo>
                    <a:pt x="187" y="149"/>
                  </a:lnTo>
                  <a:lnTo>
                    <a:pt x="189" y="154"/>
                  </a:lnTo>
                  <a:lnTo>
                    <a:pt x="187" y="161"/>
                  </a:lnTo>
                  <a:lnTo>
                    <a:pt x="178" y="152"/>
                  </a:lnTo>
                  <a:lnTo>
                    <a:pt x="163" y="147"/>
                  </a:lnTo>
                  <a:lnTo>
                    <a:pt x="156" y="161"/>
                  </a:lnTo>
                  <a:lnTo>
                    <a:pt x="168" y="171"/>
                  </a:lnTo>
                  <a:lnTo>
                    <a:pt x="166" y="180"/>
                  </a:lnTo>
                  <a:lnTo>
                    <a:pt x="159" y="182"/>
                  </a:lnTo>
                  <a:lnTo>
                    <a:pt x="152" y="199"/>
                  </a:lnTo>
                  <a:lnTo>
                    <a:pt x="145" y="201"/>
                  </a:lnTo>
                  <a:lnTo>
                    <a:pt x="145" y="194"/>
                  </a:lnTo>
                  <a:lnTo>
                    <a:pt x="147" y="182"/>
                  </a:lnTo>
                  <a:lnTo>
                    <a:pt x="152" y="178"/>
                  </a:lnTo>
                  <a:lnTo>
                    <a:pt x="145" y="166"/>
                  </a:lnTo>
                  <a:lnTo>
                    <a:pt x="140" y="156"/>
                  </a:lnTo>
                  <a:lnTo>
                    <a:pt x="133" y="154"/>
                  </a:lnTo>
                  <a:lnTo>
                    <a:pt x="128" y="145"/>
                  </a:lnTo>
                  <a:lnTo>
                    <a:pt x="116" y="140"/>
                  </a:lnTo>
                  <a:lnTo>
                    <a:pt x="111" y="133"/>
                  </a:lnTo>
                  <a:lnTo>
                    <a:pt x="100" y="130"/>
                  </a:lnTo>
                  <a:lnTo>
                    <a:pt x="88" y="121"/>
                  </a:lnTo>
                  <a:lnTo>
                    <a:pt x="71" y="107"/>
                  </a:lnTo>
                  <a:lnTo>
                    <a:pt x="62" y="95"/>
                  </a:lnTo>
                  <a:lnTo>
                    <a:pt x="55" y="74"/>
                  </a:lnTo>
                  <a:lnTo>
                    <a:pt x="48" y="71"/>
                  </a:lnTo>
                  <a:lnTo>
                    <a:pt x="36" y="62"/>
                  </a:lnTo>
                  <a:lnTo>
                    <a:pt x="26" y="66"/>
                  </a:lnTo>
                  <a:lnTo>
                    <a:pt x="19" y="76"/>
                  </a:lnTo>
                  <a:lnTo>
                    <a:pt x="10" y="78"/>
                  </a:lnTo>
                  <a:lnTo>
                    <a:pt x="12" y="69"/>
                  </a:lnTo>
                  <a:lnTo>
                    <a:pt x="5" y="66"/>
                  </a:lnTo>
                  <a:lnTo>
                    <a:pt x="0" y="47"/>
                  </a:lnTo>
                  <a:lnTo>
                    <a:pt x="5" y="40"/>
                  </a:lnTo>
                  <a:lnTo>
                    <a:pt x="0" y="33"/>
                  </a:lnTo>
                  <a:lnTo>
                    <a:pt x="0" y="26"/>
                  </a:lnTo>
                  <a:lnTo>
                    <a:pt x="7" y="31"/>
                  </a:lnTo>
                  <a:lnTo>
                    <a:pt x="17" y="31"/>
                  </a:lnTo>
                  <a:lnTo>
                    <a:pt x="24" y="21"/>
                  </a:lnTo>
                  <a:lnTo>
                    <a:pt x="29" y="26"/>
                  </a:lnTo>
                  <a:lnTo>
                    <a:pt x="36" y="26"/>
                  </a:lnTo>
                  <a:lnTo>
                    <a:pt x="40" y="14"/>
                  </a:lnTo>
                  <a:lnTo>
                    <a:pt x="52" y="19"/>
                  </a:lnTo>
                  <a:lnTo>
                    <a:pt x="57" y="14"/>
                  </a:lnTo>
                  <a:lnTo>
                    <a:pt x="59" y="5"/>
                  </a:lnTo>
                  <a:lnTo>
                    <a:pt x="69" y="10"/>
                  </a:lnTo>
                  <a:lnTo>
                    <a:pt x="71" y="5"/>
                  </a:lnTo>
                  <a:lnTo>
                    <a:pt x="88" y="0"/>
                  </a:lnTo>
                  <a:lnTo>
                    <a:pt x="90" y="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306;p30">
              <a:extLst>
                <a:ext uri="{FF2B5EF4-FFF2-40B4-BE49-F238E27FC236}">
                  <a16:creationId xmlns:a16="http://schemas.microsoft.com/office/drawing/2014/main" id="{4E0BD45B-99CF-4769-856F-6A6304A90B93}"/>
                </a:ext>
              </a:extLst>
            </p:cNvPr>
            <p:cNvSpPr/>
            <p:nvPr/>
          </p:nvSpPr>
          <p:spPr>
            <a:xfrm>
              <a:off x="2233569" y="3401244"/>
              <a:ext cx="61357" cy="25566"/>
            </a:xfrm>
            <a:custGeom>
              <a:avLst/>
              <a:gdLst/>
              <a:ahLst/>
              <a:cxnLst/>
              <a:rect l="l" t="t" r="r" b="b"/>
              <a:pathLst>
                <a:path w="36" h="15" extrusionOk="0">
                  <a:moveTo>
                    <a:pt x="24" y="12"/>
                  </a:moveTo>
                  <a:lnTo>
                    <a:pt x="24" y="12"/>
                  </a:lnTo>
                  <a:lnTo>
                    <a:pt x="19" y="15"/>
                  </a:lnTo>
                  <a:lnTo>
                    <a:pt x="10" y="12"/>
                  </a:lnTo>
                  <a:lnTo>
                    <a:pt x="0" y="5"/>
                  </a:lnTo>
                  <a:lnTo>
                    <a:pt x="3" y="3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24" y="3"/>
                  </a:lnTo>
                  <a:lnTo>
                    <a:pt x="33" y="7"/>
                  </a:lnTo>
                  <a:lnTo>
                    <a:pt x="36" y="12"/>
                  </a:lnTo>
                  <a:lnTo>
                    <a:pt x="24" y="1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307;p30">
              <a:extLst>
                <a:ext uri="{FF2B5EF4-FFF2-40B4-BE49-F238E27FC236}">
                  <a16:creationId xmlns:a16="http://schemas.microsoft.com/office/drawing/2014/main" id="{C770C359-73D2-6F04-51BE-DA2CFE139B86}"/>
                </a:ext>
              </a:extLst>
            </p:cNvPr>
            <p:cNvSpPr/>
            <p:nvPr/>
          </p:nvSpPr>
          <p:spPr>
            <a:xfrm>
              <a:off x="8304483" y="2134903"/>
              <a:ext cx="85217" cy="363029"/>
            </a:xfrm>
            <a:custGeom>
              <a:avLst/>
              <a:gdLst/>
              <a:ahLst/>
              <a:cxnLst/>
              <a:rect l="l" t="t" r="r" b="b"/>
              <a:pathLst>
                <a:path w="50" h="213" extrusionOk="0">
                  <a:moveTo>
                    <a:pt x="50" y="142"/>
                  </a:moveTo>
                  <a:lnTo>
                    <a:pt x="34" y="97"/>
                  </a:lnTo>
                  <a:lnTo>
                    <a:pt x="26" y="71"/>
                  </a:lnTo>
                  <a:lnTo>
                    <a:pt x="26" y="45"/>
                  </a:lnTo>
                  <a:lnTo>
                    <a:pt x="22" y="19"/>
                  </a:lnTo>
                  <a:lnTo>
                    <a:pt x="17" y="0"/>
                  </a:lnTo>
                  <a:lnTo>
                    <a:pt x="10" y="5"/>
                  </a:lnTo>
                  <a:lnTo>
                    <a:pt x="17" y="19"/>
                  </a:lnTo>
                  <a:lnTo>
                    <a:pt x="0" y="31"/>
                  </a:lnTo>
                  <a:lnTo>
                    <a:pt x="0" y="66"/>
                  </a:lnTo>
                  <a:lnTo>
                    <a:pt x="10" y="92"/>
                  </a:lnTo>
                  <a:lnTo>
                    <a:pt x="10" y="126"/>
                  </a:lnTo>
                  <a:lnTo>
                    <a:pt x="5" y="145"/>
                  </a:lnTo>
                  <a:lnTo>
                    <a:pt x="8" y="171"/>
                  </a:lnTo>
                  <a:lnTo>
                    <a:pt x="5" y="194"/>
                  </a:lnTo>
                  <a:lnTo>
                    <a:pt x="8" y="213"/>
                  </a:lnTo>
                  <a:lnTo>
                    <a:pt x="19" y="194"/>
                  </a:lnTo>
                  <a:lnTo>
                    <a:pt x="31" y="208"/>
                  </a:lnTo>
                  <a:lnTo>
                    <a:pt x="31" y="194"/>
                  </a:lnTo>
                  <a:lnTo>
                    <a:pt x="15" y="168"/>
                  </a:lnTo>
                  <a:lnTo>
                    <a:pt x="24" y="133"/>
                  </a:lnTo>
                  <a:lnTo>
                    <a:pt x="50" y="142"/>
                  </a:lnTo>
                  <a:lnTo>
                    <a:pt x="50" y="142"/>
                  </a:lnTo>
                  <a:lnTo>
                    <a:pt x="50" y="14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308;p30">
              <a:extLst>
                <a:ext uri="{FF2B5EF4-FFF2-40B4-BE49-F238E27FC236}">
                  <a16:creationId xmlns:a16="http://schemas.microsoft.com/office/drawing/2014/main" id="{643B54CA-8D73-C178-4040-6B3DE6F2FDC2}"/>
                </a:ext>
              </a:extLst>
            </p:cNvPr>
            <p:cNvSpPr/>
            <p:nvPr/>
          </p:nvSpPr>
          <p:spPr>
            <a:xfrm>
              <a:off x="7967020" y="2514977"/>
              <a:ext cx="446541" cy="507899"/>
            </a:xfrm>
            <a:custGeom>
              <a:avLst/>
              <a:gdLst/>
              <a:ahLst/>
              <a:cxnLst/>
              <a:rect l="l" t="t" r="r" b="b"/>
              <a:pathLst>
                <a:path w="262" h="298" extrusionOk="0">
                  <a:moveTo>
                    <a:pt x="85" y="239"/>
                  </a:moveTo>
                  <a:lnTo>
                    <a:pt x="85" y="239"/>
                  </a:lnTo>
                  <a:lnTo>
                    <a:pt x="87" y="246"/>
                  </a:lnTo>
                  <a:lnTo>
                    <a:pt x="78" y="258"/>
                  </a:lnTo>
                  <a:lnTo>
                    <a:pt x="71" y="251"/>
                  </a:lnTo>
                  <a:lnTo>
                    <a:pt x="64" y="255"/>
                  </a:lnTo>
                  <a:lnTo>
                    <a:pt x="59" y="267"/>
                  </a:lnTo>
                  <a:lnTo>
                    <a:pt x="49" y="262"/>
                  </a:lnTo>
                  <a:lnTo>
                    <a:pt x="49" y="253"/>
                  </a:lnTo>
                  <a:lnTo>
                    <a:pt x="56" y="241"/>
                  </a:lnTo>
                  <a:lnTo>
                    <a:pt x="66" y="243"/>
                  </a:lnTo>
                  <a:lnTo>
                    <a:pt x="73" y="234"/>
                  </a:lnTo>
                  <a:lnTo>
                    <a:pt x="85" y="239"/>
                  </a:lnTo>
                  <a:lnTo>
                    <a:pt x="85" y="239"/>
                  </a:lnTo>
                  <a:lnTo>
                    <a:pt x="85" y="239"/>
                  </a:lnTo>
                  <a:close/>
                  <a:moveTo>
                    <a:pt x="189" y="180"/>
                  </a:moveTo>
                  <a:lnTo>
                    <a:pt x="189" y="180"/>
                  </a:lnTo>
                  <a:lnTo>
                    <a:pt x="182" y="196"/>
                  </a:lnTo>
                  <a:lnTo>
                    <a:pt x="184" y="206"/>
                  </a:lnTo>
                  <a:lnTo>
                    <a:pt x="175" y="220"/>
                  </a:lnTo>
                  <a:lnTo>
                    <a:pt x="156" y="229"/>
                  </a:lnTo>
                  <a:lnTo>
                    <a:pt x="127" y="232"/>
                  </a:lnTo>
                  <a:lnTo>
                    <a:pt x="104" y="253"/>
                  </a:lnTo>
                  <a:lnTo>
                    <a:pt x="94" y="243"/>
                  </a:lnTo>
                  <a:lnTo>
                    <a:pt x="92" y="232"/>
                  </a:lnTo>
                  <a:lnTo>
                    <a:pt x="64" y="234"/>
                  </a:lnTo>
                  <a:lnTo>
                    <a:pt x="45" y="243"/>
                  </a:lnTo>
                  <a:lnTo>
                    <a:pt x="26" y="243"/>
                  </a:lnTo>
                  <a:lnTo>
                    <a:pt x="42" y="260"/>
                  </a:lnTo>
                  <a:lnTo>
                    <a:pt x="30" y="291"/>
                  </a:lnTo>
                  <a:lnTo>
                    <a:pt x="21" y="298"/>
                  </a:lnTo>
                  <a:lnTo>
                    <a:pt x="14" y="291"/>
                  </a:lnTo>
                  <a:lnTo>
                    <a:pt x="16" y="274"/>
                  </a:lnTo>
                  <a:lnTo>
                    <a:pt x="7" y="269"/>
                  </a:lnTo>
                  <a:lnTo>
                    <a:pt x="0" y="255"/>
                  </a:lnTo>
                  <a:lnTo>
                    <a:pt x="16" y="251"/>
                  </a:lnTo>
                  <a:lnTo>
                    <a:pt x="26" y="239"/>
                  </a:lnTo>
                  <a:lnTo>
                    <a:pt x="40" y="227"/>
                  </a:lnTo>
                  <a:lnTo>
                    <a:pt x="52" y="215"/>
                  </a:lnTo>
                  <a:lnTo>
                    <a:pt x="85" y="208"/>
                  </a:lnTo>
                  <a:lnTo>
                    <a:pt x="101" y="213"/>
                  </a:lnTo>
                  <a:lnTo>
                    <a:pt x="118" y="177"/>
                  </a:lnTo>
                  <a:lnTo>
                    <a:pt x="130" y="187"/>
                  </a:lnTo>
                  <a:lnTo>
                    <a:pt x="153" y="165"/>
                  </a:lnTo>
                  <a:lnTo>
                    <a:pt x="163" y="158"/>
                  </a:lnTo>
                  <a:lnTo>
                    <a:pt x="172" y="132"/>
                  </a:lnTo>
                  <a:lnTo>
                    <a:pt x="170" y="111"/>
                  </a:lnTo>
                  <a:lnTo>
                    <a:pt x="177" y="97"/>
                  </a:lnTo>
                  <a:lnTo>
                    <a:pt x="196" y="92"/>
                  </a:lnTo>
                  <a:lnTo>
                    <a:pt x="203" y="123"/>
                  </a:lnTo>
                  <a:lnTo>
                    <a:pt x="203" y="139"/>
                  </a:lnTo>
                  <a:lnTo>
                    <a:pt x="189" y="158"/>
                  </a:lnTo>
                  <a:lnTo>
                    <a:pt x="189" y="180"/>
                  </a:lnTo>
                  <a:lnTo>
                    <a:pt x="189" y="180"/>
                  </a:lnTo>
                  <a:lnTo>
                    <a:pt x="189" y="180"/>
                  </a:lnTo>
                  <a:close/>
                  <a:moveTo>
                    <a:pt x="236" y="30"/>
                  </a:moveTo>
                  <a:lnTo>
                    <a:pt x="236" y="30"/>
                  </a:lnTo>
                  <a:lnTo>
                    <a:pt x="248" y="35"/>
                  </a:lnTo>
                  <a:lnTo>
                    <a:pt x="258" y="26"/>
                  </a:lnTo>
                  <a:lnTo>
                    <a:pt x="262" y="52"/>
                  </a:lnTo>
                  <a:lnTo>
                    <a:pt x="239" y="56"/>
                  </a:lnTo>
                  <a:lnTo>
                    <a:pt x="224" y="78"/>
                  </a:lnTo>
                  <a:lnTo>
                    <a:pt x="198" y="64"/>
                  </a:lnTo>
                  <a:lnTo>
                    <a:pt x="189" y="87"/>
                  </a:lnTo>
                  <a:lnTo>
                    <a:pt x="172" y="87"/>
                  </a:lnTo>
                  <a:lnTo>
                    <a:pt x="170" y="66"/>
                  </a:lnTo>
                  <a:lnTo>
                    <a:pt x="177" y="49"/>
                  </a:lnTo>
                  <a:lnTo>
                    <a:pt x="196" y="49"/>
                  </a:lnTo>
                  <a:lnTo>
                    <a:pt x="198" y="16"/>
                  </a:lnTo>
                  <a:lnTo>
                    <a:pt x="203" y="0"/>
                  </a:lnTo>
                  <a:lnTo>
                    <a:pt x="224" y="23"/>
                  </a:lnTo>
                  <a:lnTo>
                    <a:pt x="236" y="30"/>
                  </a:lnTo>
                  <a:lnTo>
                    <a:pt x="236" y="30"/>
                  </a:lnTo>
                  <a:lnTo>
                    <a:pt x="236" y="3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309;p30">
              <a:extLst>
                <a:ext uri="{FF2B5EF4-FFF2-40B4-BE49-F238E27FC236}">
                  <a16:creationId xmlns:a16="http://schemas.microsoft.com/office/drawing/2014/main" id="{D394D75F-BDF9-98EF-DDCE-25BCF2419B6B}"/>
                </a:ext>
              </a:extLst>
            </p:cNvPr>
            <p:cNvSpPr/>
            <p:nvPr/>
          </p:nvSpPr>
          <p:spPr>
            <a:xfrm>
              <a:off x="7220513" y="3515436"/>
              <a:ext cx="144870" cy="115897"/>
            </a:xfrm>
            <a:custGeom>
              <a:avLst/>
              <a:gdLst/>
              <a:ahLst/>
              <a:cxnLst/>
              <a:rect l="l" t="t" r="r" b="b"/>
              <a:pathLst>
                <a:path w="85" h="68" extrusionOk="0">
                  <a:moveTo>
                    <a:pt x="83" y="7"/>
                  </a:moveTo>
                  <a:lnTo>
                    <a:pt x="83" y="7"/>
                  </a:lnTo>
                  <a:lnTo>
                    <a:pt x="85" y="16"/>
                  </a:lnTo>
                  <a:lnTo>
                    <a:pt x="83" y="38"/>
                  </a:lnTo>
                  <a:lnTo>
                    <a:pt x="57" y="49"/>
                  </a:lnTo>
                  <a:lnTo>
                    <a:pt x="64" y="59"/>
                  </a:lnTo>
                  <a:lnTo>
                    <a:pt x="47" y="61"/>
                  </a:lnTo>
                  <a:lnTo>
                    <a:pt x="33" y="68"/>
                  </a:lnTo>
                  <a:lnTo>
                    <a:pt x="19" y="66"/>
                  </a:lnTo>
                  <a:lnTo>
                    <a:pt x="14" y="56"/>
                  </a:lnTo>
                  <a:lnTo>
                    <a:pt x="5" y="40"/>
                  </a:lnTo>
                  <a:lnTo>
                    <a:pt x="0" y="19"/>
                  </a:lnTo>
                  <a:lnTo>
                    <a:pt x="12" y="4"/>
                  </a:lnTo>
                  <a:lnTo>
                    <a:pt x="33" y="2"/>
                  </a:lnTo>
                  <a:lnTo>
                    <a:pt x="47" y="4"/>
                  </a:lnTo>
                  <a:lnTo>
                    <a:pt x="62" y="11"/>
                  </a:lnTo>
                  <a:lnTo>
                    <a:pt x="69" y="0"/>
                  </a:lnTo>
                  <a:lnTo>
                    <a:pt x="83" y="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310;p30">
              <a:extLst>
                <a:ext uri="{FF2B5EF4-FFF2-40B4-BE49-F238E27FC236}">
                  <a16:creationId xmlns:a16="http://schemas.microsoft.com/office/drawing/2014/main" id="{9A9392C3-E395-158B-F478-0995B15226AE}"/>
                </a:ext>
              </a:extLst>
            </p:cNvPr>
            <p:cNvSpPr/>
            <p:nvPr/>
          </p:nvSpPr>
          <p:spPr>
            <a:xfrm>
              <a:off x="7876608" y="2761621"/>
              <a:ext cx="92035" cy="141462"/>
            </a:xfrm>
            <a:custGeom>
              <a:avLst/>
              <a:gdLst/>
              <a:ahLst/>
              <a:cxnLst/>
              <a:rect l="l" t="t" r="r" b="b"/>
              <a:pathLst>
                <a:path w="54" h="83" extrusionOk="0">
                  <a:moveTo>
                    <a:pt x="35" y="0"/>
                  </a:moveTo>
                  <a:lnTo>
                    <a:pt x="35" y="0"/>
                  </a:lnTo>
                  <a:lnTo>
                    <a:pt x="49" y="24"/>
                  </a:lnTo>
                  <a:lnTo>
                    <a:pt x="54" y="38"/>
                  </a:lnTo>
                  <a:lnTo>
                    <a:pt x="54" y="59"/>
                  </a:lnTo>
                  <a:lnTo>
                    <a:pt x="47" y="71"/>
                  </a:lnTo>
                  <a:lnTo>
                    <a:pt x="33" y="73"/>
                  </a:lnTo>
                  <a:lnTo>
                    <a:pt x="19" y="83"/>
                  </a:lnTo>
                  <a:lnTo>
                    <a:pt x="4" y="83"/>
                  </a:lnTo>
                  <a:lnTo>
                    <a:pt x="2" y="73"/>
                  </a:lnTo>
                  <a:lnTo>
                    <a:pt x="7" y="59"/>
                  </a:lnTo>
                  <a:lnTo>
                    <a:pt x="0" y="38"/>
                  </a:lnTo>
                  <a:lnTo>
                    <a:pt x="9" y="36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9" y="17"/>
                  </a:lnTo>
                  <a:lnTo>
                    <a:pt x="14" y="7"/>
                  </a:lnTo>
                  <a:lnTo>
                    <a:pt x="26" y="7"/>
                  </a:lnTo>
                  <a:lnTo>
                    <a:pt x="33" y="5"/>
                  </a:lnTo>
                  <a:lnTo>
                    <a:pt x="35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311;p30">
              <a:extLst>
                <a:ext uri="{FF2B5EF4-FFF2-40B4-BE49-F238E27FC236}">
                  <a16:creationId xmlns:a16="http://schemas.microsoft.com/office/drawing/2014/main" id="{D102E44A-D480-BDA2-9C89-E9A39EA12846}"/>
                </a:ext>
              </a:extLst>
            </p:cNvPr>
            <p:cNvSpPr/>
            <p:nvPr/>
          </p:nvSpPr>
          <p:spPr>
            <a:xfrm>
              <a:off x="4950312" y="2603603"/>
              <a:ext cx="44313" cy="51131"/>
            </a:xfrm>
            <a:custGeom>
              <a:avLst/>
              <a:gdLst/>
              <a:ahLst/>
              <a:cxnLst/>
              <a:rect l="l" t="t" r="r" b="b"/>
              <a:pathLst>
                <a:path w="26" h="30" extrusionOk="0">
                  <a:moveTo>
                    <a:pt x="22" y="9"/>
                  </a:moveTo>
                  <a:lnTo>
                    <a:pt x="22" y="9"/>
                  </a:lnTo>
                  <a:lnTo>
                    <a:pt x="24" y="12"/>
                  </a:lnTo>
                  <a:lnTo>
                    <a:pt x="26" y="12"/>
                  </a:lnTo>
                  <a:lnTo>
                    <a:pt x="26" y="16"/>
                  </a:lnTo>
                  <a:lnTo>
                    <a:pt x="24" y="21"/>
                  </a:lnTo>
                  <a:lnTo>
                    <a:pt x="24" y="21"/>
                  </a:lnTo>
                  <a:lnTo>
                    <a:pt x="22" y="21"/>
                  </a:lnTo>
                  <a:lnTo>
                    <a:pt x="12" y="26"/>
                  </a:lnTo>
                  <a:lnTo>
                    <a:pt x="10" y="30"/>
                  </a:lnTo>
                  <a:lnTo>
                    <a:pt x="8" y="30"/>
                  </a:lnTo>
                  <a:lnTo>
                    <a:pt x="8" y="21"/>
                  </a:lnTo>
                  <a:lnTo>
                    <a:pt x="3" y="21"/>
                  </a:lnTo>
                  <a:lnTo>
                    <a:pt x="0" y="14"/>
                  </a:lnTo>
                  <a:lnTo>
                    <a:pt x="3" y="9"/>
                  </a:lnTo>
                  <a:lnTo>
                    <a:pt x="8" y="7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5" y="2"/>
                  </a:lnTo>
                  <a:lnTo>
                    <a:pt x="17" y="4"/>
                  </a:lnTo>
                  <a:lnTo>
                    <a:pt x="19" y="7"/>
                  </a:lnTo>
                  <a:lnTo>
                    <a:pt x="22" y="9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312;p30">
              <a:extLst>
                <a:ext uri="{FF2B5EF4-FFF2-40B4-BE49-F238E27FC236}">
                  <a16:creationId xmlns:a16="http://schemas.microsoft.com/office/drawing/2014/main" id="{FE83B98D-5379-CF98-81B0-FDC9B7444C0F}"/>
                </a:ext>
              </a:extLst>
            </p:cNvPr>
            <p:cNvSpPr/>
            <p:nvPr/>
          </p:nvSpPr>
          <p:spPr>
            <a:xfrm>
              <a:off x="5681480" y="3055259"/>
              <a:ext cx="51131" cy="47723"/>
            </a:xfrm>
            <a:custGeom>
              <a:avLst/>
              <a:gdLst/>
              <a:ahLst/>
              <a:cxnLst/>
              <a:rect l="l" t="t" r="r" b="b"/>
              <a:pathLst>
                <a:path w="30" h="28" extrusionOk="0">
                  <a:moveTo>
                    <a:pt x="30" y="28"/>
                  </a:moveTo>
                  <a:lnTo>
                    <a:pt x="30" y="28"/>
                  </a:lnTo>
                  <a:lnTo>
                    <a:pt x="19" y="28"/>
                  </a:lnTo>
                  <a:lnTo>
                    <a:pt x="14" y="21"/>
                  </a:lnTo>
                  <a:lnTo>
                    <a:pt x="0" y="19"/>
                  </a:lnTo>
                  <a:lnTo>
                    <a:pt x="11" y="0"/>
                  </a:lnTo>
                  <a:lnTo>
                    <a:pt x="23" y="2"/>
                  </a:lnTo>
                  <a:lnTo>
                    <a:pt x="26" y="9"/>
                  </a:lnTo>
                  <a:lnTo>
                    <a:pt x="26" y="14"/>
                  </a:lnTo>
                  <a:lnTo>
                    <a:pt x="30" y="28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313;p30">
              <a:extLst>
                <a:ext uri="{FF2B5EF4-FFF2-40B4-BE49-F238E27FC236}">
                  <a16:creationId xmlns:a16="http://schemas.microsoft.com/office/drawing/2014/main" id="{8C2DE29C-A717-1666-F67E-F7A2EF252A43}"/>
                </a:ext>
              </a:extLst>
            </p:cNvPr>
            <p:cNvSpPr/>
            <p:nvPr/>
          </p:nvSpPr>
          <p:spPr>
            <a:xfrm>
              <a:off x="4081091" y="3684166"/>
              <a:ext cx="107376" cy="117602"/>
            </a:xfrm>
            <a:custGeom>
              <a:avLst/>
              <a:gdLst/>
              <a:ahLst/>
              <a:cxnLst/>
              <a:rect l="l" t="t" r="r" b="b"/>
              <a:pathLst>
                <a:path w="63" h="69" extrusionOk="0">
                  <a:moveTo>
                    <a:pt x="37" y="19"/>
                  </a:moveTo>
                  <a:lnTo>
                    <a:pt x="37" y="19"/>
                  </a:lnTo>
                  <a:lnTo>
                    <a:pt x="42" y="19"/>
                  </a:lnTo>
                  <a:lnTo>
                    <a:pt x="45" y="14"/>
                  </a:lnTo>
                  <a:lnTo>
                    <a:pt x="49" y="14"/>
                  </a:lnTo>
                  <a:lnTo>
                    <a:pt x="47" y="19"/>
                  </a:lnTo>
                  <a:lnTo>
                    <a:pt x="49" y="26"/>
                  </a:lnTo>
                  <a:lnTo>
                    <a:pt x="47" y="33"/>
                  </a:lnTo>
                  <a:lnTo>
                    <a:pt x="52" y="38"/>
                  </a:lnTo>
                  <a:lnTo>
                    <a:pt x="56" y="38"/>
                  </a:lnTo>
                  <a:lnTo>
                    <a:pt x="63" y="45"/>
                  </a:lnTo>
                  <a:lnTo>
                    <a:pt x="63" y="52"/>
                  </a:lnTo>
                  <a:lnTo>
                    <a:pt x="61" y="54"/>
                  </a:lnTo>
                  <a:lnTo>
                    <a:pt x="61" y="66"/>
                  </a:lnTo>
                  <a:lnTo>
                    <a:pt x="56" y="69"/>
                  </a:lnTo>
                  <a:lnTo>
                    <a:pt x="40" y="62"/>
                  </a:lnTo>
                  <a:lnTo>
                    <a:pt x="26" y="47"/>
                  </a:lnTo>
                  <a:lnTo>
                    <a:pt x="11" y="38"/>
                  </a:lnTo>
                  <a:lnTo>
                    <a:pt x="0" y="28"/>
                  </a:lnTo>
                  <a:lnTo>
                    <a:pt x="4" y="24"/>
                  </a:lnTo>
                  <a:lnTo>
                    <a:pt x="4" y="19"/>
                  </a:lnTo>
                  <a:lnTo>
                    <a:pt x="11" y="10"/>
                  </a:lnTo>
                  <a:lnTo>
                    <a:pt x="21" y="2"/>
                  </a:lnTo>
                  <a:lnTo>
                    <a:pt x="23" y="2"/>
                  </a:lnTo>
                  <a:lnTo>
                    <a:pt x="28" y="0"/>
                  </a:lnTo>
                  <a:lnTo>
                    <a:pt x="35" y="10"/>
                  </a:lnTo>
                  <a:lnTo>
                    <a:pt x="33" y="17"/>
                  </a:lnTo>
                  <a:lnTo>
                    <a:pt x="37" y="19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314;p30">
              <a:extLst>
                <a:ext uri="{FF2B5EF4-FFF2-40B4-BE49-F238E27FC236}">
                  <a16:creationId xmlns:a16="http://schemas.microsoft.com/office/drawing/2014/main" id="{60EEDBAB-5487-635D-DC02-52D674E3759C}"/>
                </a:ext>
              </a:extLst>
            </p:cNvPr>
            <p:cNvSpPr/>
            <p:nvPr/>
          </p:nvSpPr>
          <p:spPr>
            <a:xfrm>
              <a:off x="4652051" y="2958109"/>
              <a:ext cx="436315" cy="415864"/>
            </a:xfrm>
            <a:custGeom>
              <a:avLst/>
              <a:gdLst/>
              <a:ahLst/>
              <a:cxnLst/>
              <a:rect l="l" t="t" r="r" b="b"/>
              <a:pathLst>
                <a:path w="256" h="244" extrusionOk="0">
                  <a:moveTo>
                    <a:pt x="36" y="0"/>
                  </a:moveTo>
                  <a:lnTo>
                    <a:pt x="36" y="0"/>
                  </a:lnTo>
                  <a:lnTo>
                    <a:pt x="55" y="5"/>
                  </a:lnTo>
                  <a:lnTo>
                    <a:pt x="62" y="2"/>
                  </a:lnTo>
                  <a:lnTo>
                    <a:pt x="74" y="7"/>
                  </a:lnTo>
                  <a:lnTo>
                    <a:pt x="97" y="17"/>
                  </a:lnTo>
                  <a:lnTo>
                    <a:pt x="105" y="33"/>
                  </a:lnTo>
                  <a:lnTo>
                    <a:pt x="119" y="36"/>
                  </a:lnTo>
                  <a:lnTo>
                    <a:pt x="142" y="43"/>
                  </a:lnTo>
                  <a:lnTo>
                    <a:pt x="159" y="52"/>
                  </a:lnTo>
                  <a:lnTo>
                    <a:pt x="166" y="47"/>
                  </a:lnTo>
                  <a:lnTo>
                    <a:pt x="173" y="40"/>
                  </a:lnTo>
                  <a:lnTo>
                    <a:pt x="171" y="26"/>
                  </a:lnTo>
                  <a:lnTo>
                    <a:pt x="175" y="17"/>
                  </a:lnTo>
                  <a:lnTo>
                    <a:pt x="187" y="7"/>
                  </a:lnTo>
                  <a:lnTo>
                    <a:pt x="199" y="5"/>
                  </a:lnTo>
                  <a:lnTo>
                    <a:pt x="220" y="7"/>
                  </a:lnTo>
                  <a:lnTo>
                    <a:pt x="225" y="17"/>
                  </a:lnTo>
                  <a:lnTo>
                    <a:pt x="232" y="17"/>
                  </a:lnTo>
                  <a:lnTo>
                    <a:pt x="237" y="21"/>
                  </a:lnTo>
                  <a:lnTo>
                    <a:pt x="254" y="21"/>
                  </a:lnTo>
                  <a:lnTo>
                    <a:pt x="256" y="28"/>
                  </a:lnTo>
                  <a:lnTo>
                    <a:pt x="251" y="38"/>
                  </a:lnTo>
                  <a:lnTo>
                    <a:pt x="254" y="45"/>
                  </a:lnTo>
                  <a:lnTo>
                    <a:pt x="251" y="57"/>
                  </a:lnTo>
                  <a:lnTo>
                    <a:pt x="254" y="71"/>
                  </a:lnTo>
                  <a:lnTo>
                    <a:pt x="254" y="137"/>
                  </a:lnTo>
                  <a:lnTo>
                    <a:pt x="254" y="201"/>
                  </a:lnTo>
                  <a:lnTo>
                    <a:pt x="254" y="234"/>
                  </a:lnTo>
                  <a:lnTo>
                    <a:pt x="237" y="234"/>
                  </a:lnTo>
                  <a:lnTo>
                    <a:pt x="237" y="244"/>
                  </a:lnTo>
                  <a:lnTo>
                    <a:pt x="171" y="211"/>
                  </a:lnTo>
                  <a:lnTo>
                    <a:pt x="107" y="178"/>
                  </a:lnTo>
                  <a:lnTo>
                    <a:pt x="90" y="187"/>
                  </a:lnTo>
                  <a:lnTo>
                    <a:pt x="78" y="192"/>
                  </a:lnTo>
                  <a:lnTo>
                    <a:pt x="69" y="185"/>
                  </a:lnTo>
                  <a:lnTo>
                    <a:pt x="43" y="175"/>
                  </a:lnTo>
                  <a:lnTo>
                    <a:pt x="36" y="166"/>
                  </a:lnTo>
                  <a:lnTo>
                    <a:pt x="24" y="156"/>
                  </a:lnTo>
                  <a:lnTo>
                    <a:pt x="17" y="159"/>
                  </a:lnTo>
                  <a:lnTo>
                    <a:pt x="10" y="149"/>
                  </a:lnTo>
                  <a:lnTo>
                    <a:pt x="10" y="142"/>
                  </a:lnTo>
                  <a:lnTo>
                    <a:pt x="0" y="128"/>
                  </a:lnTo>
                  <a:lnTo>
                    <a:pt x="8" y="123"/>
                  </a:lnTo>
                  <a:lnTo>
                    <a:pt x="5" y="109"/>
                  </a:lnTo>
                  <a:lnTo>
                    <a:pt x="8" y="99"/>
                  </a:lnTo>
                  <a:lnTo>
                    <a:pt x="8" y="92"/>
                  </a:lnTo>
                  <a:lnTo>
                    <a:pt x="10" y="78"/>
                  </a:lnTo>
                  <a:lnTo>
                    <a:pt x="10" y="69"/>
                  </a:lnTo>
                  <a:lnTo>
                    <a:pt x="3" y="52"/>
                  </a:lnTo>
                  <a:lnTo>
                    <a:pt x="10" y="47"/>
                  </a:lnTo>
                  <a:lnTo>
                    <a:pt x="12" y="40"/>
                  </a:lnTo>
                  <a:lnTo>
                    <a:pt x="10" y="33"/>
                  </a:lnTo>
                  <a:lnTo>
                    <a:pt x="22" y="24"/>
                  </a:lnTo>
                  <a:lnTo>
                    <a:pt x="26" y="19"/>
                  </a:lnTo>
                  <a:lnTo>
                    <a:pt x="36" y="14"/>
                  </a:lnTo>
                  <a:lnTo>
                    <a:pt x="36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315;p30">
              <a:extLst>
                <a:ext uri="{FF2B5EF4-FFF2-40B4-BE49-F238E27FC236}">
                  <a16:creationId xmlns:a16="http://schemas.microsoft.com/office/drawing/2014/main" id="{95BD5AC4-D58A-5481-21DE-CA52C08DE7FC}"/>
                </a:ext>
              </a:extLst>
            </p:cNvPr>
            <p:cNvSpPr/>
            <p:nvPr/>
          </p:nvSpPr>
          <p:spPr>
            <a:xfrm>
              <a:off x="6596719" y="3648376"/>
              <a:ext cx="56245" cy="109080"/>
            </a:xfrm>
            <a:custGeom>
              <a:avLst/>
              <a:gdLst/>
              <a:ahLst/>
              <a:cxnLst/>
              <a:rect l="l" t="t" r="r" b="b"/>
              <a:pathLst>
                <a:path w="33" h="64" extrusionOk="0">
                  <a:moveTo>
                    <a:pt x="23" y="59"/>
                  </a:moveTo>
                  <a:lnTo>
                    <a:pt x="23" y="59"/>
                  </a:lnTo>
                  <a:lnTo>
                    <a:pt x="9" y="64"/>
                  </a:lnTo>
                  <a:lnTo>
                    <a:pt x="2" y="49"/>
                  </a:lnTo>
                  <a:lnTo>
                    <a:pt x="0" y="26"/>
                  </a:lnTo>
                  <a:lnTo>
                    <a:pt x="7" y="0"/>
                  </a:lnTo>
                  <a:lnTo>
                    <a:pt x="18" y="9"/>
                  </a:lnTo>
                  <a:lnTo>
                    <a:pt x="26" y="21"/>
                  </a:lnTo>
                  <a:lnTo>
                    <a:pt x="33" y="38"/>
                  </a:lnTo>
                  <a:lnTo>
                    <a:pt x="30" y="54"/>
                  </a:lnTo>
                  <a:lnTo>
                    <a:pt x="23" y="59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316;p30">
              <a:extLst>
                <a:ext uri="{FF2B5EF4-FFF2-40B4-BE49-F238E27FC236}">
                  <a16:creationId xmlns:a16="http://schemas.microsoft.com/office/drawing/2014/main" id="{B5EC7A36-EB10-7A4C-5EE6-080D0AA3F4C8}"/>
                </a:ext>
              </a:extLst>
            </p:cNvPr>
            <p:cNvSpPr/>
            <p:nvPr/>
          </p:nvSpPr>
          <p:spPr>
            <a:xfrm>
              <a:off x="4551493" y="2329202"/>
              <a:ext cx="17044" cy="27269"/>
            </a:xfrm>
            <a:custGeom>
              <a:avLst/>
              <a:gdLst/>
              <a:ahLst/>
              <a:cxnLst/>
              <a:rect l="l" t="t" r="r" b="b"/>
              <a:pathLst>
                <a:path w="10" h="16" extrusionOk="0">
                  <a:moveTo>
                    <a:pt x="10" y="16"/>
                  </a:moveTo>
                  <a:lnTo>
                    <a:pt x="10" y="16"/>
                  </a:lnTo>
                  <a:lnTo>
                    <a:pt x="5" y="16"/>
                  </a:lnTo>
                  <a:lnTo>
                    <a:pt x="0" y="14"/>
                  </a:lnTo>
                  <a:lnTo>
                    <a:pt x="3" y="0"/>
                  </a:lnTo>
                  <a:lnTo>
                    <a:pt x="7" y="0"/>
                  </a:lnTo>
                  <a:lnTo>
                    <a:pt x="10" y="4"/>
                  </a:lnTo>
                  <a:lnTo>
                    <a:pt x="10" y="16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317;p30">
              <a:extLst>
                <a:ext uri="{FF2B5EF4-FFF2-40B4-BE49-F238E27FC236}">
                  <a16:creationId xmlns:a16="http://schemas.microsoft.com/office/drawing/2014/main" id="{1B603AC0-24A4-E454-4201-C6698037FD6D}"/>
                </a:ext>
              </a:extLst>
            </p:cNvPr>
            <p:cNvSpPr/>
            <p:nvPr/>
          </p:nvSpPr>
          <p:spPr>
            <a:xfrm>
              <a:off x="4979287" y="1961060"/>
              <a:ext cx="197705" cy="117602"/>
            </a:xfrm>
            <a:custGeom>
              <a:avLst/>
              <a:gdLst/>
              <a:ahLst/>
              <a:cxnLst/>
              <a:rect l="l" t="t" r="r" b="b"/>
              <a:pathLst>
                <a:path w="116" h="69" extrusionOk="0">
                  <a:moveTo>
                    <a:pt x="109" y="22"/>
                  </a:moveTo>
                  <a:lnTo>
                    <a:pt x="109" y="22"/>
                  </a:lnTo>
                  <a:lnTo>
                    <a:pt x="109" y="36"/>
                  </a:lnTo>
                  <a:lnTo>
                    <a:pt x="116" y="52"/>
                  </a:lnTo>
                  <a:lnTo>
                    <a:pt x="97" y="64"/>
                  </a:lnTo>
                  <a:lnTo>
                    <a:pt x="88" y="69"/>
                  </a:lnTo>
                  <a:lnTo>
                    <a:pt x="71" y="55"/>
                  </a:lnTo>
                  <a:lnTo>
                    <a:pt x="64" y="52"/>
                  </a:lnTo>
                  <a:lnTo>
                    <a:pt x="62" y="48"/>
                  </a:lnTo>
                  <a:lnTo>
                    <a:pt x="45" y="50"/>
                  </a:lnTo>
                  <a:lnTo>
                    <a:pt x="19" y="48"/>
                  </a:lnTo>
                  <a:lnTo>
                    <a:pt x="0" y="57"/>
                  </a:lnTo>
                  <a:lnTo>
                    <a:pt x="0" y="36"/>
                  </a:lnTo>
                  <a:lnTo>
                    <a:pt x="7" y="17"/>
                  </a:lnTo>
                  <a:lnTo>
                    <a:pt x="24" y="5"/>
                  </a:lnTo>
                  <a:lnTo>
                    <a:pt x="36" y="29"/>
                  </a:lnTo>
                  <a:lnTo>
                    <a:pt x="50" y="26"/>
                  </a:lnTo>
                  <a:lnTo>
                    <a:pt x="52" y="5"/>
                  </a:lnTo>
                  <a:lnTo>
                    <a:pt x="66" y="0"/>
                  </a:lnTo>
                  <a:lnTo>
                    <a:pt x="73" y="3"/>
                  </a:lnTo>
                  <a:lnTo>
                    <a:pt x="88" y="15"/>
                  </a:lnTo>
                  <a:lnTo>
                    <a:pt x="99" y="15"/>
                  </a:lnTo>
                  <a:lnTo>
                    <a:pt x="109" y="2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318;p30">
              <a:extLst>
                <a:ext uri="{FF2B5EF4-FFF2-40B4-BE49-F238E27FC236}">
                  <a16:creationId xmlns:a16="http://schemas.microsoft.com/office/drawing/2014/main" id="{735905E5-6AF8-A4B2-3923-F8FFFEC72414}"/>
                </a:ext>
              </a:extLst>
            </p:cNvPr>
            <p:cNvSpPr/>
            <p:nvPr/>
          </p:nvSpPr>
          <p:spPr>
            <a:xfrm>
              <a:off x="5596263" y="4250727"/>
              <a:ext cx="201114" cy="390298"/>
            </a:xfrm>
            <a:custGeom>
              <a:avLst/>
              <a:gdLst/>
              <a:ahLst/>
              <a:cxnLst/>
              <a:rect l="l" t="t" r="r" b="b"/>
              <a:pathLst>
                <a:path w="118" h="229" extrusionOk="0">
                  <a:moveTo>
                    <a:pt x="111" y="23"/>
                  </a:moveTo>
                  <a:lnTo>
                    <a:pt x="111" y="23"/>
                  </a:lnTo>
                  <a:lnTo>
                    <a:pt x="114" y="45"/>
                  </a:lnTo>
                  <a:lnTo>
                    <a:pt x="118" y="52"/>
                  </a:lnTo>
                  <a:lnTo>
                    <a:pt x="116" y="59"/>
                  </a:lnTo>
                  <a:lnTo>
                    <a:pt x="114" y="66"/>
                  </a:lnTo>
                  <a:lnTo>
                    <a:pt x="109" y="54"/>
                  </a:lnTo>
                  <a:lnTo>
                    <a:pt x="104" y="59"/>
                  </a:lnTo>
                  <a:lnTo>
                    <a:pt x="109" y="73"/>
                  </a:lnTo>
                  <a:lnTo>
                    <a:pt x="107" y="80"/>
                  </a:lnTo>
                  <a:lnTo>
                    <a:pt x="102" y="83"/>
                  </a:lnTo>
                  <a:lnTo>
                    <a:pt x="102" y="97"/>
                  </a:lnTo>
                  <a:lnTo>
                    <a:pt x="95" y="118"/>
                  </a:lnTo>
                  <a:lnTo>
                    <a:pt x="88" y="142"/>
                  </a:lnTo>
                  <a:lnTo>
                    <a:pt x="78" y="173"/>
                  </a:lnTo>
                  <a:lnTo>
                    <a:pt x="71" y="199"/>
                  </a:lnTo>
                  <a:lnTo>
                    <a:pt x="64" y="218"/>
                  </a:lnTo>
                  <a:lnTo>
                    <a:pt x="50" y="222"/>
                  </a:lnTo>
                  <a:lnTo>
                    <a:pt x="36" y="229"/>
                  </a:lnTo>
                  <a:lnTo>
                    <a:pt x="26" y="225"/>
                  </a:lnTo>
                  <a:lnTo>
                    <a:pt x="14" y="220"/>
                  </a:lnTo>
                  <a:lnTo>
                    <a:pt x="10" y="208"/>
                  </a:lnTo>
                  <a:lnTo>
                    <a:pt x="10" y="194"/>
                  </a:lnTo>
                  <a:lnTo>
                    <a:pt x="3" y="180"/>
                  </a:lnTo>
                  <a:lnTo>
                    <a:pt x="0" y="168"/>
                  </a:lnTo>
                  <a:lnTo>
                    <a:pt x="5" y="156"/>
                  </a:lnTo>
                  <a:lnTo>
                    <a:pt x="12" y="151"/>
                  </a:lnTo>
                  <a:lnTo>
                    <a:pt x="12" y="147"/>
                  </a:lnTo>
                  <a:lnTo>
                    <a:pt x="19" y="132"/>
                  </a:lnTo>
                  <a:lnTo>
                    <a:pt x="21" y="123"/>
                  </a:lnTo>
                  <a:lnTo>
                    <a:pt x="17" y="113"/>
                  </a:lnTo>
                  <a:lnTo>
                    <a:pt x="14" y="104"/>
                  </a:lnTo>
                  <a:lnTo>
                    <a:pt x="12" y="87"/>
                  </a:lnTo>
                  <a:lnTo>
                    <a:pt x="19" y="80"/>
                  </a:lnTo>
                  <a:lnTo>
                    <a:pt x="21" y="68"/>
                  </a:lnTo>
                  <a:lnTo>
                    <a:pt x="29" y="68"/>
                  </a:lnTo>
                  <a:lnTo>
                    <a:pt x="38" y="64"/>
                  </a:lnTo>
                  <a:lnTo>
                    <a:pt x="43" y="61"/>
                  </a:lnTo>
                  <a:lnTo>
                    <a:pt x="50" y="61"/>
                  </a:lnTo>
                  <a:lnTo>
                    <a:pt x="62" y="52"/>
                  </a:lnTo>
                  <a:lnTo>
                    <a:pt x="74" y="42"/>
                  </a:lnTo>
                  <a:lnTo>
                    <a:pt x="78" y="33"/>
                  </a:lnTo>
                  <a:lnTo>
                    <a:pt x="76" y="26"/>
                  </a:lnTo>
                  <a:lnTo>
                    <a:pt x="83" y="28"/>
                  </a:lnTo>
                  <a:lnTo>
                    <a:pt x="92" y="16"/>
                  </a:lnTo>
                  <a:lnTo>
                    <a:pt x="92" y="7"/>
                  </a:lnTo>
                  <a:lnTo>
                    <a:pt x="97" y="0"/>
                  </a:lnTo>
                  <a:lnTo>
                    <a:pt x="104" y="7"/>
                  </a:lnTo>
                  <a:lnTo>
                    <a:pt x="107" y="14"/>
                  </a:lnTo>
                  <a:lnTo>
                    <a:pt x="111" y="2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319;p30">
              <a:extLst>
                <a:ext uri="{FF2B5EF4-FFF2-40B4-BE49-F238E27FC236}">
                  <a16:creationId xmlns:a16="http://schemas.microsoft.com/office/drawing/2014/main" id="{ABEEFE01-CF6B-A920-1470-E7603777298B}"/>
                </a:ext>
              </a:extLst>
            </p:cNvPr>
            <p:cNvSpPr/>
            <p:nvPr/>
          </p:nvSpPr>
          <p:spPr>
            <a:xfrm>
              <a:off x="1164940" y="2970041"/>
              <a:ext cx="835134" cy="545395"/>
            </a:xfrm>
            <a:custGeom>
              <a:avLst/>
              <a:gdLst/>
              <a:ahLst/>
              <a:cxnLst/>
              <a:rect l="l" t="t" r="r" b="b"/>
              <a:pathLst>
                <a:path w="490" h="320" extrusionOk="0">
                  <a:moveTo>
                    <a:pt x="62" y="12"/>
                  </a:moveTo>
                  <a:lnTo>
                    <a:pt x="62" y="12"/>
                  </a:lnTo>
                  <a:lnTo>
                    <a:pt x="97" y="26"/>
                  </a:lnTo>
                  <a:lnTo>
                    <a:pt x="131" y="26"/>
                  </a:lnTo>
                  <a:lnTo>
                    <a:pt x="142" y="26"/>
                  </a:lnTo>
                  <a:lnTo>
                    <a:pt x="142" y="19"/>
                  </a:lnTo>
                  <a:lnTo>
                    <a:pt x="171" y="19"/>
                  </a:lnTo>
                  <a:lnTo>
                    <a:pt x="178" y="26"/>
                  </a:lnTo>
                  <a:lnTo>
                    <a:pt x="185" y="31"/>
                  </a:lnTo>
                  <a:lnTo>
                    <a:pt x="197" y="40"/>
                  </a:lnTo>
                  <a:lnTo>
                    <a:pt x="201" y="50"/>
                  </a:lnTo>
                  <a:lnTo>
                    <a:pt x="204" y="59"/>
                  </a:lnTo>
                  <a:lnTo>
                    <a:pt x="213" y="64"/>
                  </a:lnTo>
                  <a:lnTo>
                    <a:pt x="225" y="71"/>
                  </a:lnTo>
                  <a:lnTo>
                    <a:pt x="237" y="57"/>
                  </a:lnTo>
                  <a:lnTo>
                    <a:pt x="251" y="55"/>
                  </a:lnTo>
                  <a:lnTo>
                    <a:pt x="261" y="64"/>
                  </a:lnTo>
                  <a:lnTo>
                    <a:pt x="270" y="76"/>
                  </a:lnTo>
                  <a:lnTo>
                    <a:pt x="275" y="88"/>
                  </a:lnTo>
                  <a:lnTo>
                    <a:pt x="284" y="97"/>
                  </a:lnTo>
                  <a:lnTo>
                    <a:pt x="289" y="109"/>
                  </a:lnTo>
                  <a:lnTo>
                    <a:pt x="291" y="118"/>
                  </a:lnTo>
                  <a:lnTo>
                    <a:pt x="306" y="123"/>
                  </a:lnTo>
                  <a:lnTo>
                    <a:pt x="317" y="128"/>
                  </a:lnTo>
                  <a:lnTo>
                    <a:pt x="324" y="126"/>
                  </a:lnTo>
                  <a:lnTo>
                    <a:pt x="317" y="142"/>
                  </a:lnTo>
                  <a:lnTo>
                    <a:pt x="315" y="154"/>
                  </a:lnTo>
                  <a:lnTo>
                    <a:pt x="313" y="178"/>
                  </a:lnTo>
                  <a:lnTo>
                    <a:pt x="310" y="187"/>
                  </a:lnTo>
                  <a:lnTo>
                    <a:pt x="315" y="197"/>
                  </a:lnTo>
                  <a:lnTo>
                    <a:pt x="320" y="206"/>
                  </a:lnTo>
                  <a:lnTo>
                    <a:pt x="322" y="218"/>
                  </a:lnTo>
                  <a:lnTo>
                    <a:pt x="334" y="230"/>
                  </a:lnTo>
                  <a:lnTo>
                    <a:pt x="336" y="239"/>
                  </a:lnTo>
                  <a:lnTo>
                    <a:pt x="343" y="249"/>
                  </a:lnTo>
                  <a:lnTo>
                    <a:pt x="360" y="253"/>
                  </a:lnTo>
                  <a:lnTo>
                    <a:pt x="367" y="260"/>
                  </a:lnTo>
                  <a:lnTo>
                    <a:pt x="381" y="256"/>
                  </a:lnTo>
                  <a:lnTo>
                    <a:pt x="393" y="253"/>
                  </a:lnTo>
                  <a:lnTo>
                    <a:pt x="405" y="251"/>
                  </a:lnTo>
                  <a:lnTo>
                    <a:pt x="417" y="249"/>
                  </a:lnTo>
                  <a:lnTo>
                    <a:pt x="426" y="242"/>
                  </a:lnTo>
                  <a:lnTo>
                    <a:pt x="431" y="230"/>
                  </a:lnTo>
                  <a:lnTo>
                    <a:pt x="431" y="215"/>
                  </a:lnTo>
                  <a:lnTo>
                    <a:pt x="436" y="211"/>
                  </a:lnTo>
                  <a:lnTo>
                    <a:pt x="445" y="206"/>
                  </a:lnTo>
                  <a:lnTo>
                    <a:pt x="462" y="204"/>
                  </a:lnTo>
                  <a:lnTo>
                    <a:pt x="478" y="204"/>
                  </a:lnTo>
                  <a:lnTo>
                    <a:pt x="488" y="201"/>
                  </a:lnTo>
                  <a:lnTo>
                    <a:pt x="490" y="206"/>
                  </a:lnTo>
                  <a:lnTo>
                    <a:pt x="490" y="213"/>
                  </a:lnTo>
                  <a:lnTo>
                    <a:pt x="481" y="225"/>
                  </a:lnTo>
                  <a:lnTo>
                    <a:pt x="478" y="234"/>
                  </a:lnTo>
                  <a:lnTo>
                    <a:pt x="481" y="239"/>
                  </a:lnTo>
                  <a:lnTo>
                    <a:pt x="478" y="246"/>
                  </a:lnTo>
                  <a:lnTo>
                    <a:pt x="474" y="258"/>
                  </a:lnTo>
                  <a:lnTo>
                    <a:pt x="471" y="253"/>
                  </a:lnTo>
                  <a:lnTo>
                    <a:pt x="466" y="253"/>
                  </a:lnTo>
                  <a:lnTo>
                    <a:pt x="464" y="253"/>
                  </a:lnTo>
                  <a:lnTo>
                    <a:pt x="457" y="265"/>
                  </a:lnTo>
                  <a:lnTo>
                    <a:pt x="455" y="263"/>
                  </a:lnTo>
                  <a:lnTo>
                    <a:pt x="452" y="263"/>
                  </a:lnTo>
                  <a:lnTo>
                    <a:pt x="452" y="265"/>
                  </a:lnTo>
                  <a:lnTo>
                    <a:pt x="438" y="265"/>
                  </a:lnTo>
                  <a:lnTo>
                    <a:pt x="421" y="265"/>
                  </a:lnTo>
                  <a:lnTo>
                    <a:pt x="421" y="275"/>
                  </a:lnTo>
                  <a:lnTo>
                    <a:pt x="417" y="275"/>
                  </a:lnTo>
                  <a:lnTo>
                    <a:pt x="421" y="282"/>
                  </a:lnTo>
                  <a:lnTo>
                    <a:pt x="426" y="284"/>
                  </a:lnTo>
                  <a:lnTo>
                    <a:pt x="429" y="289"/>
                  </a:lnTo>
                  <a:lnTo>
                    <a:pt x="431" y="289"/>
                  </a:lnTo>
                  <a:lnTo>
                    <a:pt x="431" y="296"/>
                  </a:lnTo>
                  <a:lnTo>
                    <a:pt x="410" y="296"/>
                  </a:lnTo>
                  <a:lnTo>
                    <a:pt x="403" y="308"/>
                  </a:lnTo>
                  <a:lnTo>
                    <a:pt x="405" y="313"/>
                  </a:lnTo>
                  <a:lnTo>
                    <a:pt x="403" y="315"/>
                  </a:lnTo>
                  <a:lnTo>
                    <a:pt x="403" y="320"/>
                  </a:lnTo>
                  <a:lnTo>
                    <a:pt x="384" y="303"/>
                  </a:lnTo>
                  <a:lnTo>
                    <a:pt x="377" y="298"/>
                  </a:lnTo>
                  <a:lnTo>
                    <a:pt x="362" y="294"/>
                  </a:lnTo>
                  <a:lnTo>
                    <a:pt x="355" y="294"/>
                  </a:lnTo>
                  <a:lnTo>
                    <a:pt x="341" y="301"/>
                  </a:lnTo>
                  <a:lnTo>
                    <a:pt x="334" y="303"/>
                  </a:lnTo>
                  <a:lnTo>
                    <a:pt x="322" y="298"/>
                  </a:lnTo>
                  <a:lnTo>
                    <a:pt x="308" y="294"/>
                  </a:lnTo>
                  <a:lnTo>
                    <a:pt x="294" y="287"/>
                  </a:lnTo>
                  <a:lnTo>
                    <a:pt x="282" y="284"/>
                  </a:lnTo>
                  <a:lnTo>
                    <a:pt x="263" y="277"/>
                  </a:lnTo>
                  <a:lnTo>
                    <a:pt x="251" y="268"/>
                  </a:lnTo>
                  <a:lnTo>
                    <a:pt x="246" y="265"/>
                  </a:lnTo>
                  <a:lnTo>
                    <a:pt x="237" y="263"/>
                  </a:lnTo>
                  <a:lnTo>
                    <a:pt x="220" y="258"/>
                  </a:lnTo>
                  <a:lnTo>
                    <a:pt x="213" y="251"/>
                  </a:lnTo>
                  <a:lnTo>
                    <a:pt x="197" y="239"/>
                  </a:lnTo>
                  <a:lnTo>
                    <a:pt x="187" y="230"/>
                  </a:lnTo>
                  <a:lnTo>
                    <a:pt x="185" y="223"/>
                  </a:lnTo>
                  <a:lnTo>
                    <a:pt x="190" y="220"/>
                  </a:lnTo>
                  <a:lnTo>
                    <a:pt x="187" y="215"/>
                  </a:lnTo>
                  <a:lnTo>
                    <a:pt x="192" y="211"/>
                  </a:lnTo>
                  <a:lnTo>
                    <a:pt x="192" y="204"/>
                  </a:lnTo>
                  <a:lnTo>
                    <a:pt x="187" y="197"/>
                  </a:lnTo>
                  <a:lnTo>
                    <a:pt x="185" y="189"/>
                  </a:lnTo>
                  <a:lnTo>
                    <a:pt x="178" y="180"/>
                  </a:lnTo>
                  <a:lnTo>
                    <a:pt x="166" y="163"/>
                  </a:lnTo>
                  <a:lnTo>
                    <a:pt x="149" y="149"/>
                  </a:lnTo>
                  <a:lnTo>
                    <a:pt x="140" y="140"/>
                  </a:lnTo>
                  <a:lnTo>
                    <a:pt x="128" y="133"/>
                  </a:lnTo>
                  <a:lnTo>
                    <a:pt x="123" y="128"/>
                  </a:lnTo>
                  <a:lnTo>
                    <a:pt x="126" y="116"/>
                  </a:lnTo>
                  <a:lnTo>
                    <a:pt x="119" y="111"/>
                  </a:lnTo>
                  <a:lnTo>
                    <a:pt x="109" y="104"/>
                  </a:lnTo>
                  <a:lnTo>
                    <a:pt x="105" y="90"/>
                  </a:lnTo>
                  <a:lnTo>
                    <a:pt x="95" y="90"/>
                  </a:lnTo>
                  <a:lnTo>
                    <a:pt x="86" y="81"/>
                  </a:lnTo>
                  <a:lnTo>
                    <a:pt x="79" y="71"/>
                  </a:lnTo>
                  <a:lnTo>
                    <a:pt x="79" y="64"/>
                  </a:lnTo>
                  <a:lnTo>
                    <a:pt x="69" y="50"/>
                  </a:lnTo>
                  <a:lnTo>
                    <a:pt x="64" y="36"/>
                  </a:lnTo>
                  <a:lnTo>
                    <a:pt x="64" y="31"/>
                  </a:lnTo>
                  <a:lnTo>
                    <a:pt x="52" y="21"/>
                  </a:lnTo>
                  <a:lnTo>
                    <a:pt x="48" y="24"/>
                  </a:lnTo>
                  <a:lnTo>
                    <a:pt x="38" y="17"/>
                  </a:lnTo>
                  <a:lnTo>
                    <a:pt x="34" y="26"/>
                  </a:lnTo>
                  <a:lnTo>
                    <a:pt x="38" y="33"/>
                  </a:lnTo>
                  <a:lnTo>
                    <a:pt x="38" y="47"/>
                  </a:lnTo>
                  <a:lnTo>
                    <a:pt x="45" y="57"/>
                  </a:lnTo>
                  <a:lnTo>
                    <a:pt x="57" y="69"/>
                  </a:lnTo>
                  <a:lnTo>
                    <a:pt x="60" y="73"/>
                  </a:lnTo>
                  <a:lnTo>
                    <a:pt x="62" y="73"/>
                  </a:lnTo>
                  <a:lnTo>
                    <a:pt x="64" y="81"/>
                  </a:lnTo>
                  <a:lnTo>
                    <a:pt x="67" y="81"/>
                  </a:lnTo>
                  <a:lnTo>
                    <a:pt x="69" y="92"/>
                  </a:lnTo>
                  <a:lnTo>
                    <a:pt x="76" y="97"/>
                  </a:lnTo>
                  <a:lnTo>
                    <a:pt x="79" y="104"/>
                  </a:lnTo>
                  <a:lnTo>
                    <a:pt x="88" y="111"/>
                  </a:lnTo>
                  <a:lnTo>
                    <a:pt x="95" y="128"/>
                  </a:lnTo>
                  <a:lnTo>
                    <a:pt x="100" y="137"/>
                  </a:lnTo>
                  <a:lnTo>
                    <a:pt x="105" y="144"/>
                  </a:lnTo>
                  <a:lnTo>
                    <a:pt x="105" y="154"/>
                  </a:lnTo>
                  <a:lnTo>
                    <a:pt x="112" y="154"/>
                  </a:lnTo>
                  <a:lnTo>
                    <a:pt x="119" y="163"/>
                  </a:lnTo>
                  <a:lnTo>
                    <a:pt x="123" y="171"/>
                  </a:lnTo>
                  <a:lnTo>
                    <a:pt x="123" y="173"/>
                  </a:lnTo>
                  <a:lnTo>
                    <a:pt x="116" y="180"/>
                  </a:lnTo>
                  <a:lnTo>
                    <a:pt x="114" y="180"/>
                  </a:lnTo>
                  <a:lnTo>
                    <a:pt x="112" y="168"/>
                  </a:lnTo>
                  <a:lnTo>
                    <a:pt x="100" y="159"/>
                  </a:lnTo>
                  <a:lnTo>
                    <a:pt x="88" y="152"/>
                  </a:lnTo>
                  <a:lnTo>
                    <a:pt x="81" y="147"/>
                  </a:lnTo>
                  <a:lnTo>
                    <a:pt x="81" y="133"/>
                  </a:lnTo>
                  <a:lnTo>
                    <a:pt x="79" y="123"/>
                  </a:lnTo>
                  <a:lnTo>
                    <a:pt x="69" y="118"/>
                  </a:lnTo>
                  <a:lnTo>
                    <a:pt x="60" y="109"/>
                  </a:lnTo>
                  <a:lnTo>
                    <a:pt x="57" y="114"/>
                  </a:lnTo>
                  <a:lnTo>
                    <a:pt x="52" y="109"/>
                  </a:lnTo>
                  <a:lnTo>
                    <a:pt x="43" y="104"/>
                  </a:lnTo>
                  <a:lnTo>
                    <a:pt x="34" y="92"/>
                  </a:lnTo>
                  <a:lnTo>
                    <a:pt x="34" y="92"/>
                  </a:lnTo>
                  <a:lnTo>
                    <a:pt x="41" y="92"/>
                  </a:lnTo>
                  <a:lnTo>
                    <a:pt x="48" y="85"/>
                  </a:lnTo>
                  <a:lnTo>
                    <a:pt x="48" y="78"/>
                  </a:lnTo>
                  <a:lnTo>
                    <a:pt x="34" y="64"/>
                  </a:lnTo>
                  <a:lnTo>
                    <a:pt x="26" y="59"/>
                  </a:lnTo>
                  <a:lnTo>
                    <a:pt x="19" y="47"/>
                  </a:lnTo>
                  <a:lnTo>
                    <a:pt x="15" y="36"/>
                  </a:lnTo>
                  <a:lnTo>
                    <a:pt x="5" y="21"/>
                  </a:lnTo>
                  <a:lnTo>
                    <a:pt x="0" y="5"/>
                  </a:lnTo>
                  <a:lnTo>
                    <a:pt x="17" y="2"/>
                  </a:lnTo>
                  <a:lnTo>
                    <a:pt x="38" y="0"/>
                  </a:lnTo>
                  <a:lnTo>
                    <a:pt x="36" y="5"/>
                  </a:lnTo>
                  <a:lnTo>
                    <a:pt x="62" y="12"/>
                  </a:lnTo>
                  <a:lnTo>
                    <a:pt x="62" y="12"/>
                  </a:lnTo>
                  <a:lnTo>
                    <a:pt x="62" y="12"/>
                  </a:lnTo>
                  <a:close/>
                </a:path>
              </a:pathLst>
            </a:custGeom>
            <a:solidFill>
              <a:srgbClr val="FFC000"/>
            </a:solidFill>
            <a:ln w="9525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320;p30">
              <a:extLst>
                <a:ext uri="{FF2B5EF4-FFF2-40B4-BE49-F238E27FC236}">
                  <a16:creationId xmlns:a16="http://schemas.microsoft.com/office/drawing/2014/main" id="{C3C5A70F-1582-3196-8905-ED20C1D75906}"/>
                </a:ext>
              </a:extLst>
            </p:cNvPr>
            <p:cNvSpPr/>
            <p:nvPr/>
          </p:nvSpPr>
          <p:spPr>
            <a:xfrm>
              <a:off x="4963947" y="2639394"/>
              <a:ext cx="68174" cy="52835"/>
            </a:xfrm>
            <a:custGeom>
              <a:avLst/>
              <a:gdLst/>
              <a:ahLst/>
              <a:cxnLst/>
              <a:rect l="l" t="t" r="r" b="b"/>
              <a:pathLst>
                <a:path w="40" h="31" extrusionOk="0">
                  <a:moveTo>
                    <a:pt x="37" y="7"/>
                  </a:moveTo>
                  <a:lnTo>
                    <a:pt x="37" y="7"/>
                  </a:lnTo>
                  <a:lnTo>
                    <a:pt x="40" y="21"/>
                  </a:lnTo>
                  <a:lnTo>
                    <a:pt x="35" y="21"/>
                  </a:lnTo>
                  <a:lnTo>
                    <a:pt x="33" y="24"/>
                  </a:lnTo>
                  <a:lnTo>
                    <a:pt x="26" y="24"/>
                  </a:lnTo>
                  <a:lnTo>
                    <a:pt x="18" y="28"/>
                  </a:lnTo>
                  <a:lnTo>
                    <a:pt x="9" y="31"/>
                  </a:lnTo>
                  <a:lnTo>
                    <a:pt x="2" y="26"/>
                  </a:lnTo>
                  <a:lnTo>
                    <a:pt x="0" y="17"/>
                  </a:lnTo>
                  <a:lnTo>
                    <a:pt x="2" y="9"/>
                  </a:lnTo>
                  <a:lnTo>
                    <a:pt x="2" y="9"/>
                  </a:lnTo>
                  <a:lnTo>
                    <a:pt x="4" y="5"/>
                  </a:lnTo>
                  <a:lnTo>
                    <a:pt x="14" y="2"/>
                  </a:lnTo>
                  <a:lnTo>
                    <a:pt x="16" y="0"/>
                  </a:lnTo>
                  <a:lnTo>
                    <a:pt x="23" y="0"/>
                  </a:lnTo>
                  <a:lnTo>
                    <a:pt x="30" y="0"/>
                  </a:lnTo>
                  <a:lnTo>
                    <a:pt x="37" y="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321;p30">
              <a:extLst>
                <a:ext uri="{FF2B5EF4-FFF2-40B4-BE49-F238E27FC236}">
                  <a16:creationId xmlns:a16="http://schemas.microsoft.com/office/drawing/2014/main" id="{233F412B-1418-A706-B65B-BB1BF021B336}"/>
                </a:ext>
              </a:extLst>
            </p:cNvPr>
            <p:cNvSpPr/>
            <p:nvPr/>
          </p:nvSpPr>
          <p:spPr>
            <a:xfrm>
              <a:off x="6942702" y="3108093"/>
              <a:ext cx="245427" cy="535170"/>
            </a:xfrm>
            <a:custGeom>
              <a:avLst/>
              <a:gdLst/>
              <a:ahLst/>
              <a:cxnLst/>
              <a:rect l="l" t="t" r="r" b="b"/>
              <a:pathLst>
                <a:path w="144" h="314" extrusionOk="0">
                  <a:moveTo>
                    <a:pt x="104" y="16"/>
                  </a:moveTo>
                  <a:lnTo>
                    <a:pt x="104" y="16"/>
                  </a:lnTo>
                  <a:lnTo>
                    <a:pt x="104" y="30"/>
                  </a:lnTo>
                  <a:lnTo>
                    <a:pt x="104" y="45"/>
                  </a:lnTo>
                  <a:lnTo>
                    <a:pt x="90" y="59"/>
                  </a:lnTo>
                  <a:lnTo>
                    <a:pt x="87" y="80"/>
                  </a:lnTo>
                  <a:lnTo>
                    <a:pt x="104" y="78"/>
                  </a:lnTo>
                  <a:lnTo>
                    <a:pt x="109" y="94"/>
                  </a:lnTo>
                  <a:lnTo>
                    <a:pt x="118" y="97"/>
                  </a:lnTo>
                  <a:lnTo>
                    <a:pt x="113" y="111"/>
                  </a:lnTo>
                  <a:lnTo>
                    <a:pt x="125" y="118"/>
                  </a:lnTo>
                  <a:lnTo>
                    <a:pt x="132" y="120"/>
                  </a:lnTo>
                  <a:lnTo>
                    <a:pt x="144" y="116"/>
                  </a:lnTo>
                  <a:lnTo>
                    <a:pt x="144" y="123"/>
                  </a:lnTo>
                  <a:lnTo>
                    <a:pt x="130" y="134"/>
                  </a:lnTo>
                  <a:lnTo>
                    <a:pt x="128" y="142"/>
                  </a:lnTo>
                  <a:lnTo>
                    <a:pt x="118" y="144"/>
                  </a:lnTo>
                  <a:lnTo>
                    <a:pt x="109" y="151"/>
                  </a:lnTo>
                  <a:lnTo>
                    <a:pt x="97" y="153"/>
                  </a:lnTo>
                  <a:lnTo>
                    <a:pt x="90" y="170"/>
                  </a:lnTo>
                  <a:lnTo>
                    <a:pt x="83" y="175"/>
                  </a:lnTo>
                  <a:lnTo>
                    <a:pt x="92" y="189"/>
                  </a:lnTo>
                  <a:lnTo>
                    <a:pt x="102" y="201"/>
                  </a:lnTo>
                  <a:lnTo>
                    <a:pt x="109" y="213"/>
                  </a:lnTo>
                  <a:lnTo>
                    <a:pt x="102" y="227"/>
                  </a:lnTo>
                  <a:lnTo>
                    <a:pt x="97" y="229"/>
                  </a:lnTo>
                  <a:lnTo>
                    <a:pt x="99" y="239"/>
                  </a:lnTo>
                  <a:lnTo>
                    <a:pt x="111" y="250"/>
                  </a:lnTo>
                  <a:lnTo>
                    <a:pt x="113" y="260"/>
                  </a:lnTo>
                  <a:lnTo>
                    <a:pt x="113" y="267"/>
                  </a:lnTo>
                  <a:lnTo>
                    <a:pt x="118" y="284"/>
                  </a:lnTo>
                  <a:lnTo>
                    <a:pt x="111" y="298"/>
                  </a:lnTo>
                  <a:lnTo>
                    <a:pt x="102" y="314"/>
                  </a:lnTo>
                  <a:lnTo>
                    <a:pt x="99" y="303"/>
                  </a:lnTo>
                  <a:lnTo>
                    <a:pt x="106" y="291"/>
                  </a:lnTo>
                  <a:lnTo>
                    <a:pt x="99" y="281"/>
                  </a:lnTo>
                  <a:lnTo>
                    <a:pt x="102" y="262"/>
                  </a:lnTo>
                  <a:lnTo>
                    <a:pt x="95" y="255"/>
                  </a:lnTo>
                  <a:lnTo>
                    <a:pt x="90" y="234"/>
                  </a:lnTo>
                  <a:lnTo>
                    <a:pt x="87" y="213"/>
                  </a:lnTo>
                  <a:lnTo>
                    <a:pt x="80" y="201"/>
                  </a:lnTo>
                  <a:lnTo>
                    <a:pt x="69" y="208"/>
                  </a:lnTo>
                  <a:lnTo>
                    <a:pt x="50" y="220"/>
                  </a:lnTo>
                  <a:lnTo>
                    <a:pt x="43" y="220"/>
                  </a:lnTo>
                  <a:lnTo>
                    <a:pt x="33" y="215"/>
                  </a:lnTo>
                  <a:lnTo>
                    <a:pt x="38" y="194"/>
                  </a:lnTo>
                  <a:lnTo>
                    <a:pt x="33" y="177"/>
                  </a:lnTo>
                  <a:lnTo>
                    <a:pt x="21" y="158"/>
                  </a:lnTo>
                  <a:lnTo>
                    <a:pt x="24" y="153"/>
                  </a:lnTo>
                  <a:lnTo>
                    <a:pt x="12" y="151"/>
                  </a:lnTo>
                  <a:lnTo>
                    <a:pt x="2" y="137"/>
                  </a:lnTo>
                  <a:lnTo>
                    <a:pt x="0" y="123"/>
                  </a:lnTo>
                  <a:lnTo>
                    <a:pt x="7" y="125"/>
                  </a:lnTo>
                  <a:lnTo>
                    <a:pt x="7" y="113"/>
                  </a:lnTo>
                  <a:lnTo>
                    <a:pt x="14" y="108"/>
                  </a:lnTo>
                  <a:lnTo>
                    <a:pt x="12" y="101"/>
                  </a:lnTo>
                  <a:lnTo>
                    <a:pt x="16" y="94"/>
                  </a:lnTo>
                  <a:lnTo>
                    <a:pt x="16" y="78"/>
                  </a:lnTo>
                  <a:lnTo>
                    <a:pt x="31" y="80"/>
                  </a:lnTo>
                  <a:lnTo>
                    <a:pt x="38" y="66"/>
                  </a:lnTo>
                  <a:lnTo>
                    <a:pt x="38" y="59"/>
                  </a:lnTo>
                  <a:lnTo>
                    <a:pt x="47" y="42"/>
                  </a:lnTo>
                  <a:lnTo>
                    <a:pt x="47" y="33"/>
                  </a:lnTo>
                  <a:lnTo>
                    <a:pt x="66" y="19"/>
                  </a:lnTo>
                  <a:lnTo>
                    <a:pt x="80" y="23"/>
                  </a:lnTo>
                  <a:lnTo>
                    <a:pt x="78" y="11"/>
                  </a:lnTo>
                  <a:lnTo>
                    <a:pt x="83" y="9"/>
                  </a:lnTo>
                  <a:lnTo>
                    <a:pt x="83" y="2"/>
                  </a:lnTo>
                  <a:lnTo>
                    <a:pt x="92" y="0"/>
                  </a:lnTo>
                  <a:lnTo>
                    <a:pt x="97" y="11"/>
                  </a:lnTo>
                  <a:lnTo>
                    <a:pt x="104" y="16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322;p30">
              <a:extLst>
                <a:ext uri="{FF2B5EF4-FFF2-40B4-BE49-F238E27FC236}">
                  <a16:creationId xmlns:a16="http://schemas.microsoft.com/office/drawing/2014/main" id="{36BC3974-E095-A076-4D76-F006357F815A}"/>
                </a:ext>
              </a:extLst>
            </p:cNvPr>
            <p:cNvSpPr/>
            <p:nvPr/>
          </p:nvSpPr>
          <p:spPr>
            <a:xfrm>
              <a:off x="3922585" y="3140476"/>
              <a:ext cx="339167" cy="374960"/>
            </a:xfrm>
            <a:custGeom>
              <a:avLst/>
              <a:gdLst/>
              <a:ahLst/>
              <a:cxnLst/>
              <a:rect l="l" t="t" r="r" b="b"/>
              <a:pathLst>
                <a:path w="199" h="220" extrusionOk="0">
                  <a:moveTo>
                    <a:pt x="138" y="0"/>
                  </a:moveTo>
                  <a:lnTo>
                    <a:pt x="138" y="0"/>
                  </a:lnTo>
                  <a:lnTo>
                    <a:pt x="199" y="42"/>
                  </a:lnTo>
                  <a:lnTo>
                    <a:pt x="173" y="42"/>
                  </a:lnTo>
                  <a:lnTo>
                    <a:pt x="180" y="118"/>
                  </a:lnTo>
                  <a:lnTo>
                    <a:pt x="190" y="191"/>
                  </a:lnTo>
                  <a:lnTo>
                    <a:pt x="192" y="194"/>
                  </a:lnTo>
                  <a:lnTo>
                    <a:pt x="190" y="205"/>
                  </a:lnTo>
                  <a:lnTo>
                    <a:pt x="123" y="205"/>
                  </a:lnTo>
                  <a:lnTo>
                    <a:pt x="121" y="208"/>
                  </a:lnTo>
                  <a:lnTo>
                    <a:pt x="114" y="208"/>
                  </a:lnTo>
                  <a:lnTo>
                    <a:pt x="104" y="210"/>
                  </a:lnTo>
                  <a:lnTo>
                    <a:pt x="95" y="205"/>
                  </a:lnTo>
                  <a:lnTo>
                    <a:pt x="88" y="208"/>
                  </a:lnTo>
                  <a:lnTo>
                    <a:pt x="85" y="217"/>
                  </a:lnTo>
                  <a:lnTo>
                    <a:pt x="81" y="220"/>
                  </a:lnTo>
                  <a:lnTo>
                    <a:pt x="69" y="208"/>
                  </a:lnTo>
                  <a:lnTo>
                    <a:pt x="59" y="196"/>
                  </a:lnTo>
                  <a:lnTo>
                    <a:pt x="50" y="191"/>
                  </a:lnTo>
                  <a:lnTo>
                    <a:pt x="43" y="187"/>
                  </a:lnTo>
                  <a:lnTo>
                    <a:pt x="31" y="187"/>
                  </a:lnTo>
                  <a:lnTo>
                    <a:pt x="24" y="191"/>
                  </a:lnTo>
                  <a:lnTo>
                    <a:pt x="17" y="189"/>
                  </a:lnTo>
                  <a:lnTo>
                    <a:pt x="12" y="194"/>
                  </a:lnTo>
                  <a:lnTo>
                    <a:pt x="10" y="187"/>
                  </a:lnTo>
                  <a:lnTo>
                    <a:pt x="15" y="177"/>
                  </a:lnTo>
                  <a:lnTo>
                    <a:pt x="17" y="160"/>
                  </a:lnTo>
                  <a:lnTo>
                    <a:pt x="15" y="144"/>
                  </a:lnTo>
                  <a:lnTo>
                    <a:pt x="12" y="137"/>
                  </a:lnTo>
                  <a:lnTo>
                    <a:pt x="15" y="127"/>
                  </a:lnTo>
                  <a:lnTo>
                    <a:pt x="10" y="120"/>
                  </a:lnTo>
                  <a:lnTo>
                    <a:pt x="0" y="113"/>
                  </a:lnTo>
                  <a:lnTo>
                    <a:pt x="5" y="106"/>
                  </a:lnTo>
                  <a:lnTo>
                    <a:pt x="69" y="106"/>
                  </a:lnTo>
                  <a:lnTo>
                    <a:pt x="64" y="80"/>
                  </a:lnTo>
                  <a:lnTo>
                    <a:pt x="69" y="73"/>
                  </a:lnTo>
                  <a:lnTo>
                    <a:pt x="83" y="71"/>
                  </a:lnTo>
                  <a:lnTo>
                    <a:pt x="83" y="26"/>
                  </a:lnTo>
                  <a:lnTo>
                    <a:pt x="138" y="26"/>
                  </a:lnTo>
                  <a:lnTo>
                    <a:pt x="138" y="0"/>
                  </a:lnTo>
                  <a:lnTo>
                    <a:pt x="138" y="0"/>
                  </a:lnTo>
                  <a:lnTo>
                    <a:pt x="138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323;p30">
              <a:extLst>
                <a:ext uri="{FF2B5EF4-FFF2-40B4-BE49-F238E27FC236}">
                  <a16:creationId xmlns:a16="http://schemas.microsoft.com/office/drawing/2014/main" id="{A4DCF023-3886-3D70-A91D-E58EC2151A1C}"/>
                </a:ext>
              </a:extLst>
            </p:cNvPr>
            <p:cNvSpPr/>
            <p:nvPr/>
          </p:nvSpPr>
          <p:spPr>
            <a:xfrm>
              <a:off x="7160860" y="3728480"/>
              <a:ext cx="528351" cy="168732"/>
            </a:xfrm>
            <a:custGeom>
              <a:avLst/>
              <a:gdLst/>
              <a:ahLst/>
              <a:cxnLst/>
              <a:rect l="l" t="t" r="r" b="b"/>
              <a:pathLst>
                <a:path w="310" h="99" extrusionOk="0">
                  <a:moveTo>
                    <a:pt x="14" y="12"/>
                  </a:moveTo>
                  <a:lnTo>
                    <a:pt x="14" y="12"/>
                  </a:lnTo>
                  <a:lnTo>
                    <a:pt x="16" y="21"/>
                  </a:lnTo>
                  <a:lnTo>
                    <a:pt x="28" y="19"/>
                  </a:lnTo>
                  <a:lnTo>
                    <a:pt x="30" y="12"/>
                  </a:lnTo>
                  <a:lnTo>
                    <a:pt x="35" y="14"/>
                  </a:lnTo>
                  <a:lnTo>
                    <a:pt x="45" y="24"/>
                  </a:lnTo>
                  <a:lnTo>
                    <a:pt x="52" y="33"/>
                  </a:lnTo>
                  <a:lnTo>
                    <a:pt x="54" y="45"/>
                  </a:lnTo>
                  <a:lnTo>
                    <a:pt x="52" y="52"/>
                  </a:lnTo>
                  <a:lnTo>
                    <a:pt x="52" y="57"/>
                  </a:lnTo>
                  <a:lnTo>
                    <a:pt x="54" y="66"/>
                  </a:lnTo>
                  <a:lnTo>
                    <a:pt x="59" y="71"/>
                  </a:lnTo>
                  <a:lnTo>
                    <a:pt x="66" y="85"/>
                  </a:lnTo>
                  <a:lnTo>
                    <a:pt x="66" y="92"/>
                  </a:lnTo>
                  <a:lnTo>
                    <a:pt x="54" y="92"/>
                  </a:lnTo>
                  <a:lnTo>
                    <a:pt x="40" y="81"/>
                  </a:lnTo>
                  <a:lnTo>
                    <a:pt x="19" y="69"/>
                  </a:lnTo>
                  <a:lnTo>
                    <a:pt x="19" y="59"/>
                  </a:lnTo>
                  <a:lnTo>
                    <a:pt x="9" y="50"/>
                  </a:lnTo>
                  <a:lnTo>
                    <a:pt x="7" y="36"/>
                  </a:lnTo>
                  <a:lnTo>
                    <a:pt x="0" y="26"/>
                  </a:lnTo>
                  <a:lnTo>
                    <a:pt x="2" y="14"/>
                  </a:lnTo>
                  <a:lnTo>
                    <a:pt x="0" y="7"/>
                  </a:lnTo>
                  <a:lnTo>
                    <a:pt x="2" y="5"/>
                  </a:lnTo>
                  <a:lnTo>
                    <a:pt x="14" y="12"/>
                  </a:lnTo>
                  <a:close/>
                  <a:moveTo>
                    <a:pt x="300" y="40"/>
                  </a:moveTo>
                  <a:lnTo>
                    <a:pt x="300" y="40"/>
                  </a:lnTo>
                  <a:lnTo>
                    <a:pt x="288" y="45"/>
                  </a:lnTo>
                  <a:lnTo>
                    <a:pt x="274" y="43"/>
                  </a:lnTo>
                  <a:lnTo>
                    <a:pt x="255" y="43"/>
                  </a:lnTo>
                  <a:lnTo>
                    <a:pt x="248" y="62"/>
                  </a:lnTo>
                  <a:lnTo>
                    <a:pt x="243" y="66"/>
                  </a:lnTo>
                  <a:lnTo>
                    <a:pt x="234" y="90"/>
                  </a:lnTo>
                  <a:lnTo>
                    <a:pt x="222" y="92"/>
                  </a:lnTo>
                  <a:lnTo>
                    <a:pt x="205" y="88"/>
                  </a:lnTo>
                  <a:lnTo>
                    <a:pt x="198" y="90"/>
                  </a:lnTo>
                  <a:lnTo>
                    <a:pt x="189" y="97"/>
                  </a:lnTo>
                  <a:lnTo>
                    <a:pt x="177" y="97"/>
                  </a:lnTo>
                  <a:lnTo>
                    <a:pt x="168" y="99"/>
                  </a:lnTo>
                  <a:lnTo>
                    <a:pt x="156" y="90"/>
                  </a:lnTo>
                  <a:lnTo>
                    <a:pt x="153" y="81"/>
                  </a:lnTo>
                  <a:lnTo>
                    <a:pt x="165" y="85"/>
                  </a:lnTo>
                  <a:lnTo>
                    <a:pt x="177" y="83"/>
                  </a:lnTo>
                  <a:lnTo>
                    <a:pt x="182" y="69"/>
                  </a:lnTo>
                  <a:lnTo>
                    <a:pt x="189" y="66"/>
                  </a:lnTo>
                  <a:lnTo>
                    <a:pt x="208" y="62"/>
                  </a:lnTo>
                  <a:lnTo>
                    <a:pt x="220" y="50"/>
                  </a:lnTo>
                  <a:lnTo>
                    <a:pt x="229" y="38"/>
                  </a:lnTo>
                  <a:lnTo>
                    <a:pt x="234" y="47"/>
                  </a:lnTo>
                  <a:lnTo>
                    <a:pt x="239" y="43"/>
                  </a:lnTo>
                  <a:lnTo>
                    <a:pt x="246" y="43"/>
                  </a:lnTo>
                  <a:lnTo>
                    <a:pt x="246" y="33"/>
                  </a:lnTo>
                  <a:lnTo>
                    <a:pt x="248" y="24"/>
                  </a:lnTo>
                  <a:lnTo>
                    <a:pt x="260" y="14"/>
                  </a:lnTo>
                  <a:lnTo>
                    <a:pt x="269" y="0"/>
                  </a:lnTo>
                  <a:lnTo>
                    <a:pt x="274" y="0"/>
                  </a:lnTo>
                  <a:lnTo>
                    <a:pt x="283" y="10"/>
                  </a:lnTo>
                  <a:lnTo>
                    <a:pt x="283" y="14"/>
                  </a:lnTo>
                  <a:lnTo>
                    <a:pt x="295" y="19"/>
                  </a:lnTo>
                  <a:lnTo>
                    <a:pt x="310" y="24"/>
                  </a:lnTo>
                  <a:lnTo>
                    <a:pt x="307" y="31"/>
                  </a:lnTo>
                  <a:lnTo>
                    <a:pt x="295" y="33"/>
                  </a:lnTo>
                  <a:lnTo>
                    <a:pt x="300" y="40"/>
                  </a:lnTo>
                  <a:close/>
                </a:path>
              </a:pathLst>
            </a:custGeom>
            <a:solidFill>
              <a:srgbClr val="FFC000"/>
            </a:solidFill>
            <a:ln w="9525" cap="flat" cmpd="sng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324;p30">
              <a:extLst>
                <a:ext uri="{FF2B5EF4-FFF2-40B4-BE49-F238E27FC236}">
                  <a16:creationId xmlns:a16="http://schemas.microsoft.com/office/drawing/2014/main" id="{FB2F7740-C6DB-C6C4-BF4B-8E6E0888A140}"/>
                </a:ext>
              </a:extLst>
            </p:cNvPr>
            <p:cNvSpPr/>
            <p:nvPr/>
          </p:nvSpPr>
          <p:spPr>
            <a:xfrm>
              <a:off x="8926573" y="4483511"/>
              <a:ext cx="80106" cy="68174"/>
            </a:xfrm>
            <a:custGeom>
              <a:avLst/>
              <a:gdLst/>
              <a:ahLst/>
              <a:cxnLst/>
              <a:rect l="l" t="t" r="r" b="b"/>
              <a:pathLst>
                <a:path w="47" h="40" extrusionOk="0">
                  <a:moveTo>
                    <a:pt x="47" y="35"/>
                  </a:moveTo>
                  <a:lnTo>
                    <a:pt x="47" y="35"/>
                  </a:lnTo>
                  <a:lnTo>
                    <a:pt x="42" y="40"/>
                  </a:lnTo>
                  <a:lnTo>
                    <a:pt x="33" y="35"/>
                  </a:lnTo>
                  <a:lnTo>
                    <a:pt x="21" y="26"/>
                  </a:lnTo>
                  <a:lnTo>
                    <a:pt x="11" y="16"/>
                  </a:lnTo>
                  <a:lnTo>
                    <a:pt x="2" y="4"/>
                  </a:lnTo>
                  <a:lnTo>
                    <a:pt x="0" y="0"/>
                  </a:lnTo>
                  <a:lnTo>
                    <a:pt x="4" y="0"/>
                  </a:lnTo>
                  <a:lnTo>
                    <a:pt x="14" y="4"/>
                  </a:lnTo>
                  <a:lnTo>
                    <a:pt x="21" y="12"/>
                  </a:lnTo>
                  <a:lnTo>
                    <a:pt x="26" y="16"/>
                  </a:lnTo>
                  <a:lnTo>
                    <a:pt x="40" y="26"/>
                  </a:lnTo>
                  <a:lnTo>
                    <a:pt x="47" y="3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325;p30">
              <a:extLst>
                <a:ext uri="{FF2B5EF4-FFF2-40B4-BE49-F238E27FC236}">
                  <a16:creationId xmlns:a16="http://schemas.microsoft.com/office/drawing/2014/main" id="{DF96422D-903B-3FB0-5F0B-ADC2D6E6E38B}"/>
                </a:ext>
              </a:extLst>
            </p:cNvPr>
            <p:cNvSpPr/>
            <p:nvPr/>
          </p:nvSpPr>
          <p:spPr>
            <a:xfrm>
              <a:off x="1976212" y="3503505"/>
              <a:ext cx="124419" cy="121010"/>
            </a:xfrm>
            <a:custGeom>
              <a:avLst/>
              <a:gdLst/>
              <a:ahLst/>
              <a:cxnLst/>
              <a:rect l="l" t="t" r="r" b="b"/>
              <a:pathLst>
                <a:path w="73" h="71" extrusionOk="0">
                  <a:moveTo>
                    <a:pt x="71" y="7"/>
                  </a:moveTo>
                  <a:lnTo>
                    <a:pt x="71" y="7"/>
                  </a:lnTo>
                  <a:lnTo>
                    <a:pt x="73" y="11"/>
                  </a:lnTo>
                  <a:lnTo>
                    <a:pt x="71" y="18"/>
                  </a:lnTo>
                  <a:lnTo>
                    <a:pt x="68" y="23"/>
                  </a:lnTo>
                  <a:lnTo>
                    <a:pt x="68" y="30"/>
                  </a:lnTo>
                  <a:lnTo>
                    <a:pt x="68" y="35"/>
                  </a:lnTo>
                  <a:lnTo>
                    <a:pt x="68" y="42"/>
                  </a:lnTo>
                  <a:lnTo>
                    <a:pt x="66" y="45"/>
                  </a:lnTo>
                  <a:lnTo>
                    <a:pt x="64" y="52"/>
                  </a:lnTo>
                  <a:lnTo>
                    <a:pt x="66" y="56"/>
                  </a:lnTo>
                  <a:lnTo>
                    <a:pt x="61" y="61"/>
                  </a:lnTo>
                  <a:lnTo>
                    <a:pt x="64" y="66"/>
                  </a:lnTo>
                  <a:lnTo>
                    <a:pt x="66" y="68"/>
                  </a:lnTo>
                  <a:lnTo>
                    <a:pt x="61" y="71"/>
                  </a:lnTo>
                  <a:lnTo>
                    <a:pt x="57" y="68"/>
                  </a:lnTo>
                  <a:lnTo>
                    <a:pt x="54" y="66"/>
                  </a:lnTo>
                  <a:lnTo>
                    <a:pt x="50" y="66"/>
                  </a:lnTo>
                  <a:lnTo>
                    <a:pt x="45" y="68"/>
                  </a:lnTo>
                  <a:lnTo>
                    <a:pt x="35" y="63"/>
                  </a:lnTo>
                  <a:lnTo>
                    <a:pt x="33" y="66"/>
                  </a:lnTo>
                  <a:lnTo>
                    <a:pt x="26" y="59"/>
                  </a:lnTo>
                  <a:lnTo>
                    <a:pt x="19" y="52"/>
                  </a:lnTo>
                  <a:lnTo>
                    <a:pt x="16" y="47"/>
                  </a:lnTo>
                  <a:lnTo>
                    <a:pt x="9" y="42"/>
                  </a:lnTo>
                  <a:lnTo>
                    <a:pt x="0" y="35"/>
                  </a:lnTo>
                  <a:lnTo>
                    <a:pt x="2" y="33"/>
                  </a:lnTo>
                  <a:lnTo>
                    <a:pt x="5" y="35"/>
                  </a:lnTo>
                  <a:lnTo>
                    <a:pt x="7" y="33"/>
                  </a:lnTo>
                  <a:lnTo>
                    <a:pt x="12" y="33"/>
                  </a:lnTo>
                  <a:lnTo>
                    <a:pt x="14" y="30"/>
                  </a:lnTo>
                  <a:lnTo>
                    <a:pt x="16" y="30"/>
                  </a:lnTo>
                  <a:lnTo>
                    <a:pt x="16" y="21"/>
                  </a:lnTo>
                  <a:lnTo>
                    <a:pt x="19" y="21"/>
                  </a:lnTo>
                  <a:lnTo>
                    <a:pt x="24" y="21"/>
                  </a:lnTo>
                  <a:lnTo>
                    <a:pt x="26" y="16"/>
                  </a:lnTo>
                  <a:lnTo>
                    <a:pt x="31" y="21"/>
                  </a:lnTo>
                  <a:lnTo>
                    <a:pt x="33" y="18"/>
                  </a:lnTo>
                  <a:lnTo>
                    <a:pt x="35" y="16"/>
                  </a:lnTo>
                  <a:lnTo>
                    <a:pt x="42" y="11"/>
                  </a:lnTo>
                  <a:lnTo>
                    <a:pt x="42" y="9"/>
                  </a:lnTo>
                  <a:lnTo>
                    <a:pt x="42" y="9"/>
                  </a:lnTo>
                  <a:lnTo>
                    <a:pt x="45" y="4"/>
                  </a:lnTo>
                  <a:lnTo>
                    <a:pt x="47" y="4"/>
                  </a:lnTo>
                  <a:lnTo>
                    <a:pt x="50" y="7"/>
                  </a:lnTo>
                  <a:lnTo>
                    <a:pt x="54" y="7"/>
                  </a:lnTo>
                  <a:lnTo>
                    <a:pt x="57" y="4"/>
                  </a:lnTo>
                  <a:lnTo>
                    <a:pt x="59" y="4"/>
                  </a:lnTo>
                  <a:lnTo>
                    <a:pt x="66" y="2"/>
                  </a:lnTo>
                  <a:lnTo>
                    <a:pt x="68" y="0"/>
                  </a:lnTo>
                  <a:lnTo>
                    <a:pt x="73" y="0"/>
                  </a:lnTo>
                  <a:lnTo>
                    <a:pt x="73" y="2"/>
                  </a:lnTo>
                  <a:lnTo>
                    <a:pt x="71" y="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326;p30">
              <a:extLst>
                <a:ext uri="{FF2B5EF4-FFF2-40B4-BE49-F238E27FC236}">
                  <a16:creationId xmlns:a16="http://schemas.microsoft.com/office/drawing/2014/main" id="{8072DF18-7842-374B-4951-0AE836C35AE1}"/>
                </a:ext>
              </a:extLst>
            </p:cNvPr>
            <p:cNvSpPr/>
            <p:nvPr/>
          </p:nvSpPr>
          <p:spPr>
            <a:xfrm>
              <a:off x="4536154" y="1106320"/>
              <a:ext cx="726055" cy="855589"/>
            </a:xfrm>
            <a:custGeom>
              <a:avLst/>
              <a:gdLst/>
              <a:ahLst/>
              <a:cxnLst/>
              <a:rect l="l" t="t" r="r" b="b"/>
              <a:pathLst>
                <a:path w="426" h="502" extrusionOk="0">
                  <a:moveTo>
                    <a:pt x="374" y="0"/>
                  </a:moveTo>
                  <a:lnTo>
                    <a:pt x="374" y="0"/>
                  </a:lnTo>
                  <a:lnTo>
                    <a:pt x="426" y="35"/>
                  </a:lnTo>
                  <a:lnTo>
                    <a:pt x="404" y="47"/>
                  </a:lnTo>
                  <a:lnTo>
                    <a:pt x="421" y="78"/>
                  </a:lnTo>
                  <a:lnTo>
                    <a:pt x="395" y="97"/>
                  </a:lnTo>
                  <a:lnTo>
                    <a:pt x="381" y="99"/>
                  </a:lnTo>
                  <a:lnTo>
                    <a:pt x="388" y="68"/>
                  </a:lnTo>
                  <a:lnTo>
                    <a:pt x="366" y="50"/>
                  </a:lnTo>
                  <a:lnTo>
                    <a:pt x="343" y="64"/>
                  </a:lnTo>
                  <a:lnTo>
                    <a:pt x="333" y="99"/>
                  </a:lnTo>
                  <a:lnTo>
                    <a:pt x="319" y="118"/>
                  </a:lnTo>
                  <a:lnTo>
                    <a:pt x="303" y="106"/>
                  </a:lnTo>
                  <a:lnTo>
                    <a:pt x="279" y="109"/>
                  </a:lnTo>
                  <a:lnTo>
                    <a:pt x="262" y="85"/>
                  </a:lnTo>
                  <a:lnTo>
                    <a:pt x="253" y="99"/>
                  </a:lnTo>
                  <a:lnTo>
                    <a:pt x="243" y="99"/>
                  </a:lnTo>
                  <a:lnTo>
                    <a:pt x="241" y="128"/>
                  </a:lnTo>
                  <a:lnTo>
                    <a:pt x="210" y="121"/>
                  </a:lnTo>
                  <a:lnTo>
                    <a:pt x="206" y="147"/>
                  </a:lnTo>
                  <a:lnTo>
                    <a:pt x="189" y="144"/>
                  </a:lnTo>
                  <a:lnTo>
                    <a:pt x="180" y="175"/>
                  </a:lnTo>
                  <a:lnTo>
                    <a:pt x="163" y="222"/>
                  </a:lnTo>
                  <a:lnTo>
                    <a:pt x="137" y="274"/>
                  </a:lnTo>
                  <a:lnTo>
                    <a:pt x="144" y="289"/>
                  </a:lnTo>
                  <a:lnTo>
                    <a:pt x="137" y="303"/>
                  </a:lnTo>
                  <a:lnTo>
                    <a:pt x="123" y="303"/>
                  </a:lnTo>
                  <a:lnTo>
                    <a:pt x="111" y="336"/>
                  </a:lnTo>
                  <a:lnTo>
                    <a:pt x="113" y="383"/>
                  </a:lnTo>
                  <a:lnTo>
                    <a:pt x="123" y="400"/>
                  </a:lnTo>
                  <a:lnTo>
                    <a:pt x="118" y="438"/>
                  </a:lnTo>
                  <a:lnTo>
                    <a:pt x="104" y="461"/>
                  </a:lnTo>
                  <a:lnTo>
                    <a:pt x="97" y="478"/>
                  </a:lnTo>
                  <a:lnTo>
                    <a:pt x="85" y="459"/>
                  </a:lnTo>
                  <a:lnTo>
                    <a:pt x="54" y="495"/>
                  </a:lnTo>
                  <a:lnTo>
                    <a:pt x="33" y="502"/>
                  </a:lnTo>
                  <a:lnTo>
                    <a:pt x="9" y="487"/>
                  </a:lnTo>
                  <a:lnTo>
                    <a:pt x="5" y="452"/>
                  </a:lnTo>
                  <a:lnTo>
                    <a:pt x="0" y="379"/>
                  </a:lnTo>
                  <a:lnTo>
                    <a:pt x="14" y="355"/>
                  </a:lnTo>
                  <a:lnTo>
                    <a:pt x="57" y="324"/>
                  </a:lnTo>
                  <a:lnTo>
                    <a:pt x="90" y="286"/>
                  </a:lnTo>
                  <a:lnTo>
                    <a:pt x="118" y="234"/>
                  </a:lnTo>
                  <a:lnTo>
                    <a:pt x="158" y="154"/>
                  </a:lnTo>
                  <a:lnTo>
                    <a:pt x="184" y="121"/>
                  </a:lnTo>
                  <a:lnTo>
                    <a:pt x="229" y="66"/>
                  </a:lnTo>
                  <a:lnTo>
                    <a:pt x="265" y="45"/>
                  </a:lnTo>
                  <a:lnTo>
                    <a:pt x="291" y="47"/>
                  </a:lnTo>
                  <a:lnTo>
                    <a:pt x="314" y="7"/>
                  </a:lnTo>
                  <a:lnTo>
                    <a:pt x="345" y="9"/>
                  </a:lnTo>
                  <a:lnTo>
                    <a:pt x="374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327;p30">
              <a:extLst>
                <a:ext uri="{FF2B5EF4-FFF2-40B4-BE49-F238E27FC236}">
                  <a16:creationId xmlns:a16="http://schemas.microsoft.com/office/drawing/2014/main" id="{D260D493-5CB7-3426-A793-5B756C067330}"/>
                </a:ext>
              </a:extLst>
            </p:cNvPr>
            <p:cNvSpPr/>
            <p:nvPr/>
          </p:nvSpPr>
          <p:spPr>
            <a:xfrm>
              <a:off x="8991339" y="4926645"/>
              <a:ext cx="328941" cy="439725"/>
            </a:xfrm>
            <a:custGeom>
              <a:avLst/>
              <a:gdLst/>
              <a:ahLst/>
              <a:cxnLst/>
              <a:rect l="l" t="t" r="r" b="b"/>
              <a:pathLst>
                <a:path w="193" h="258" extrusionOk="0">
                  <a:moveTo>
                    <a:pt x="106" y="133"/>
                  </a:moveTo>
                  <a:lnTo>
                    <a:pt x="106" y="133"/>
                  </a:lnTo>
                  <a:lnTo>
                    <a:pt x="108" y="140"/>
                  </a:lnTo>
                  <a:lnTo>
                    <a:pt x="120" y="133"/>
                  </a:lnTo>
                  <a:lnTo>
                    <a:pt x="125" y="140"/>
                  </a:lnTo>
                  <a:lnTo>
                    <a:pt x="125" y="149"/>
                  </a:lnTo>
                  <a:lnTo>
                    <a:pt x="120" y="159"/>
                  </a:lnTo>
                  <a:lnTo>
                    <a:pt x="108" y="175"/>
                  </a:lnTo>
                  <a:lnTo>
                    <a:pt x="101" y="185"/>
                  </a:lnTo>
                  <a:lnTo>
                    <a:pt x="106" y="194"/>
                  </a:lnTo>
                  <a:lnTo>
                    <a:pt x="94" y="194"/>
                  </a:lnTo>
                  <a:lnTo>
                    <a:pt x="80" y="204"/>
                  </a:lnTo>
                  <a:lnTo>
                    <a:pt x="75" y="218"/>
                  </a:lnTo>
                  <a:lnTo>
                    <a:pt x="66" y="242"/>
                  </a:lnTo>
                  <a:lnTo>
                    <a:pt x="54" y="253"/>
                  </a:lnTo>
                  <a:lnTo>
                    <a:pt x="44" y="258"/>
                  </a:lnTo>
                  <a:lnTo>
                    <a:pt x="30" y="258"/>
                  </a:lnTo>
                  <a:lnTo>
                    <a:pt x="21" y="251"/>
                  </a:lnTo>
                  <a:lnTo>
                    <a:pt x="2" y="249"/>
                  </a:lnTo>
                  <a:lnTo>
                    <a:pt x="0" y="239"/>
                  </a:lnTo>
                  <a:lnTo>
                    <a:pt x="9" y="223"/>
                  </a:lnTo>
                  <a:lnTo>
                    <a:pt x="28" y="201"/>
                  </a:lnTo>
                  <a:lnTo>
                    <a:pt x="40" y="197"/>
                  </a:lnTo>
                  <a:lnTo>
                    <a:pt x="52" y="189"/>
                  </a:lnTo>
                  <a:lnTo>
                    <a:pt x="66" y="175"/>
                  </a:lnTo>
                  <a:lnTo>
                    <a:pt x="75" y="166"/>
                  </a:lnTo>
                  <a:lnTo>
                    <a:pt x="82" y="149"/>
                  </a:lnTo>
                  <a:lnTo>
                    <a:pt x="89" y="144"/>
                  </a:lnTo>
                  <a:lnTo>
                    <a:pt x="92" y="133"/>
                  </a:lnTo>
                  <a:lnTo>
                    <a:pt x="101" y="123"/>
                  </a:lnTo>
                  <a:lnTo>
                    <a:pt x="106" y="133"/>
                  </a:lnTo>
                  <a:close/>
                  <a:moveTo>
                    <a:pt x="132" y="33"/>
                  </a:moveTo>
                  <a:lnTo>
                    <a:pt x="132" y="33"/>
                  </a:lnTo>
                  <a:lnTo>
                    <a:pt x="144" y="55"/>
                  </a:lnTo>
                  <a:lnTo>
                    <a:pt x="144" y="40"/>
                  </a:lnTo>
                  <a:lnTo>
                    <a:pt x="151" y="45"/>
                  </a:lnTo>
                  <a:lnTo>
                    <a:pt x="153" y="62"/>
                  </a:lnTo>
                  <a:lnTo>
                    <a:pt x="167" y="69"/>
                  </a:lnTo>
                  <a:lnTo>
                    <a:pt x="177" y="71"/>
                  </a:lnTo>
                  <a:lnTo>
                    <a:pt x="186" y="62"/>
                  </a:lnTo>
                  <a:lnTo>
                    <a:pt x="193" y="64"/>
                  </a:lnTo>
                  <a:lnTo>
                    <a:pt x="191" y="83"/>
                  </a:lnTo>
                  <a:lnTo>
                    <a:pt x="186" y="95"/>
                  </a:lnTo>
                  <a:lnTo>
                    <a:pt x="172" y="95"/>
                  </a:lnTo>
                  <a:lnTo>
                    <a:pt x="170" y="99"/>
                  </a:lnTo>
                  <a:lnTo>
                    <a:pt x="170" y="109"/>
                  </a:lnTo>
                  <a:lnTo>
                    <a:pt x="167" y="114"/>
                  </a:lnTo>
                  <a:lnTo>
                    <a:pt x="163" y="126"/>
                  </a:lnTo>
                  <a:lnTo>
                    <a:pt x="153" y="140"/>
                  </a:lnTo>
                  <a:lnTo>
                    <a:pt x="141" y="147"/>
                  </a:lnTo>
                  <a:lnTo>
                    <a:pt x="139" y="142"/>
                  </a:lnTo>
                  <a:lnTo>
                    <a:pt x="132" y="140"/>
                  </a:lnTo>
                  <a:lnTo>
                    <a:pt x="141" y="121"/>
                  </a:lnTo>
                  <a:lnTo>
                    <a:pt x="137" y="109"/>
                  </a:lnTo>
                  <a:lnTo>
                    <a:pt x="118" y="102"/>
                  </a:lnTo>
                  <a:lnTo>
                    <a:pt x="120" y="95"/>
                  </a:lnTo>
                  <a:lnTo>
                    <a:pt x="130" y="88"/>
                  </a:lnTo>
                  <a:lnTo>
                    <a:pt x="134" y="71"/>
                  </a:lnTo>
                  <a:lnTo>
                    <a:pt x="132" y="57"/>
                  </a:lnTo>
                  <a:lnTo>
                    <a:pt x="125" y="45"/>
                  </a:lnTo>
                  <a:lnTo>
                    <a:pt x="127" y="40"/>
                  </a:lnTo>
                  <a:lnTo>
                    <a:pt x="120" y="33"/>
                  </a:lnTo>
                  <a:lnTo>
                    <a:pt x="106" y="14"/>
                  </a:lnTo>
                  <a:lnTo>
                    <a:pt x="99" y="0"/>
                  </a:lnTo>
                  <a:lnTo>
                    <a:pt x="106" y="0"/>
                  </a:lnTo>
                  <a:lnTo>
                    <a:pt x="113" y="12"/>
                  </a:lnTo>
                  <a:lnTo>
                    <a:pt x="127" y="17"/>
                  </a:lnTo>
                  <a:lnTo>
                    <a:pt x="132" y="3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328;p30">
              <a:extLst>
                <a:ext uri="{FF2B5EF4-FFF2-40B4-BE49-F238E27FC236}">
                  <a16:creationId xmlns:a16="http://schemas.microsoft.com/office/drawing/2014/main" id="{61657C2B-F98E-61DA-FFC9-64B4E83D7AE0}"/>
                </a:ext>
              </a:extLst>
            </p:cNvPr>
            <p:cNvSpPr/>
            <p:nvPr/>
          </p:nvSpPr>
          <p:spPr>
            <a:xfrm>
              <a:off x="6075185" y="2821760"/>
              <a:ext cx="468698" cy="426090"/>
            </a:xfrm>
            <a:custGeom>
              <a:avLst/>
              <a:gdLst/>
              <a:ahLst/>
              <a:cxnLst/>
              <a:rect l="l" t="t" r="r" b="b"/>
              <a:pathLst>
                <a:path w="275" h="250" extrusionOk="0">
                  <a:moveTo>
                    <a:pt x="275" y="33"/>
                  </a:moveTo>
                  <a:lnTo>
                    <a:pt x="275" y="33"/>
                  </a:lnTo>
                  <a:lnTo>
                    <a:pt x="261" y="49"/>
                  </a:lnTo>
                  <a:lnTo>
                    <a:pt x="242" y="52"/>
                  </a:lnTo>
                  <a:lnTo>
                    <a:pt x="216" y="47"/>
                  </a:lnTo>
                  <a:lnTo>
                    <a:pt x="209" y="56"/>
                  </a:lnTo>
                  <a:lnTo>
                    <a:pt x="216" y="73"/>
                  </a:lnTo>
                  <a:lnTo>
                    <a:pt x="220" y="85"/>
                  </a:lnTo>
                  <a:lnTo>
                    <a:pt x="235" y="97"/>
                  </a:lnTo>
                  <a:lnTo>
                    <a:pt x="220" y="106"/>
                  </a:lnTo>
                  <a:lnTo>
                    <a:pt x="220" y="120"/>
                  </a:lnTo>
                  <a:lnTo>
                    <a:pt x="204" y="139"/>
                  </a:lnTo>
                  <a:lnTo>
                    <a:pt x="194" y="158"/>
                  </a:lnTo>
                  <a:lnTo>
                    <a:pt x="178" y="177"/>
                  </a:lnTo>
                  <a:lnTo>
                    <a:pt x="159" y="175"/>
                  </a:lnTo>
                  <a:lnTo>
                    <a:pt x="140" y="194"/>
                  </a:lnTo>
                  <a:lnTo>
                    <a:pt x="152" y="203"/>
                  </a:lnTo>
                  <a:lnTo>
                    <a:pt x="154" y="215"/>
                  </a:lnTo>
                  <a:lnTo>
                    <a:pt x="161" y="224"/>
                  </a:lnTo>
                  <a:lnTo>
                    <a:pt x="166" y="241"/>
                  </a:lnTo>
                  <a:lnTo>
                    <a:pt x="130" y="241"/>
                  </a:lnTo>
                  <a:lnTo>
                    <a:pt x="119" y="250"/>
                  </a:lnTo>
                  <a:lnTo>
                    <a:pt x="107" y="248"/>
                  </a:lnTo>
                  <a:lnTo>
                    <a:pt x="102" y="234"/>
                  </a:lnTo>
                  <a:lnTo>
                    <a:pt x="90" y="222"/>
                  </a:lnTo>
                  <a:lnTo>
                    <a:pt x="60" y="224"/>
                  </a:lnTo>
                  <a:lnTo>
                    <a:pt x="34" y="224"/>
                  </a:lnTo>
                  <a:lnTo>
                    <a:pt x="10" y="227"/>
                  </a:lnTo>
                  <a:lnTo>
                    <a:pt x="17" y="205"/>
                  </a:lnTo>
                  <a:lnTo>
                    <a:pt x="41" y="198"/>
                  </a:lnTo>
                  <a:lnTo>
                    <a:pt x="38" y="189"/>
                  </a:lnTo>
                  <a:lnTo>
                    <a:pt x="31" y="187"/>
                  </a:lnTo>
                  <a:lnTo>
                    <a:pt x="31" y="170"/>
                  </a:lnTo>
                  <a:lnTo>
                    <a:pt x="15" y="163"/>
                  </a:lnTo>
                  <a:lnTo>
                    <a:pt x="7" y="151"/>
                  </a:lnTo>
                  <a:lnTo>
                    <a:pt x="0" y="142"/>
                  </a:lnTo>
                  <a:lnTo>
                    <a:pt x="29" y="151"/>
                  </a:lnTo>
                  <a:lnTo>
                    <a:pt x="45" y="149"/>
                  </a:lnTo>
                  <a:lnTo>
                    <a:pt x="55" y="151"/>
                  </a:lnTo>
                  <a:lnTo>
                    <a:pt x="57" y="146"/>
                  </a:lnTo>
                  <a:lnTo>
                    <a:pt x="69" y="149"/>
                  </a:lnTo>
                  <a:lnTo>
                    <a:pt x="90" y="142"/>
                  </a:lnTo>
                  <a:lnTo>
                    <a:pt x="90" y="125"/>
                  </a:lnTo>
                  <a:lnTo>
                    <a:pt x="100" y="113"/>
                  </a:lnTo>
                  <a:lnTo>
                    <a:pt x="112" y="113"/>
                  </a:lnTo>
                  <a:lnTo>
                    <a:pt x="114" y="108"/>
                  </a:lnTo>
                  <a:lnTo>
                    <a:pt x="126" y="106"/>
                  </a:lnTo>
                  <a:lnTo>
                    <a:pt x="130" y="108"/>
                  </a:lnTo>
                  <a:lnTo>
                    <a:pt x="138" y="101"/>
                  </a:lnTo>
                  <a:lnTo>
                    <a:pt x="135" y="92"/>
                  </a:lnTo>
                  <a:lnTo>
                    <a:pt x="145" y="78"/>
                  </a:lnTo>
                  <a:lnTo>
                    <a:pt x="154" y="75"/>
                  </a:lnTo>
                  <a:lnTo>
                    <a:pt x="147" y="61"/>
                  </a:lnTo>
                  <a:lnTo>
                    <a:pt x="164" y="63"/>
                  </a:lnTo>
                  <a:lnTo>
                    <a:pt x="166" y="56"/>
                  </a:lnTo>
                  <a:lnTo>
                    <a:pt x="166" y="47"/>
                  </a:lnTo>
                  <a:lnTo>
                    <a:pt x="175" y="40"/>
                  </a:lnTo>
                  <a:lnTo>
                    <a:pt x="173" y="30"/>
                  </a:lnTo>
                  <a:lnTo>
                    <a:pt x="168" y="21"/>
                  </a:lnTo>
                  <a:lnTo>
                    <a:pt x="178" y="14"/>
                  </a:lnTo>
                  <a:lnTo>
                    <a:pt x="197" y="9"/>
                  </a:lnTo>
                  <a:lnTo>
                    <a:pt x="213" y="7"/>
                  </a:lnTo>
                  <a:lnTo>
                    <a:pt x="223" y="2"/>
                  </a:lnTo>
                  <a:lnTo>
                    <a:pt x="232" y="0"/>
                  </a:lnTo>
                  <a:lnTo>
                    <a:pt x="244" y="9"/>
                  </a:lnTo>
                  <a:lnTo>
                    <a:pt x="249" y="26"/>
                  </a:lnTo>
                  <a:lnTo>
                    <a:pt x="275" y="3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329;p30">
              <a:extLst>
                <a:ext uri="{FF2B5EF4-FFF2-40B4-BE49-F238E27FC236}">
                  <a16:creationId xmlns:a16="http://schemas.microsoft.com/office/drawing/2014/main" id="{187FFCFD-B28E-18C4-F8C5-71034F65977B}"/>
                </a:ext>
              </a:extLst>
            </p:cNvPr>
            <p:cNvSpPr/>
            <p:nvPr/>
          </p:nvSpPr>
          <p:spPr>
            <a:xfrm>
              <a:off x="2105743" y="3655192"/>
              <a:ext cx="160210" cy="64767"/>
            </a:xfrm>
            <a:custGeom>
              <a:avLst/>
              <a:gdLst/>
              <a:ahLst/>
              <a:cxnLst/>
              <a:rect l="l" t="t" r="r" b="b"/>
              <a:pathLst>
                <a:path w="94" h="38" extrusionOk="0">
                  <a:moveTo>
                    <a:pt x="80" y="5"/>
                  </a:moveTo>
                  <a:lnTo>
                    <a:pt x="80" y="5"/>
                  </a:lnTo>
                  <a:lnTo>
                    <a:pt x="85" y="10"/>
                  </a:lnTo>
                  <a:lnTo>
                    <a:pt x="92" y="15"/>
                  </a:lnTo>
                  <a:lnTo>
                    <a:pt x="89" y="17"/>
                  </a:lnTo>
                  <a:lnTo>
                    <a:pt x="94" y="27"/>
                  </a:lnTo>
                  <a:lnTo>
                    <a:pt x="89" y="31"/>
                  </a:lnTo>
                  <a:lnTo>
                    <a:pt x="85" y="31"/>
                  </a:lnTo>
                  <a:lnTo>
                    <a:pt x="82" y="38"/>
                  </a:lnTo>
                  <a:lnTo>
                    <a:pt x="78" y="34"/>
                  </a:lnTo>
                  <a:lnTo>
                    <a:pt x="73" y="24"/>
                  </a:lnTo>
                  <a:lnTo>
                    <a:pt x="78" y="19"/>
                  </a:lnTo>
                  <a:lnTo>
                    <a:pt x="73" y="19"/>
                  </a:lnTo>
                  <a:lnTo>
                    <a:pt x="71" y="15"/>
                  </a:lnTo>
                  <a:lnTo>
                    <a:pt x="63" y="10"/>
                  </a:lnTo>
                  <a:lnTo>
                    <a:pt x="56" y="10"/>
                  </a:lnTo>
                  <a:lnTo>
                    <a:pt x="52" y="17"/>
                  </a:lnTo>
                  <a:lnTo>
                    <a:pt x="45" y="19"/>
                  </a:lnTo>
                  <a:lnTo>
                    <a:pt x="42" y="22"/>
                  </a:lnTo>
                  <a:lnTo>
                    <a:pt x="42" y="24"/>
                  </a:lnTo>
                  <a:lnTo>
                    <a:pt x="49" y="34"/>
                  </a:lnTo>
                  <a:lnTo>
                    <a:pt x="45" y="36"/>
                  </a:lnTo>
                  <a:lnTo>
                    <a:pt x="42" y="38"/>
                  </a:lnTo>
                  <a:lnTo>
                    <a:pt x="35" y="38"/>
                  </a:lnTo>
                  <a:lnTo>
                    <a:pt x="30" y="29"/>
                  </a:lnTo>
                  <a:lnTo>
                    <a:pt x="30" y="31"/>
                  </a:lnTo>
                  <a:lnTo>
                    <a:pt x="23" y="31"/>
                  </a:lnTo>
                  <a:lnTo>
                    <a:pt x="21" y="24"/>
                  </a:lnTo>
                  <a:lnTo>
                    <a:pt x="14" y="22"/>
                  </a:lnTo>
                  <a:lnTo>
                    <a:pt x="9" y="22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0" y="22"/>
                  </a:lnTo>
                  <a:lnTo>
                    <a:pt x="2" y="19"/>
                  </a:lnTo>
                  <a:lnTo>
                    <a:pt x="2" y="17"/>
                  </a:lnTo>
                  <a:lnTo>
                    <a:pt x="2" y="12"/>
                  </a:lnTo>
                  <a:lnTo>
                    <a:pt x="4" y="10"/>
                  </a:lnTo>
                  <a:lnTo>
                    <a:pt x="2" y="8"/>
                  </a:lnTo>
                  <a:lnTo>
                    <a:pt x="2" y="3"/>
                  </a:lnTo>
                  <a:lnTo>
                    <a:pt x="7" y="0"/>
                  </a:lnTo>
                  <a:lnTo>
                    <a:pt x="11" y="5"/>
                  </a:lnTo>
                  <a:lnTo>
                    <a:pt x="11" y="10"/>
                  </a:lnTo>
                  <a:lnTo>
                    <a:pt x="18" y="10"/>
                  </a:lnTo>
                  <a:lnTo>
                    <a:pt x="21" y="10"/>
                  </a:lnTo>
                  <a:lnTo>
                    <a:pt x="26" y="12"/>
                  </a:lnTo>
                  <a:lnTo>
                    <a:pt x="33" y="12"/>
                  </a:lnTo>
                  <a:lnTo>
                    <a:pt x="40" y="8"/>
                  </a:lnTo>
                  <a:lnTo>
                    <a:pt x="49" y="5"/>
                  </a:lnTo>
                  <a:lnTo>
                    <a:pt x="56" y="0"/>
                  </a:lnTo>
                  <a:lnTo>
                    <a:pt x="63" y="0"/>
                  </a:lnTo>
                  <a:lnTo>
                    <a:pt x="63" y="3"/>
                  </a:lnTo>
                  <a:lnTo>
                    <a:pt x="73" y="3"/>
                  </a:lnTo>
                  <a:lnTo>
                    <a:pt x="80" y="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330;p30">
              <a:extLst>
                <a:ext uri="{FF2B5EF4-FFF2-40B4-BE49-F238E27FC236}">
                  <a16:creationId xmlns:a16="http://schemas.microsoft.com/office/drawing/2014/main" id="{495338AE-B8E4-D170-2303-94486482AE65}"/>
                </a:ext>
              </a:extLst>
            </p:cNvPr>
            <p:cNvSpPr/>
            <p:nvPr/>
          </p:nvSpPr>
          <p:spPr>
            <a:xfrm>
              <a:off x="2150057" y="3922778"/>
              <a:ext cx="349393" cy="507899"/>
            </a:xfrm>
            <a:custGeom>
              <a:avLst/>
              <a:gdLst/>
              <a:ahLst/>
              <a:cxnLst/>
              <a:rect l="l" t="t" r="r" b="b"/>
              <a:pathLst>
                <a:path w="205" h="298" extrusionOk="0">
                  <a:moveTo>
                    <a:pt x="134" y="35"/>
                  </a:moveTo>
                  <a:lnTo>
                    <a:pt x="134" y="35"/>
                  </a:lnTo>
                  <a:lnTo>
                    <a:pt x="146" y="38"/>
                  </a:lnTo>
                  <a:lnTo>
                    <a:pt x="156" y="33"/>
                  </a:lnTo>
                  <a:lnTo>
                    <a:pt x="160" y="35"/>
                  </a:lnTo>
                  <a:lnTo>
                    <a:pt x="172" y="33"/>
                  </a:lnTo>
                  <a:lnTo>
                    <a:pt x="184" y="42"/>
                  </a:lnTo>
                  <a:lnTo>
                    <a:pt x="172" y="59"/>
                  </a:lnTo>
                  <a:lnTo>
                    <a:pt x="179" y="59"/>
                  </a:lnTo>
                  <a:lnTo>
                    <a:pt x="186" y="66"/>
                  </a:lnTo>
                  <a:lnTo>
                    <a:pt x="172" y="66"/>
                  </a:lnTo>
                  <a:lnTo>
                    <a:pt x="170" y="68"/>
                  </a:lnTo>
                  <a:lnTo>
                    <a:pt x="156" y="71"/>
                  </a:lnTo>
                  <a:lnTo>
                    <a:pt x="137" y="83"/>
                  </a:lnTo>
                  <a:lnTo>
                    <a:pt x="137" y="90"/>
                  </a:lnTo>
                  <a:lnTo>
                    <a:pt x="132" y="97"/>
                  </a:lnTo>
                  <a:lnTo>
                    <a:pt x="134" y="106"/>
                  </a:lnTo>
                  <a:lnTo>
                    <a:pt x="125" y="109"/>
                  </a:lnTo>
                  <a:lnTo>
                    <a:pt x="125" y="116"/>
                  </a:lnTo>
                  <a:lnTo>
                    <a:pt x="120" y="120"/>
                  </a:lnTo>
                  <a:lnTo>
                    <a:pt x="127" y="135"/>
                  </a:lnTo>
                  <a:lnTo>
                    <a:pt x="134" y="144"/>
                  </a:lnTo>
                  <a:lnTo>
                    <a:pt x="132" y="151"/>
                  </a:lnTo>
                  <a:lnTo>
                    <a:pt x="144" y="151"/>
                  </a:lnTo>
                  <a:lnTo>
                    <a:pt x="149" y="161"/>
                  </a:lnTo>
                  <a:lnTo>
                    <a:pt x="163" y="161"/>
                  </a:lnTo>
                  <a:lnTo>
                    <a:pt x="177" y="151"/>
                  </a:lnTo>
                  <a:lnTo>
                    <a:pt x="177" y="175"/>
                  </a:lnTo>
                  <a:lnTo>
                    <a:pt x="182" y="177"/>
                  </a:lnTo>
                  <a:lnTo>
                    <a:pt x="191" y="175"/>
                  </a:lnTo>
                  <a:lnTo>
                    <a:pt x="205" y="201"/>
                  </a:lnTo>
                  <a:lnTo>
                    <a:pt x="203" y="208"/>
                  </a:lnTo>
                  <a:lnTo>
                    <a:pt x="201" y="217"/>
                  </a:lnTo>
                  <a:lnTo>
                    <a:pt x="201" y="232"/>
                  </a:lnTo>
                  <a:lnTo>
                    <a:pt x="196" y="241"/>
                  </a:lnTo>
                  <a:lnTo>
                    <a:pt x="198" y="246"/>
                  </a:lnTo>
                  <a:lnTo>
                    <a:pt x="194" y="253"/>
                  </a:lnTo>
                  <a:lnTo>
                    <a:pt x="201" y="267"/>
                  </a:lnTo>
                  <a:lnTo>
                    <a:pt x="191" y="286"/>
                  </a:lnTo>
                  <a:lnTo>
                    <a:pt x="186" y="293"/>
                  </a:lnTo>
                  <a:lnTo>
                    <a:pt x="179" y="298"/>
                  </a:lnTo>
                  <a:lnTo>
                    <a:pt x="163" y="288"/>
                  </a:lnTo>
                  <a:lnTo>
                    <a:pt x="160" y="281"/>
                  </a:lnTo>
                  <a:lnTo>
                    <a:pt x="130" y="265"/>
                  </a:lnTo>
                  <a:lnTo>
                    <a:pt x="101" y="246"/>
                  </a:lnTo>
                  <a:lnTo>
                    <a:pt x="87" y="236"/>
                  </a:lnTo>
                  <a:lnTo>
                    <a:pt x="80" y="222"/>
                  </a:lnTo>
                  <a:lnTo>
                    <a:pt x="85" y="217"/>
                  </a:lnTo>
                  <a:lnTo>
                    <a:pt x="71" y="196"/>
                  </a:lnTo>
                  <a:lnTo>
                    <a:pt x="54" y="165"/>
                  </a:lnTo>
                  <a:lnTo>
                    <a:pt x="37" y="132"/>
                  </a:lnTo>
                  <a:lnTo>
                    <a:pt x="33" y="125"/>
                  </a:lnTo>
                  <a:lnTo>
                    <a:pt x="28" y="113"/>
                  </a:lnTo>
                  <a:lnTo>
                    <a:pt x="14" y="104"/>
                  </a:lnTo>
                  <a:lnTo>
                    <a:pt x="2" y="97"/>
                  </a:lnTo>
                  <a:lnTo>
                    <a:pt x="9" y="90"/>
                  </a:lnTo>
                  <a:lnTo>
                    <a:pt x="0" y="73"/>
                  </a:lnTo>
                  <a:lnTo>
                    <a:pt x="7" y="64"/>
                  </a:lnTo>
                  <a:lnTo>
                    <a:pt x="19" y="52"/>
                  </a:lnTo>
                  <a:lnTo>
                    <a:pt x="21" y="59"/>
                  </a:lnTo>
                  <a:lnTo>
                    <a:pt x="16" y="64"/>
                  </a:lnTo>
                  <a:lnTo>
                    <a:pt x="16" y="68"/>
                  </a:lnTo>
                  <a:lnTo>
                    <a:pt x="23" y="68"/>
                  </a:lnTo>
                  <a:lnTo>
                    <a:pt x="30" y="68"/>
                  </a:lnTo>
                  <a:lnTo>
                    <a:pt x="35" y="78"/>
                  </a:lnTo>
                  <a:lnTo>
                    <a:pt x="45" y="71"/>
                  </a:lnTo>
                  <a:lnTo>
                    <a:pt x="49" y="61"/>
                  </a:lnTo>
                  <a:lnTo>
                    <a:pt x="59" y="45"/>
                  </a:lnTo>
                  <a:lnTo>
                    <a:pt x="78" y="40"/>
                  </a:lnTo>
                  <a:lnTo>
                    <a:pt x="94" y="23"/>
                  </a:lnTo>
                  <a:lnTo>
                    <a:pt x="101" y="12"/>
                  </a:lnTo>
                  <a:lnTo>
                    <a:pt x="99" y="0"/>
                  </a:lnTo>
                  <a:lnTo>
                    <a:pt x="101" y="0"/>
                  </a:lnTo>
                  <a:lnTo>
                    <a:pt x="113" y="7"/>
                  </a:lnTo>
                  <a:lnTo>
                    <a:pt x="118" y="14"/>
                  </a:lnTo>
                  <a:lnTo>
                    <a:pt x="125" y="19"/>
                  </a:lnTo>
                  <a:lnTo>
                    <a:pt x="134" y="3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331;p30">
              <a:extLst>
                <a:ext uri="{FF2B5EF4-FFF2-40B4-BE49-F238E27FC236}">
                  <a16:creationId xmlns:a16="http://schemas.microsoft.com/office/drawing/2014/main" id="{B4DB059E-6353-CD9B-299A-64AA035511C5}"/>
                </a:ext>
              </a:extLst>
            </p:cNvPr>
            <p:cNvSpPr/>
            <p:nvPr/>
          </p:nvSpPr>
          <p:spPr>
            <a:xfrm>
              <a:off x="7631263" y="3401244"/>
              <a:ext cx="259062" cy="368142"/>
            </a:xfrm>
            <a:custGeom>
              <a:avLst/>
              <a:gdLst/>
              <a:ahLst/>
              <a:cxnLst/>
              <a:rect l="l" t="t" r="r" b="b"/>
              <a:pathLst>
                <a:path w="152" h="216" extrusionOk="0">
                  <a:moveTo>
                    <a:pt x="147" y="168"/>
                  </a:moveTo>
                  <a:lnTo>
                    <a:pt x="147" y="168"/>
                  </a:lnTo>
                  <a:lnTo>
                    <a:pt x="149" y="180"/>
                  </a:lnTo>
                  <a:lnTo>
                    <a:pt x="152" y="190"/>
                  </a:lnTo>
                  <a:lnTo>
                    <a:pt x="145" y="204"/>
                  </a:lnTo>
                  <a:lnTo>
                    <a:pt x="140" y="187"/>
                  </a:lnTo>
                  <a:lnTo>
                    <a:pt x="130" y="194"/>
                  </a:lnTo>
                  <a:lnTo>
                    <a:pt x="138" y="206"/>
                  </a:lnTo>
                  <a:lnTo>
                    <a:pt x="133" y="216"/>
                  </a:lnTo>
                  <a:lnTo>
                    <a:pt x="114" y="204"/>
                  </a:lnTo>
                  <a:lnTo>
                    <a:pt x="109" y="194"/>
                  </a:lnTo>
                  <a:lnTo>
                    <a:pt x="114" y="185"/>
                  </a:lnTo>
                  <a:lnTo>
                    <a:pt x="104" y="178"/>
                  </a:lnTo>
                  <a:lnTo>
                    <a:pt x="97" y="185"/>
                  </a:lnTo>
                  <a:lnTo>
                    <a:pt x="90" y="185"/>
                  </a:lnTo>
                  <a:lnTo>
                    <a:pt x="78" y="194"/>
                  </a:lnTo>
                  <a:lnTo>
                    <a:pt x="76" y="190"/>
                  </a:lnTo>
                  <a:lnTo>
                    <a:pt x="83" y="176"/>
                  </a:lnTo>
                  <a:lnTo>
                    <a:pt x="93" y="171"/>
                  </a:lnTo>
                  <a:lnTo>
                    <a:pt x="102" y="164"/>
                  </a:lnTo>
                  <a:lnTo>
                    <a:pt x="107" y="171"/>
                  </a:lnTo>
                  <a:lnTo>
                    <a:pt x="119" y="166"/>
                  </a:lnTo>
                  <a:lnTo>
                    <a:pt x="123" y="159"/>
                  </a:lnTo>
                  <a:lnTo>
                    <a:pt x="133" y="159"/>
                  </a:lnTo>
                  <a:lnTo>
                    <a:pt x="133" y="147"/>
                  </a:lnTo>
                  <a:lnTo>
                    <a:pt x="145" y="154"/>
                  </a:lnTo>
                  <a:lnTo>
                    <a:pt x="147" y="161"/>
                  </a:lnTo>
                  <a:lnTo>
                    <a:pt x="147" y="168"/>
                  </a:lnTo>
                  <a:close/>
                  <a:moveTo>
                    <a:pt x="109" y="138"/>
                  </a:moveTo>
                  <a:lnTo>
                    <a:pt x="109" y="138"/>
                  </a:lnTo>
                  <a:lnTo>
                    <a:pt x="104" y="142"/>
                  </a:lnTo>
                  <a:lnTo>
                    <a:pt x="97" y="154"/>
                  </a:lnTo>
                  <a:lnTo>
                    <a:pt x="93" y="159"/>
                  </a:lnTo>
                  <a:lnTo>
                    <a:pt x="83" y="147"/>
                  </a:lnTo>
                  <a:lnTo>
                    <a:pt x="86" y="142"/>
                  </a:lnTo>
                  <a:lnTo>
                    <a:pt x="90" y="138"/>
                  </a:lnTo>
                  <a:lnTo>
                    <a:pt x="93" y="128"/>
                  </a:lnTo>
                  <a:lnTo>
                    <a:pt x="102" y="128"/>
                  </a:lnTo>
                  <a:lnTo>
                    <a:pt x="100" y="138"/>
                  </a:lnTo>
                  <a:lnTo>
                    <a:pt x="112" y="123"/>
                  </a:lnTo>
                  <a:lnTo>
                    <a:pt x="109" y="138"/>
                  </a:lnTo>
                  <a:close/>
                  <a:moveTo>
                    <a:pt x="22" y="154"/>
                  </a:moveTo>
                  <a:lnTo>
                    <a:pt x="22" y="154"/>
                  </a:lnTo>
                  <a:lnTo>
                    <a:pt x="0" y="171"/>
                  </a:lnTo>
                  <a:lnTo>
                    <a:pt x="7" y="157"/>
                  </a:lnTo>
                  <a:lnTo>
                    <a:pt x="19" y="147"/>
                  </a:lnTo>
                  <a:lnTo>
                    <a:pt x="29" y="138"/>
                  </a:lnTo>
                  <a:lnTo>
                    <a:pt x="36" y="121"/>
                  </a:lnTo>
                  <a:lnTo>
                    <a:pt x="41" y="133"/>
                  </a:lnTo>
                  <a:lnTo>
                    <a:pt x="29" y="142"/>
                  </a:lnTo>
                  <a:lnTo>
                    <a:pt x="22" y="154"/>
                  </a:lnTo>
                  <a:close/>
                  <a:moveTo>
                    <a:pt x="76" y="112"/>
                  </a:moveTo>
                  <a:lnTo>
                    <a:pt x="76" y="112"/>
                  </a:lnTo>
                  <a:lnTo>
                    <a:pt x="86" y="116"/>
                  </a:lnTo>
                  <a:lnTo>
                    <a:pt x="95" y="116"/>
                  </a:lnTo>
                  <a:lnTo>
                    <a:pt x="95" y="123"/>
                  </a:lnTo>
                  <a:lnTo>
                    <a:pt x="88" y="131"/>
                  </a:lnTo>
                  <a:lnTo>
                    <a:pt x="78" y="135"/>
                  </a:lnTo>
                  <a:lnTo>
                    <a:pt x="78" y="128"/>
                  </a:lnTo>
                  <a:lnTo>
                    <a:pt x="78" y="119"/>
                  </a:lnTo>
                  <a:lnTo>
                    <a:pt x="76" y="112"/>
                  </a:lnTo>
                  <a:close/>
                  <a:moveTo>
                    <a:pt x="133" y="107"/>
                  </a:moveTo>
                  <a:lnTo>
                    <a:pt x="133" y="107"/>
                  </a:lnTo>
                  <a:lnTo>
                    <a:pt x="138" y="126"/>
                  </a:lnTo>
                  <a:lnTo>
                    <a:pt x="126" y="121"/>
                  </a:lnTo>
                  <a:lnTo>
                    <a:pt x="126" y="128"/>
                  </a:lnTo>
                  <a:lnTo>
                    <a:pt x="130" y="138"/>
                  </a:lnTo>
                  <a:lnTo>
                    <a:pt x="123" y="140"/>
                  </a:lnTo>
                  <a:lnTo>
                    <a:pt x="121" y="128"/>
                  </a:lnTo>
                  <a:lnTo>
                    <a:pt x="116" y="128"/>
                  </a:lnTo>
                  <a:lnTo>
                    <a:pt x="114" y="119"/>
                  </a:lnTo>
                  <a:lnTo>
                    <a:pt x="123" y="119"/>
                  </a:lnTo>
                  <a:lnTo>
                    <a:pt x="123" y="114"/>
                  </a:lnTo>
                  <a:lnTo>
                    <a:pt x="114" y="100"/>
                  </a:lnTo>
                  <a:lnTo>
                    <a:pt x="128" y="102"/>
                  </a:lnTo>
                  <a:lnTo>
                    <a:pt x="133" y="107"/>
                  </a:lnTo>
                  <a:close/>
                  <a:moveTo>
                    <a:pt x="69" y="93"/>
                  </a:moveTo>
                  <a:lnTo>
                    <a:pt x="69" y="93"/>
                  </a:lnTo>
                  <a:lnTo>
                    <a:pt x="64" y="107"/>
                  </a:lnTo>
                  <a:lnTo>
                    <a:pt x="60" y="97"/>
                  </a:lnTo>
                  <a:lnTo>
                    <a:pt x="50" y="86"/>
                  </a:lnTo>
                  <a:lnTo>
                    <a:pt x="64" y="86"/>
                  </a:lnTo>
                  <a:lnTo>
                    <a:pt x="69" y="93"/>
                  </a:lnTo>
                  <a:close/>
                  <a:moveTo>
                    <a:pt x="67" y="0"/>
                  </a:moveTo>
                  <a:lnTo>
                    <a:pt x="67" y="0"/>
                  </a:lnTo>
                  <a:lnTo>
                    <a:pt x="76" y="5"/>
                  </a:lnTo>
                  <a:lnTo>
                    <a:pt x="81" y="0"/>
                  </a:lnTo>
                  <a:lnTo>
                    <a:pt x="83" y="5"/>
                  </a:lnTo>
                  <a:lnTo>
                    <a:pt x="81" y="12"/>
                  </a:lnTo>
                  <a:lnTo>
                    <a:pt x="86" y="24"/>
                  </a:lnTo>
                  <a:lnTo>
                    <a:pt x="81" y="38"/>
                  </a:lnTo>
                  <a:lnTo>
                    <a:pt x="71" y="45"/>
                  </a:lnTo>
                  <a:lnTo>
                    <a:pt x="69" y="60"/>
                  </a:lnTo>
                  <a:lnTo>
                    <a:pt x="74" y="71"/>
                  </a:lnTo>
                  <a:lnTo>
                    <a:pt x="81" y="74"/>
                  </a:lnTo>
                  <a:lnTo>
                    <a:pt x="88" y="71"/>
                  </a:lnTo>
                  <a:lnTo>
                    <a:pt x="109" y="81"/>
                  </a:lnTo>
                  <a:lnTo>
                    <a:pt x="107" y="90"/>
                  </a:lnTo>
                  <a:lnTo>
                    <a:pt x="112" y="93"/>
                  </a:lnTo>
                  <a:lnTo>
                    <a:pt x="112" y="102"/>
                  </a:lnTo>
                  <a:lnTo>
                    <a:pt x="97" y="93"/>
                  </a:lnTo>
                  <a:lnTo>
                    <a:pt x="93" y="86"/>
                  </a:lnTo>
                  <a:lnTo>
                    <a:pt x="88" y="90"/>
                  </a:lnTo>
                  <a:lnTo>
                    <a:pt x="78" y="81"/>
                  </a:lnTo>
                  <a:lnTo>
                    <a:pt x="62" y="83"/>
                  </a:lnTo>
                  <a:lnTo>
                    <a:pt x="55" y="78"/>
                  </a:lnTo>
                  <a:lnTo>
                    <a:pt x="57" y="71"/>
                  </a:lnTo>
                  <a:lnTo>
                    <a:pt x="62" y="67"/>
                  </a:lnTo>
                  <a:lnTo>
                    <a:pt x="57" y="64"/>
                  </a:lnTo>
                  <a:lnTo>
                    <a:pt x="55" y="69"/>
                  </a:lnTo>
                  <a:lnTo>
                    <a:pt x="48" y="62"/>
                  </a:lnTo>
                  <a:lnTo>
                    <a:pt x="43" y="52"/>
                  </a:lnTo>
                  <a:lnTo>
                    <a:pt x="43" y="38"/>
                  </a:lnTo>
                  <a:lnTo>
                    <a:pt x="50" y="43"/>
                  </a:lnTo>
                  <a:lnTo>
                    <a:pt x="52" y="17"/>
                  </a:lnTo>
                  <a:lnTo>
                    <a:pt x="57" y="0"/>
                  </a:lnTo>
                  <a:lnTo>
                    <a:pt x="67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332;p30">
              <a:extLst>
                <a:ext uri="{FF2B5EF4-FFF2-40B4-BE49-F238E27FC236}">
                  <a16:creationId xmlns:a16="http://schemas.microsoft.com/office/drawing/2014/main" id="{B507FE80-94BA-9499-3441-78FA6BFA6DC7}"/>
                </a:ext>
              </a:extLst>
            </p:cNvPr>
            <p:cNvSpPr/>
            <p:nvPr/>
          </p:nvSpPr>
          <p:spPr>
            <a:xfrm>
              <a:off x="8289144" y="3987544"/>
              <a:ext cx="415863" cy="228384"/>
            </a:xfrm>
            <a:custGeom>
              <a:avLst/>
              <a:gdLst/>
              <a:ahLst/>
              <a:cxnLst/>
              <a:rect l="l" t="t" r="r" b="b"/>
              <a:pathLst>
                <a:path w="244" h="134" extrusionOk="0">
                  <a:moveTo>
                    <a:pt x="241" y="71"/>
                  </a:moveTo>
                  <a:lnTo>
                    <a:pt x="241" y="71"/>
                  </a:lnTo>
                  <a:lnTo>
                    <a:pt x="236" y="73"/>
                  </a:lnTo>
                  <a:lnTo>
                    <a:pt x="229" y="66"/>
                  </a:lnTo>
                  <a:lnTo>
                    <a:pt x="222" y="54"/>
                  </a:lnTo>
                  <a:lnTo>
                    <a:pt x="218" y="42"/>
                  </a:lnTo>
                  <a:lnTo>
                    <a:pt x="220" y="40"/>
                  </a:lnTo>
                  <a:lnTo>
                    <a:pt x="222" y="47"/>
                  </a:lnTo>
                  <a:lnTo>
                    <a:pt x="227" y="49"/>
                  </a:lnTo>
                  <a:lnTo>
                    <a:pt x="234" y="59"/>
                  </a:lnTo>
                  <a:lnTo>
                    <a:pt x="244" y="66"/>
                  </a:lnTo>
                  <a:lnTo>
                    <a:pt x="241" y="71"/>
                  </a:lnTo>
                  <a:close/>
                  <a:moveTo>
                    <a:pt x="177" y="49"/>
                  </a:moveTo>
                  <a:lnTo>
                    <a:pt x="177" y="49"/>
                  </a:lnTo>
                  <a:lnTo>
                    <a:pt x="168" y="49"/>
                  </a:lnTo>
                  <a:lnTo>
                    <a:pt x="168" y="54"/>
                  </a:lnTo>
                  <a:lnTo>
                    <a:pt x="158" y="59"/>
                  </a:lnTo>
                  <a:lnTo>
                    <a:pt x="149" y="61"/>
                  </a:lnTo>
                  <a:lnTo>
                    <a:pt x="139" y="61"/>
                  </a:lnTo>
                  <a:lnTo>
                    <a:pt x="128" y="56"/>
                  </a:lnTo>
                  <a:lnTo>
                    <a:pt x="118" y="54"/>
                  </a:lnTo>
                  <a:lnTo>
                    <a:pt x="118" y="47"/>
                  </a:lnTo>
                  <a:lnTo>
                    <a:pt x="135" y="49"/>
                  </a:lnTo>
                  <a:lnTo>
                    <a:pt x="142" y="49"/>
                  </a:lnTo>
                  <a:lnTo>
                    <a:pt x="144" y="40"/>
                  </a:lnTo>
                  <a:lnTo>
                    <a:pt x="147" y="40"/>
                  </a:lnTo>
                  <a:lnTo>
                    <a:pt x="149" y="49"/>
                  </a:lnTo>
                  <a:lnTo>
                    <a:pt x="158" y="47"/>
                  </a:lnTo>
                  <a:lnTo>
                    <a:pt x="163" y="42"/>
                  </a:lnTo>
                  <a:lnTo>
                    <a:pt x="173" y="37"/>
                  </a:lnTo>
                  <a:lnTo>
                    <a:pt x="170" y="28"/>
                  </a:lnTo>
                  <a:lnTo>
                    <a:pt x="180" y="26"/>
                  </a:lnTo>
                  <a:lnTo>
                    <a:pt x="182" y="28"/>
                  </a:lnTo>
                  <a:lnTo>
                    <a:pt x="182" y="37"/>
                  </a:lnTo>
                  <a:lnTo>
                    <a:pt x="177" y="49"/>
                  </a:lnTo>
                  <a:close/>
                  <a:moveTo>
                    <a:pt x="99" y="80"/>
                  </a:moveTo>
                  <a:lnTo>
                    <a:pt x="99" y="80"/>
                  </a:lnTo>
                  <a:lnTo>
                    <a:pt x="113" y="90"/>
                  </a:lnTo>
                  <a:lnTo>
                    <a:pt x="125" y="106"/>
                  </a:lnTo>
                  <a:lnTo>
                    <a:pt x="135" y="106"/>
                  </a:lnTo>
                  <a:lnTo>
                    <a:pt x="135" y="113"/>
                  </a:lnTo>
                  <a:lnTo>
                    <a:pt x="147" y="118"/>
                  </a:lnTo>
                  <a:lnTo>
                    <a:pt x="139" y="120"/>
                  </a:lnTo>
                  <a:lnTo>
                    <a:pt x="158" y="127"/>
                  </a:lnTo>
                  <a:lnTo>
                    <a:pt x="156" y="132"/>
                  </a:lnTo>
                  <a:lnTo>
                    <a:pt x="147" y="134"/>
                  </a:lnTo>
                  <a:lnTo>
                    <a:pt x="142" y="130"/>
                  </a:lnTo>
                  <a:lnTo>
                    <a:pt x="128" y="127"/>
                  </a:lnTo>
                  <a:lnTo>
                    <a:pt x="111" y="125"/>
                  </a:lnTo>
                  <a:lnTo>
                    <a:pt x="99" y="113"/>
                  </a:lnTo>
                  <a:lnTo>
                    <a:pt x="90" y="106"/>
                  </a:lnTo>
                  <a:lnTo>
                    <a:pt x="80" y="90"/>
                  </a:lnTo>
                  <a:lnTo>
                    <a:pt x="59" y="82"/>
                  </a:lnTo>
                  <a:lnTo>
                    <a:pt x="47" y="87"/>
                  </a:lnTo>
                  <a:lnTo>
                    <a:pt x="35" y="94"/>
                  </a:lnTo>
                  <a:lnTo>
                    <a:pt x="38" y="106"/>
                  </a:lnTo>
                  <a:lnTo>
                    <a:pt x="26" y="111"/>
                  </a:lnTo>
                  <a:lnTo>
                    <a:pt x="17" y="108"/>
                  </a:lnTo>
                  <a:lnTo>
                    <a:pt x="0" y="106"/>
                  </a:lnTo>
                  <a:lnTo>
                    <a:pt x="0" y="54"/>
                  </a:lnTo>
                  <a:lnTo>
                    <a:pt x="0" y="2"/>
                  </a:lnTo>
                  <a:lnTo>
                    <a:pt x="28" y="11"/>
                  </a:lnTo>
                  <a:lnTo>
                    <a:pt x="57" y="23"/>
                  </a:lnTo>
                  <a:lnTo>
                    <a:pt x="69" y="30"/>
                  </a:lnTo>
                  <a:lnTo>
                    <a:pt x="78" y="37"/>
                  </a:lnTo>
                  <a:lnTo>
                    <a:pt x="80" y="49"/>
                  </a:lnTo>
                  <a:lnTo>
                    <a:pt x="106" y="59"/>
                  </a:lnTo>
                  <a:lnTo>
                    <a:pt x="111" y="66"/>
                  </a:lnTo>
                  <a:lnTo>
                    <a:pt x="97" y="68"/>
                  </a:lnTo>
                  <a:lnTo>
                    <a:pt x="99" y="80"/>
                  </a:lnTo>
                  <a:close/>
                  <a:moveTo>
                    <a:pt x="196" y="33"/>
                  </a:moveTo>
                  <a:lnTo>
                    <a:pt x="196" y="33"/>
                  </a:lnTo>
                  <a:lnTo>
                    <a:pt x="192" y="37"/>
                  </a:lnTo>
                  <a:lnTo>
                    <a:pt x="187" y="28"/>
                  </a:lnTo>
                  <a:lnTo>
                    <a:pt x="184" y="21"/>
                  </a:lnTo>
                  <a:lnTo>
                    <a:pt x="177" y="16"/>
                  </a:lnTo>
                  <a:lnTo>
                    <a:pt x="168" y="9"/>
                  </a:lnTo>
                  <a:lnTo>
                    <a:pt x="156" y="4"/>
                  </a:lnTo>
                  <a:lnTo>
                    <a:pt x="161" y="0"/>
                  </a:lnTo>
                  <a:lnTo>
                    <a:pt x="168" y="4"/>
                  </a:lnTo>
                  <a:lnTo>
                    <a:pt x="175" y="7"/>
                  </a:lnTo>
                  <a:lnTo>
                    <a:pt x="182" y="11"/>
                  </a:lnTo>
                  <a:lnTo>
                    <a:pt x="187" y="19"/>
                  </a:lnTo>
                  <a:lnTo>
                    <a:pt x="194" y="23"/>
                  </a:lnTo>
                  <a:lnTo>
                    <a:pt x="196" y="33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333;p30">
              <a:extLst>
                <a:ext uri="{FF2B5EF4-FFF2-40B4-BE49-F238E27FC236}">
                  <a16:creationId xmlns:a16="http://schemas.microsoft.com/office/drawing/2014/main" id="{755F798E-EA43-2BD5-932A-918FECD805DC}"/>
                </a:ext>
              </a:extLst>
            </p:cNvPr>
            <p:cNvSpPr/>
            <p:nvPr/>
          </p:nvSpPr>
          <p:spPr>
            <a:xfrm>
              <a:off x="2540353" y="3401244"/>
              <a:ext cx="44313" cy="17044"/>
            </a:xfrm>
            <a:custGeom>
              <a:avLst/>
              <a:gdLst/>
              <a:ahLst/>
              <a:cxnLst/>
              <a:rect l="l" t="t" r="r" b="b"/>
              <a:pathLst>
                <a:path w="26" h="10" extrusionOk="0">
                  <a:moveTo>
                    <a:pt x="26" y="5"/>
                  </a:moveTo>
                  <a:lnTo>
                    <a:pt x="26" y="5"/>
                  </a:lnTo>
                  <a:lnTo>
                    <a:pt x="24" y="10"/>
                  </a:lnTo>
                  <a:lnTo>
                    <a:pt x="9" y="10"/>
                  </a:lnTo>
                  <a:lnTo>
                    <a:pt x="0" y="10"/>
                  </a:lnTo>
                  <a:lnTo>
                    <a:pt x="0" y="3"/>
                  </a:lnTo>
                  <a:lnTo>
                    <a:pt x="2" y="0"/>
                  </a:lnTo>
                  <a:lnTo>
                    <a:pt x="17" y="0"/>
                  </a:lnTo>
                  <a:lnTo>
                    <a:pt x="24" y="3"/>
                  </a:lnTo>
                  <a:lnTo>
                    <a:pt x="26" y="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334;p30">
              <a:extLst>
                <a:ext uri="{FF2B5EF4-FFF2-40B4-BE49-F238E27FC236}">
                  <a16:creationId xmlns:a16="http://schemas.microsoft.com/office/drawing/2014/main" id="{205D8711-A120-A610-EC82-5261B6BF0F8B}"/>
                </a:ext>
              </a:extLst>
            </p:cNvPr>
            <p:cNvSpPr/>
            <p:nvPr/>
          </p:nvSpPr>
          <p:spPr>
            <a:xfrm>
              <a:off x="7825559" y="2610175"/>
              <a:ext cx="180661" cy="189184"/>
            </a:xfrm>
            <a:custGeom>
              <a:avLst/>
              <a:gdLst/>
              <a:ahLst/>
              <a:cxnLst/>
              <a:rect l="l" t="t" r="r" b="b"/>
              <a:pathLst>
                <a:path w="106" h="111" extrusionOk="0">
                  <a:moveTo>
                    <a:pt x="104" y="12"/>
                  </a:moveTo>
                  <a:lnTo>
                    <a:pt x="104" y="12"/>
                  </a:lnTo>
                  <a:lnTo>
                    <a:pt x="106" y="16"/>
                  </a:lnTo>
                  <a:lnTo>
                    <a:pt x="99" y="14"/>
                  </a:lnTo>
                  <a:lnTo>
                    <a:pt x="92" y="21"/>
                  </a:lnTo>
                  <a:lnTo>
                    <a:pt x="87" y="28"/>
                  </a:lnTo>
                  <a:lnTo>
                    <a:pt x="87" y="45"/>
                  </a:lnTo>
                  <a:lnTo>
                    <a:pt x="80" y="50"/>
                  </a:lnTo>
                  <a:lnTo>
                    <a:pt x="76" y="52"/>
                  </a:lnTo>
                  <a:lnTo>
                    <a:pt x="71" y="59"/>
                  </a:lnTo>
                  <a:lnTo>
                    <a:pt x="59" y="61"/>
                  </a:lnTo>
                  <a:lnTo>
                    <a:pt x="52" y="66"/>
                  </a:lnTo>
                  <a:lnTo>
                    <a:pt x="52" y="78"/>
                  </a:lnTo>
                  <a:lnTo>
                    <a:pt x="50" y="78"/>
                  </a:lnTo>
                  <a:lnTo>
                    <a:pt x="57" y="83"/>
                  </a:lnTo>
                  <a:lnTo>
                    <a:pt x="66" y="92"/>
                  </a:lnTo>
                  <a:lnTo>
                    <a:pt x="64" y="97"/>
                  </a:lnTo>
                  <a:lnTo>
                    <a:pt x="57" y="97"/>
                  </a:lnTo>
                  <a:lnTo>
                    <a:pt x="47" y="97"/>
                  </a:lnTo>
                  <a:lnTo>
                    <a:pt x="40" y="109"/>
                  </a:lnTo>
                  <a:lnTo>
                    <a:pt x="31" y="106"/>
                  </a:lnTo>
                  <a:lnTo>
                    <a:pt x="31" y="109"/>
                  </a:lnTo>
                  <a:lnTo>
                    <a:pt x="24" y="104"/>
                  </a:lnTo>
                  <a:lnTo>
                    <a:pt x="21" y="109"/>
                  </a:lnTo>
                  <a:lnTo>
                    <a:pt x="16" y="111"/>
                  </a:lnTo>
                  <a:lnTo>
                    <a:pt x="16" y="106"/>
                  </a:lnTo>
                  <a:lnTo>
                    <a:pt x="12" y="104"/>
                  </a:lnTo>
                  <a:lnTo>
                    <a:pt x="7" y="102"/>
                  </a:lnTo>
                  <a:lnTo>
                    <a:pt x="12" y="92"/>
                  </a:lnTo>
                  <a:lnTo>
                    <a:pt x="16" y="90"/>
                  </a:lnTo>
                  <a:lnTo>
                    <a:pt x="14" y="85"/>
                  </a:lnTo>
                  <a:lnTo>
                    <a:pt x="19" y="76"/>
                  </a:lnTo>
                  <a:lnTo>
                    <a:pt x="16" y="71"/>
                  </a:lnTo>
                  <a:lnTo>
                    <a:pt x="7" y="68"/>
                  </a:lnTo>
                  <a:lnTo>
                    <a:pt x="0" y="64"/>
                  </a:lnTo>
                  <a:lnTo>
                    <a:pt x="14" y="52"/>
                  </a:lnTo>
                  <a:lnTo>
                    <a:pt x="31" y="40"/>
                  </a:lnTo>
                  <a:lnTo>
                    <a:pt x="43" y="23"/>
                  </a:lnTo>
                  <a:lnTo>
                    <a:pt x="50" y="31"/>
                  </a:lnTo>
                  <a:lnTo>
                    <a:pt x="64" y="31"/>
                  </a:lnTo>
                  <a:lnTo>
                    <a:pt x="61" y="21"/>
                  </a:lnTo>
                  <a:lnTo>
                    <a:pt x="87" y="12"/>
                  </a:lnTo>
                  <a:lnTo>
                    <a:pt x="92" y="0"/>
                  </a:lnTo>
                  <a:lnTo>
                    <a:pt x="104" y="1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335;p30">
              <a:extLst>
                <a:ext uri="{FF2B5EF4-FFF2-40B4-BE49-F238E27FC236}">
                  <a16:creationId xmlns:a16="http://schemas.microsoft.com/office/drawing/2014/main" id="{32A836FC-9A5B-E48A-D999-8EA9832033EA}"/>
                </a:ext>
              </a:extLst>
            </p:cNvPr>
            <p:cNvSpPr/>
            <p:nvPr/>
          </p:nvSpPr>
          <p:spPr>
            <a:xfrm>
              <a:off x="4132221" y="2639394"/>
              <a:ext cx="88627" cy="194297"/>
            </a:xfrm>
            <a:custGeom>
              <a:avLst/>
              <a:gdLst/>
              <a:ahLst/>
              <a:cxnLst/>
              <a:rect l="l" t="t" r="r" b="b"/>
              <a:pathLst>
                <a:path w="52" h="114" extrusionOk="0">
                  <a:moveTo>
                    <a:pt x="22" y="0"/>
                  </a:moveTo>
                  <a:lnTo>
                    <a:pt x="22" y="0"/>
                  </a:lnTo>
                  <a:lnTo>
                    <a:pt x="26" y="9"/>
                  </a:lnTo>
                  <a:lnTo>
                    <a:pt x="36" y="9"/>
                  </a:lnTo>
                  <a:lnTo>
                    <a:pt x="38" y="7"/>
                  </a:lnTo>
                  <a:lnTo>
                    <a:pt x="48" y="7"/>
                  </a:lnTo>
                  <a:lnTo>
                    <a:pt x="52" y="19"/>
                  </a:lnTo>
                  <a:lnTo>
                    <a:pt x="43" y="24"/>
                  </a:lnTo>
                  <a:lnTo>
                    <a:pt x="43" y="43"/>
                  </a:lnTo>
                  <a:lnTo>
                    <a:pt x="41" y="45"/>
                  </a:lnTo>
                  <a:lnTo>
                    <a:pt x="41" y="54"/>
                  </a:lnTo>
                  <a:lnTo>
                    <a:pt x="33" y="57"/>
                  </a:lnTo>
                  <a:lnTo>
                    <a:pt x="41" y="69"/>
                  </a:lnTo>
                  <a:lnTo>
                    <a:pt x="36" y="83"/>
                  </a:lnTo>
                  <a:lnTo>
                    <a:pt x="41" y="88"/>
                  </a:lnTo>
                  <a:lnTo>
                    <a:pt x="38" y="95"/>
                  </a:lnTo>
                  <a:lnTo>
                    <a:pt x="33" y="102"/>
                  </a:lnTo>
                  <a:lnTo>
                    <a:pt x="33" y="109"/>
                  </a:lnTo>
                  <a:lnTo>
                    <a:pt x="29" y="114"/>
                  </a:lnTo>
                  <a:lnTo>
                    <a:pt x="19" y="111"/>
                  </a:lnTo>
                  <a:lnTo>
                    <a:pt x="10" y="111"/>
                  </a:lnTo>
                  <a:lnTo>
                    <a:pt x="15" y="97"/>
                  </a:lnTo>
                  <a:lnTo>
                    <a:pt x="12" y="85"/>
                  </a:lnTo>
                  <a:lnTo>
                    <a:pt x="5" y="83"/>
                  </a:lnTo>
                  <a:lnTo>
                    <a:pt x="0" y="76"/>
                  </a:lnTo>
                  <a:lnTo>
                    <a:pt x="3" y="62"/>
                  </a:lnTo>
                  <a:lnTo>
                    <a:pt x="10" y="54"/>
                  </a:lnTo>
                  <a:lnTo>
                    <a:pt x="10" y="45"/>
                  </a:lnTo>
                  <a:lnTo>
                    <a:pt x="12" y="33"/>
                  </a:lnTo>
                  <a:lnTo>
                    <a:pt x="12" y="24"/>
                  </a:lnTo>
                  <a:lnTo>
                    <a:pt x="10" y="17"/>
                  </a:lnTo>
                  <a:lnTo>
                    <a:pt x="10" y="7"/>
                  </a:lnTo>
                  <a:lnTo>
                    <a:pt x="15" y="2"/>
                  </a:lnTo>
                  <a:lnTo>
                    <a:pt x="22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336;p30">
              <a:extLst>
                <a:ext uri="{FF2B5EF4-FFF2-40B4-BE49-F238E27FC236}">
                  <a16:creationId xmlns:a16="http://schemas.microsoft.com/office/drawing/2014/main" id="{B956E917-AF1A-9D46-A883-AB5658B65112}"/>
                </a:ext>
              </a:extLst>
            </p:cNvPr>
            <p:cNvSpPr/>
            <p:nvPr/>
          </p:nvSpPr>
          <p:spPr>
            <a:xfrm>
              <a:off x="5797377" y="3179677"/>
              <a:ext cx="23861" cy="44313"/>
            </a:xfrm>
            <a:custGeom>
              <a:avLst/>
              <a:gdLst/>
              <a:ahLst/>
              <a:cxnLst/>
              <a:rect l="l" t="t" r="r" b="b"/>
              <a:pathLst>
                <a:path w="14" h="26" extrusionOk="0">
                  <a:moveTo>
                    <a:pt x="10" y="24"/>
                  </a:moveTo>
                  <a:lnTo>
                    <a:pt x="10" y="24"/>
                  </a:lnTo>
                  <a:lnTo>
                    <a:pt x="5" y="26"/>
                  </a:lnTo>
                  <a:lnTo>
                    <a:pt x="0" y="21"/>
                  </a:lnTo>
                  <a:lnTo>
                    <a:pt x="0" y="10"/>
                  </a:lnTo>
                  <a:lnTo>
                    <a:pt x="3" y="0"/>
                  </a:lnTo>
                  <a:lnTo>
                    <a:pt x="7" y="0"/>
                  </a:lnTo>
                  <a:lnTo>
                    <a:pt x="14" y="5"/>
                  </a:lnTo>
                  <a:lnTo>
                    <a:pt x="14" y="14"/>
                  </a:lnTo>
                  <a:lnTo>
                    <a:pt x="10" y="24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337;p30">
              <a:extLst>
                <a:ext uri="{FF2B5EF4-FFF2-40B4-BE49-F238E27FC236}">
                  <a16:creationId xmlns:a16="http://schemas.microsoft.com/office/drawing/2014/main" id="{5EFA0130-EB1D-A3C6-733F-D3AD826593DF}"/>
                </a:ext>
              </a:extLst>
            </p:cNvPr>
            <p:cNvSpPr/>
            <p:nvPr/>
          </p:nvSpPr>
          <p:spPr>
            <a:xfrm>
              <a:off x="3922585" y="3131955"/>
              <a:ext cx="238610" cy="201115"/>
            </a:xfrm>
            <a:custGeom>
              <a:avLst/>
              <a:gdLst/>
              <a:ahLst/>
              <a:cxnLst/>
              <a:rect l="l" t="t" r="r" b="b"/>
              <a:pathLst>
                <a:path w="140" h="118" extrusionOk="0">
                  <a:moveTo>
                    <a:pt x="138" y="5"/>
                  </a:moveTo>
                  <a:lnTo>
                    <a:pt x="138" y="5"/>
                  </a:lnTo>
                  <a:lnTo>
                    <a:pt x="138" y="31"/>
                  </a:lnTo>
                  <a:lnTo>
                    <a:pt x="83" y="31"/>
                  </a:lnTo>
                  <a:lnTo>
                    <a:pt x="85" y="76"/>
                  </a:lnTo>
                  <a:lnTo>
                    <a:pt x="71" y="78"/>
                  </a:lnTo>
                  <a:lnTo>
                    <a:pt x="67" y="85"/>
                  </a:lnTo>
                  <a:lnTo>
                    <a:pt x="69" y="111"/>
                  </a:lnTo>
                  <a:lnTo>
                    <a:pt x="5" y="111"/>
                  </a:lnTo>
                  <a:lnTo>
                    <a:pt x="0" y="118"/>
                  </a:lnTo>
                  <a:lnTo>
                    <a:pt x="3" y="109"/>
                  </a:lnTo>
                  <a:lnTo>
                    <a:pt x="3" y="109"/>
                  </a:lnTo>
                  <a:lnTo>
                    <a:pt x="38" y="109"/>
                  </a:lnTo>
                  <a:lnTo>
                    <a:pt x="41" y="104"/>
                  </a:lnTo>
                  <a:lnTo>
                    <a:pt x="48" y="94"/>
                  </a:lnTo>
                  <a:lnTo>
                    <a:pt x="52" y="71"/>
                  </a:lnTo>
                  <a:lnTo>
                    <a:pt x="76" y="52"/>
                  </a:lnTo>
                  <a:lnTo>
                    <a:pt x="83" y="28"/>
                  </a:lnTo>
                  <a:lnTo>
                    <a:pt x="88" y="28"/>
                  </a:lnTo>
                  <a:lnTo>
                    <a:pt x="95" y="14"/>
                  </a:lnTo>
                  <a:lnTo>
                    <a:pt x="107" y="12"/>
                  </a:lnTo>
                  <a:lnTo>
                    <a:pt x="114" y="14"/>
                  </a:lnTo>
                  <a:lnTo>
                    <a:pt x="121" y="14"/>
                  </a:lnTo>
                  <a:lnTo>
                    <a:pt x="126" y="9"/>
                  </a:lnTo>
                  <a:lnTo>
                    <a:pt x="138" y="9"/>
                  </a:lnTo>
                  <a:lnTo>
                    <a:pt x="135" y="0"/>
                  </a:lnTo>
                  <a:lnTo>
                    <a:pt x="140" y="0"/>
                  </a:lnTo>
                  <a:lnTo>
                    <a:pt x="140" y="0"/>
                  </a:lnTo>
                  <a:lnTo>
                    <a:pt x="138" y="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338;p30">
              <a:extLst>
                <a:ext uri="{FF2B5EF4-FFF2-40B4-BE49-F238E27FC236}">
                  <a16:creationId xmlns:a16="http://schemas.microsoft.com/office/drawing/2014/main" id="{ACE996C5-A397-2808-B488-98DAE7BB0378}"/>
                </a:ext>
              </a:extLst>
            </p:cNvPr>
            <p:cNvSpPr/>
            <p:nvPr/>
          </p:nvSpPr>
          <p:spPr>
            <a:xfrm>
              <a:off x="3922585" y="3131955"/>
              <a:ext cx="238610" cy="201115"/>
            </a:xfrm>
            <a:custGeom>
              <a:avLst/>
              <a:gdLst/>
              <a:ahLst/>
              <a:cxnLst/>
              <a:rect l="l" t="t" r="r" b="b"/>
              <a:pathLst>
                <a:path w="140" h="118" extrusionOk="0">
                  <a:moveTo>
                    <a:pt x="138" y="5"/>
                  </a:moveTo>
                  <a:lnTo>
                    <a:pt x="138" y="5"/>
                  </a:lnTo>
                  <a:lnTo>
                    <a:pt x="138" y="31"/>
                  </a:lnTo>
                  <a:lnTo>
                    <a:pt x="83" y="31"/>
                  </a:lnTo>
                  <a:lnTo>
                    <a:pt x="85" y="76"/>
                  </a:lnTo>
                  <a:lnTo>
                    <a:pt x="71" y="78"/>
                  </a:lnTo>
                  <a:lnTo>
                    <a:pt x="67" y="85"/>
                  </a:lnTo>
                  <a:lnTo>
                    <a:pt x="69" y="111"/>
                  </a:lnTo>
                  <a:lnTo>
                    <a:pt x="5" y="111"/>
                  </a:lnTo>
                  <a:lnTo>
                    <a:pt x="0" y="118"/>
                  </a:lnTo>
                  <a:lnTo>
                    <a:pt x="3" y="109"/>
                  </a:lnTo>
                  <a:lnTo>
                    <a:pt x="3" y="109"/>
                  </a:lnTo>
                  <a:lnTo>
                    <a:pt x="38" y="109"/>
                  </a:lnTo>
                  <a:lnTo>
                    <a:pt x="41" y="104"/>
                  </a:lnTo>
                  <a:lnTo>
                    <a:pt x="48" y="94"/>
                  </a:lnTo>
                  <a:lnTo>
                    <a:pt x="52" y="71"/>
                  </a:lnTo>
                  <a:lnTo>
                    <a:pt x="76" y="52"/>
                  </a:lnTo>
                  <a:lnTo>
                    <a:pt x="83" y="28"/>
                  </a:lnTo>
                  <a:lnTo>
                    <a:pt x="88" y="28"/>
                  </a:lnTo>
                  <a:lnTo>
                    <a:pt x="95" y="14"/>
                  </a:lnTo>
                  <a:lnTo>
                    <a:pt x="107" y="12"/>
                  </a:lnTo>
                  <a:lnTo>
                    <a:pt x="114" y="14"/>
                  </a:lnTo>
                  <a:lnTo>
                    <a:pt x="121" y="14"/>
                  </a:lnTo>
                  <a:lnTo>
                    <a:pt x="126" y="9"/>
                  </a:lnTo>
                  <a:lnTo>
                    <a:pt x="138" y="9"/>
                  </a:lnTo>
                  <a:lnTo>
                    <a:pt x="135" y="0"/>
                  </a:lnTo>
                  <a:lnTo>
                    <a:pt x="140" y="0"/>
                  </a:lnTo>
                  <a:lnTo>
                    <a:pt x="140" y="0"/>
                  </a:lnTo>
                  <a:lnTo>
                    <a:pt x="138" y="5"/>
                  </a:lnTo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339;p30">
              <a:extLst>
                <a:ext uri="{FF2B5EF4-FFF2-40B4-BE49-F238E27FC236}">
                  <a16:creationId xmlns:a16="http://schemas.microsoft.com/office/drawing/2014/main" id="{AD85D70A-58CB-8F69-2CCB-AA01C15770C4}"/>
                </a:ext>
              </a:extLst>
            </p:cNvPr>
            <p:cNvSpPr/>
            <p:nvPr/>
          </p:nvSpPr>
          <p:spPr>
            <a:xfrm>
              <a:off x="3910655" y="3459192"/>
              <a:ext cx="170436" cy="121010"/>
            </a:xfrm>
            <a:custGeom>
              <a:avLst/>
              <a:gdLst/>
              <a:ahLst/>
              <a:cxnLst/>
              <a:rect l="l" t="t" r="r" b="b"/>
              <a:pathLst>
                <a:path w="100" h="71" extrusionOk="0">
                  <a:moveTo>
                    <a:pt x="50" y="0"/>
                  </a:moveTo>
                  <a:lnTo>
                    <a:pt x="50" y="0"/>
                  </a:lnTo>
                  <a:lnTo>
                    <a:pt x="57" y="4"/>
                  </a:lnTo>
                  <a:lnTo>
                    <a:pt x="69" y="9"/>
                  </a:lnTo>
                  <a:lnTo>
                    <a:pt x="76" y="21"/>
                  </a:lnTo>
                  <a:lnTo>
                    <a:pt x="88" y="33"/>
                  </a:lnTo>
                  <a:lnTo>
                    <a:pt x="90" y="42"/>
                  </a:lnTo>
                  <a:lnTo>
                    <a:pt x="92" y="52"/>
                  </a:lnTo>
                  <a:lnTo>
                    <a:pt x="97" y="59"/>
                  </a:lnTo>
                  <a:lnTo>
                    <a:pt x="100" y="63"/>
                  </a:lnTo>
                  <a:lnTo>
                    <a:pt x="100" y="68"/>
                  </a:lnTo>
                  <a:lnTo>
                    <a:pt x="97" y="71"/>
                  </a:lnTo>
                  <a:lnTo>
                    <a:pt x="88" y="68"/>
                  </a:lnTo>
                  <a:lnTo>
                    <a:pt x="85" y="71"/>
                  </a:lnTo>
                  <a:lnTo>
                    <a:pt x="83" y="71"/>
                  </a:lnTo>
                  <a:lnTo>
                    <a:pt x="71" y="66"/>
                  </a:lnTo>
                  <a:lnTo>
                    <a:pt x="64" y="66"/>
                  </a:lnTo>
                  <a:lnTo>
                    <a:pt x="33" y="66"/>
                  </a:lnTo>
                  <a:lnTo>
                    <a:pt x="29" y="68"/>
                  </a:lnTo>
                  <a:lnTo>
                    <a:pt x="24" y="66"/>
                  </a:lnTo>
                  <a:lnTo>
                    <a:pt x="14" y="71"/>
                  </a:lnTo>
                  <a:lnTo>
                    <a:pt x="12" y="56"/>
                  </a:lnTo>
                  <a:lnTo>
                    <a:pt x="26" y="59"/>
                  </a:lnTo>
                  <a:lnTo>
                    <a:pt x="31" y="56"/>
                  </a:lnTo>
                  <a:lnTo>
                    <a:pt x="33" y="56"/>
                  </a:lnTo>
                  <a:lnTo>
                    <a:pt x="40" y="52"/>
                  </a:lnTo>
                  <a:lnTo>
                    <a:pt x="48" y="54"/>
                  </a:lnTo>
                  <a:lnTo>
                    <a:pt x="55" y="56"/>
                  </a:lnTo>
                  <a:lnTo>
                    <a:pt x="62" y="52"/>
                  </a:lnTo>
                  <a:lnTo>
                    <a:pt x="57" y="47"/>
                  </a:lnTo>
                  <a:lnTo>
                    <a:pt x="52" y="49"/>
                  </a:lnTo>
                  <a:lnTo>
                    <a:pt x="48" y="49"/>
                  </a:lnTo>
                  <a:lnTo>
                    <a:pt x="40" y="44"/>
                  </a:lnTo>
                  <a:lnTo>
                    <a:pt x="36" y="44"/>
                  </a:lnTo>
                  <a:lnTo>
                    <a:pt x="31" y="49"/>
                  </a:lnTo>
                  <a:lnTo>
                    <a:pt x="14" y="49"/>
                  </a:lnTo>
                  <a:lnTo>
                    <a:pt x="7" y="37"/>
                  </a:lnTo>
                  <a:lnTo>
                    <a:pt x="0" y="30"/>
                  </a:lnTo>
                  <a:lnTo>
                    <a:pt x="7" y="28"/>
                  </a:lnTo>
                  <a:lnTo>
                    <a:pt x="14" y="16"/>
                  </a:lnTo>
                  <a:lnTo>
                    <a:pt x="19" y="7"/>
                  </a:lnTo>
                  <a:lnTo>
                    <a:pt x="24" y="2"/>
                  </a:lnTo>
                  <a:lnTo>
                    <a:pt x="31" y="2"/>
                  </a:lnTo>
                  <a:lnTo>
                    <a:pt x="40" y="0"/>
                  </a:lnTo>
                  <a:lnTo>
                    <a:pt x="50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8" name="Google Shape;340;p30">
              <a:extLst>
                <a:ext uri="{FF2B5EF4-FFF2-40B4-BE49-F238E27FC236}">
                  <a16:creationId xmlns:a16="http://schemas.microsoft.com/office/drawing/2014/main" id="{F6F5014A-ED48-E0FD-6D47-D4320460A33C}"/>
                </a:ext>
              </a:extLst>
            </p:cNvPr>
            <p:cNvGrpSpPr/>
            <p:nvPr/>
          </p:nvGrpSpPr>
          <p:grpSpPr>
            <a:xfrm>
              <a:off x="4684410" y="-116555"/>
              <a:ext cx="4959651" cy="2796836"/>
              <a:chOff x="6245882" y="-155406"/>
              <a:chExt cx="6612868" cy="3729114"/>
            </a:xfrm>
            <a:grpFill/>
          </p:grpSpPr>
          <p:sp>
            <p:nvSpPr>
              <p:cNvPr id="569" name="Google Shape;341;p30">
                <a:extLst>
                  <a:ext uri="{FF2B5EF4-FFF2-40B4-BE49-F238E27FC236}">
                    <a16:creationId xmlns:a16="http://schemas.microsoft.com/office/drawing/2014/main" id="{45D6E40C-F9A6-A52B-6C0A-F53F7C017EED}"/>
                  </a:ext>
                </a:extLst>
              </p:cNvPr>
              <p:cNvSpPr/>
              <p:nvPr/>
            </p:nvSpPr>
            <p:spPr>
              <a:xfrm>
                <a:off x="6852085" y="567238"/>
                <a:ext cx="6006665" cy="3006470"/>
              </a:xfrm>
              <a:custGeom>
                <a:avLst/>
                <a:gdLst/>
                <a:ahLst/>
                <a:cxnLst/>
                <a:rect l="l" t="t" r="r" b="b"/>
                <a:pathLst>
                  <a:path w="6006665" h="3006470" extrusionOk="0">
                    <a:moveTo>
                      <a:pt x="1791129" y="817622"/>
                    </a:moveTo>
                    <a:lnTo>
                      <a:pt x="1782156" y="881716"/>
                    </a:lnTo>
                    <a:lnTo>
                      <a:pt x="1809554" y="895415"/>
                    </a:lnTo>
                    <a:close/>
                    <a:moveTo>
                      <a:pt x="2838307" y="0"/>
                    </a:moveTo>
                    <a:lnTo>
                      <a:pt x="2844246" y="4711"/>
                    </a:lnTo>
                    <a:lnTo>
                      <a:pt x="2850213" y="0"/>
                    </a:lnTo>
                    <a:lnTo>
                      <a:pt x="2916115" y="52267"/>
                    </a:lnTo>
                    <a:lnTo>
                      <a:pt x="2861576" y="90899"/>
                    </a:lnTo>
                    <a:lnTo>
                      <a:pt x="2947929" y="118168"/>
                    </a:lnTo>
                    <a:lnTo>
                      <a:pt x="2957621" y="186006"/>
                    </a:lnTo>
                    <a:lnTo>
                      <a:pt x="2979199" y="161345"/>
                    </a:lnTo>
                    <a:lnTo>
                      <a:pt x="2991106" y="161345"/>
                    </a:lnTo>
                    <a:lnTo>
                      <a:pt x="3086005" y="161345"/>
                    </a:lnTo>
                    <a:lnTo>
                      <a:pt x="3097912" y="161345"/>
                    </a:lnTo>
                    <a:lnTo>
                      <a:pt x="3179721" y="236336"/>
                    </a:lnTo>
                    <a:lnTo>
                      <a:pt x="3211535" y="295420"/>
                    </a:lnTo>
                    <a:lnTo>
                      <a:pt x="3200173" y="370412"/>
                    </a:lnTo>
                    <a:lnTo>
                      <a:pt x="3161541" y="413589"/>
                    </a:lnTo>
                    <a:lnTo>
                      <a:pt x="3066097" y="488580"/>
                    </a:lnTo>
                    <a:lnTo>
                      <a:pt x="3034283" y="531757"/>
                    </a:lnTo>
                    <a:lnTo>
                      <a:pt x="3082005" y="547664"/>
                    </a:lnTo>
                    <a:lnTo>
                      <a:pt x="3129459" y="575345"/>
                    </a:lnTo>
                    <a:lnTo>
                      <a:pt x="3156451" y="552209"/>
                    </a:lnTo>
                    <a:lnTo>
                      <a:pt x="3158460" y="560693"/>
                    </a:lnTo>
                    <a:lnTo>
                      <a:pt x="3168359" y="552209"/>
                    </a:lnTo>
                    <a:lnTo>
                      <a:pt x="3184984" y="622402"/>
                    </a:lnTo>
                    <a:lnTo>
                      <a:pt x="3192811" y="606748"/>
                    </a:lnTo>
                    <a:lnTo>
                      <a:pt x="3251895" y="586296"/>
                    </a:lnTo>
                    <a:lnTo>
                      <a:pt x="3259833" y="587670"/>
                    </a:lnTo>
                    <a:lnTo>
                      <a:pt x="3263802" y="586296"/>
                    </a:lnTo>
                    <a:lnTo>
                      <a:pt x="3381970" y="606748"/>
                    </a:lnTo>
                    <a:lnTo>
                      <a:pt x="3388787" y="665832"/>
                    </a:lnTo>
                    <a:lnTo>
                      <a:pt x="3531529" y="686823"/>
                    </a:lnTo>
                    <a:lnTo>
                      <a:pt x="3538225" y="590841"/>
                    </a:lnTo>
                    <a:lnTo>
                      <a:pt x="3549910" y="594028"/>
                    </a:lnTo>
                    <a:lnTo>
                      <a:pt x="3550132" y="590841"/>
                    </a:lnTo>
                    <a:lnTo>
                      <a:pt x="3625123" y="611293"/>
                    </a:lnTo>
                    <a:lnTo>
                      <a:pt x="3672301" y="611293"/>
                    </a:lnTo>
                    <a:lnTo>
                      <a:pt x="3684207" y="611293"/>
                    </a:lnTo>
                    <a:lnTo>
                      <a:pt x="3743291" y="677194"/>
                    </a:lnTo>
                    <a:lnTo>
                      <a:pt x="3759199" y="756731"/>
                    </a:lnTo>
                    <a:lnTo>
                      <a:pt x="3738747" y="806725"/>
                    </a:lnTo>
                    <a:lnTo>
                      <a:pt x="3786469" y="897623"/>
                    </a:lnTo>
                    <a:lnTo>
                      <a:pt x="3835603" y="933529"/>
                    </a:lnTo>
                    <a:lnTo>
                      <a:pt x="3865460" y="822632"/>
                    </a:lnTo>
                    <a:lnTo>
                      <a:pt x="3875077" y="831139"/>
                    </a:lnTo>
                    <a:lnTo>
                      <a:pt x="3877367" y="822632"/>
                    </a:lnTo>
                    <a:lnTo>
                      <a:pt x="3932151" y="871095"/>
                    </a:lnTo>
                    <a:lnTo>
                      <a:pt x="3988173" y="843084"/>
                    </a:lnTo>
                    <a:lnTo>
                      <a:pt x="3993852" y="846199"/>
                    </a:lnTo>
                    <a:lnTo>
                      <a:pt x="4000080" y="843084"/>
                    </a:lnTo>
                    <a:lnTo>
                      <a:pt x="4062426" y="877274"/>
                    </a:lnTo>
                    <a:lnTo>
                      <a:pt x="4085889" y="849902"/>
                    </a:lnTo>
                    <a:lnTo>
                      <a:pt x="4095563" y="852506"/>
                    </a:lnTo>
                    <a:lnTo>
                      <a:pt x="4097796" y="849902"/>
                    </a:lnTo>
                    <a:lnTo>
                      <a:pt x="4144150" y="862382"/>
                    </a:lnTo>
                    <a:lnTo>
                      <a:pt x="4117703" y="752186"/>
                    </a:lnTo>
                    <a:lnTo>
                      <a:pt x="4165425" y="697647"/>
                    </a:lnTo>
                    <a:lnTo>
                      <a:pt x="4175231" y="700048"/>
                    </a:lnTo>
                    <a:lnTo>
                      <a:pt x="4177332" y="697647"/>
                    </a:lnTo>
                    <a:lnTo>
                      <a:pt x="4511384" y="779455"/>
                    </a:lnTo>
                    <a:lnTo>
                      <a:pt x="4543199" y="849902"/>
                    </a:lnTo>
                    <a:lnTo>
                      <a:pt x="4639242" y="932544"/>
                    </a:lnTo>
                    <a:lnTo>
                      <a:pt x="4774445" y="913531"/>
                    </a:lnTo>
                    <a:lnTo>
                      <a:pt x="4778496" y="914635"/>
                    </a:lnTo>
                    <a:lnTo>
                      <a:pt x="4786352" y="913531"/>
                    </a:lnTo>
                    <a:lnTo>
                      <a:pt x="4861343" y="933983"/>
                    </a:lnTo>
                    <a:lnTo>
                      <a:pt x="4893158" y="977160"/>
                    </a:lnTo>
                    <a:lnTo>
                      <a:pt x="4888613" y="1058968"/>
                    </a:lnTo>
                    <a:lnTo>
                      <a:pt x="4927677" y="1083640"/>
                    </a:lnTo>
                    <a:lnTo>
                      <a:pt x="4967605" y="1070331"/>
                    </a:lnTo>
                    <a:lnTo>
                      <a:pt x="5038051" y="1063513"/>
                    </a:lnTo>
                    <a:lnTo>
                      <a:pt x="5040730" y="1064406"/>
                    </a:lnTo>
                    <a:lnTo>
                      <a:pt x="5049958" y="1063513"/>
                    </a:lnTo>
                    <a:lnTo>
                      <a:pt x="5114249" y="1084944"/>
                    </a:lnTo>
                    <a:lnTo>
                      <a:pt x="5176671" y="1074876"/>
                    </a:lnTo>
                    <a:lnTo>
                      <a:pt x="5177801" y="1076614"/>
                    </a:lnTo>
                    <a:lnTo>
                      <a:pt x="5188578" y="1074876"/>
                    </a:lnTo>
                    <a:lnTo>
                      <a:pt x="5243719" y="1159707"/>
                    </a:lnTo>
                    <a:lnTo>
                      <a:pt x="5283477" y="1129415"/>
                    </a:lnTo>
                    <a:lnTo>
                      <a:pt x="5258480" y="1063513"/>
                    </a:lnTo>
                    <a:lnTo>
                      <a:pt x="5267570" y="1015792"/>
                    </a:lnTo>
                    <a:lnTo>
                      <a:pt x="5278896" y="1018841"/>
                    </a:lnTo>
                    <a:lnTo>
                      <a:pt x="5279477" y="1015792"/>
                    </a:lnTo>
                    <a:lnTo>
                      <a:pt x="5395510" y="1047031"/>
                    </a:lnTo>
                    <a:lnTo>
                      <a:pt x="5463001" y="1043061"/>
                    </a:lnTo>
                    <a:lnTo>
                      <a:pt x="5464386" y="1043680"/>
                    </a:lnTo>
                    <a:lnTo>
                      <a:pt x="5474909" y="1043061"/>
                    </a:lnTo>
                    <a:lnTo>
                      <a:pt x="5581715" y="1090783"/>
                    </a:lnTo>
                    <a:lnTo>
                      <a:pt x="5633981" y="1133960"/>
                    </a:lnTo>
                    <a:lnTo>
                      <a:pt x="5720335" y="1213496"/>
                    </a:lnTo>
                    <a:lnTo>
                      <a:pt x="5822595" y="1311212"/>
                    </a:lnTo>
                    <a:lnTo>
                      <a:pt x="5818051" y="1365751"/>
                    </a:lnTo>
                    <a:lnTo>
                      <a:pt x="5825679" y="1373379"/>
                    </a:lnTo>
                    <a:lnTo>
                      <a:pt x="5822051" y="1322574"/>
                    </a:lnTo>
                    <a:lnTo>
                      <a:pt x="5834092" y="1324447"/>
                    </a:lnTo>
                    <a:lnTo>
                      <a:pt x="5833958" y="1322574"/>
                    </a:lnTo>
                    <a:lnTo>
                      <a:pt x="5936219" y="1338481"/>
                    </a:lnTo>
                    <a:lnTo>
                      <a:pt x="6006665" y="1418018"/>
                    </a:lnTo>
                    <a:lnTo>
                      <a:pt x="5968033" y="1456650"/>
                    </a:lnTo>
                    <a:lnTo>
                      <a:pt x="5908949" y="1468012"/>
                    </a:lnTo>
                    <a:lnTo>
                      <a:pt x="5908949" y="1554366"/>
                    </a:lnTo>
                    <a:lnTo>
                      <a:pt x="5893042" y="1570273"/>
                    </a:lnTo>
                    <a:lnTo>
                      <a:pt x="5881135" y="1570273"/>
                    </a:lnTo>
                    <a:lnTo>
                      <a:pt x="5861227" y="1570273"/>
                    </a:lnTo>
                    <a:lnTo>
                      <a:pt x="5849321" y="1570273"/>
                    </a:lnTo>
                    <a:lnTo>
                      <a:pt x="5817506" y="1536186"/>
                    </a:lnTo>
                    <a:lnTo>
                      <a:pt x="5767511" y="1511189"/>
                    </a:lnTo>
                    <a:lnTo>
                      <a:pt x="5762967" y="1477102"/>
                    </a:lnTo>
                    <a:lnTo>
                      <a:pt x="5729132" y="1463170"/>
                    </a:lnTo>
                    <a:lnTo>
                      <a:pt x="5695337" y="1472557"/>
                    </a:lnTo>
                    <a:lnTo>
                      <a:pt x="5693366" y="1469797"/>
                    </a:lnTo>
                    <a:lnTo>
                      <a:pt x="5683431" y="1472557"/>
                    </a:lnTo>
                    <a:lnTo>
                      <a:pt x="5660706" y="1440742"/>
                    </a:lnTo>
                    <a:lnTo>
                      <a:pt x="5669644" y="1415717"/>
                    </a:lnTo>
                    <a:lnTo>
                      <a:pt x="5640799" y="1429380"/>
                    </a:lnTo>
                    <a:lnTo>
                      <a:pt x="5656705" y="1472557"/>
                    </a:lnTo>
                    <a:lnTo>
                      <a:pt x="5633981" y="1511189"/>
                    </a:lnTo>
                    <a:lnTo>
                      <a:pt x="5586259" y="1547548"/>
                    </a:lnTo>
                    <a:lnTo>
                      <a:pt x="5575676" y="1546540"/>
                    </a:lnTo>
                    <a:lnTo>
                      <a:pt x="5574353" y="1547548"/>
                    </a:lnTo>
                    <a:lnTo>
                      <a:pt x="5539436" y="1544223"/>
                    </a:lnTo>
                    <a:lnTo>
                      <a:pt x="5570352" y="1586180"/>
                    </a:lnTo>
                    <a:lnTo>
                      <a:pt x="5593077" y="1649809"/>
                    </a:lnTo>
                    <a:lnTo>
                      <a:pt x="5608984" y="1677079"/>
                    </a:lnTo>
                    <a:lnTo>
                      <a:pt x="5613529" y="1708893"/>
                    </a:lnTo>
                    <a:lnTo>
                      <a:pt x="5608984" y="1731618"/>
                    </a:lnTo>
                    <a:lnTo>
                      <a:pt x="5597799" y="1728009"/>
                    </a:lnTo>
                    <a:lnTo>
                      <a:pt x="5597077" y="1731618"/>
                    </a:lnTo>
                    <a:lnTo>
                      <a:pt x="5534271" y="1711358"/>
                    </a:lnTo>
                    <a:lnTo>
                      <a:pt x="5436277" y="1767977"/>
                    </a:lnTo>
                    <a:lnTo>
                      <a:pt x="5397645" y="1779340"/>
                    </a:lnTo>
                    <a:lnTo>
                      <a:pt x="5345378" y="1833879"/>
                    </a:lnTo>
                    <a:lnTo>
                      <a:pt x="5290839" y="1881600"/>
                    </a:lnTo>
                    <a:lnTo>
                      <a:pt x="5274932" y="1913415"/>
                    </a:lnTo>
                    <a:lnTo>
                      <a:pt x="5267238" y="1904988"/>
                    </a:lnTo>
                    <a:lnTo>
                      <a:pt x="5263025" y="1913415"/>
                    </a:lnTo>
                    <a:lnTo>
                      <a:pt x="5219538" y="1865787"/>
                    </a:lnTo>
                    <a:lnTo>
                      <a:pt x="5129494" y="1920232"/>
                    </a:lnTo>
                    <a:lnTo>
                      <a:pt x="5126389" y="1914910"/>
                    </a:lnTo>
                    <a:lnTo>
                      <a:pt x="5117587" y="1920232"/>
                    </a:lnTo>
                    <a:lnTo>
                      <a:pt x="5105544" y="1899586"/>
                    </a:lnTo>
                    <a:lnTo>
                      <a:pt x="5074955" y="1924777"/>
                    </a:lnTo>
                    <a:lnTo>
                      <a:pt x="5065718" y="1922578"/>
                    </a:lnTo>
                    <a:lnTo>
                      <a:pt x="5063048" y="1924777"/>
                    </a:lnTo>
                    <a:lnTo>
                      <a:pt x="5026594" y="1916098"/>
                    </a:lnTo>
                    <a:lnTo>
                      <a:pt x="5015871" y="1961137"/>
                    </a:lnTo>
                    <a:lnTo>
                      <a:pt x="4974967" y="2027038"/>
                    </a:lnTo>
                    <a:lnTo>
                      <a:pt x="4974967" y="2058853"/>
                    </a:lnTo>
                    <a:lnTo>
                      <a:pt x="5015871" y="2074760"/>
                    </a:lnTo>
                    <a:lnTo>
                      <a:pt x="5011326" y="2172476"/>
                    </a:lnTo>
                    <a:lnTo>
                      <a:pt x="4999419" y="2172476"/>
                    </a:lnTo>
                    <a:lnTo>
                      <a:pt x="4974967" y="2172476"/>
                    </a:lnTo>
                    <a:lnTo>
                      <a:pt x="4963605" y="2224742"/>
                    </a:lnTo>
                    <a:lnTo>
                      <a:pt x="4974967" y="2252012"/>
                    </a:lnTo>
                    <a:lnTo>
                      <a:pt x="4909065" y="2286099"/>
                    </a:lnTo>
                    <a:lnTo>
                      <a:pt x="4897703" y="2354273"/>
                    </a:lnTo>
                    <a:lnTo>
                      <a:pt x="4845437" y="2370180"/>
                    </a:lnTo>
                    <a:lnTo>
                      <a:pt x="4834074" y="2429264"/>
                    </a:lnTo>
                    <a:lnTo>
                      <a:pt x="4779535" y="2488348"/>
                    </a:lnTo>
                    <a:lnTo>
                      <a:pt x="4777225" y="2477952"/>
                    </a:lnTo>
                    <a:lnTo>
                      <a:pt x="4767628" y="2488348"/>
                    </a:lnTo>
                    <a:lnTo>
                      <a:pt x="4758538" y="2447444"/>
                    </a:lnTo>
                    <a:lnTo>
                      <a:pt x="4742631" y="2361090"/>
                    </a:lnTo>
                    <a:lnTo>
                      <a:pt x="4715361" y="2220198"/>
                    </a:lnTo>
                    <a:lnTo>
                      <a:pt x="4735813" y="2129299"/>
                    </a:lnTo>
                    <a:lnTo>
                      <a:pt x="4767628" y="2086122"/>
                    </a:lnTo>
                    <a:lnTo>
                      <a:pt x="4767628" y="2058853"/>
                    </a:lnTo>
                    <a:lnTo>
                      <a:pt x="4826712" y="2042945"/>
                    </a:lnTo>
                    <a:lnTo>
                      <a:pt x="4892613" y="1952047"/>
                    </a:lnTo>
                    <a:lnTo>
                      <a:pt x="4956243" y="1877056"/>
                    </a:lnTo>
                    <a:lnTo>
                      <a:pt x="5022143" y="1817971"/>
                    </a:lnTo>
                    <a:lnTo>
                      <a:pt x="5046694" y="1710844"/>
                    </a:lnTo>
                    <a:lnTo>
                      <a:pt x="5015871" y="1715711"/>
                    </a:lnTo>
                    <a:lnTo>
                      <a:pt x="4995419" y="1779340"/>
                    </a:lnTo>
                    <a:lnTo>
                      <a:pt x="4904521" y="1865693"/>
                    </a:lnTo>
                    <a:lnTo>
                      <a:pt x="4901708" y="1857053"/>
                    </a:lnTo>
                    <a:lnTo>
                      <a:pt x="4892613" y="1865693"/>
                    </a:lnTo>
                    <a:lnTo>
                      <a:pt x="4861835" y="1771159"/>
                    </a:lnTo>
                    <a:lnTo>
                      <a:pt x="4779535" y="1795247"/>
                    </a:lnTo>
                    <a:lnTo>
                      <a:pt x="4684091" y="1920232"/>
                    </a:lnTo>
                    <a:lnTo>
                      <a:pt x="4715906" y="1967954"/>
                    </a:lnTo>
                    <a:lnTo>
                      <a:pt x="4636369" y="1983861"/>
                    </a:lnTo>
                    <a:lnTo>
                      <a:pt x="4577285" y="1988406"/>
                    </a:lnTo>
                    <a:lnTo>
                      <a:pt x="4577373" y="1987484"/>
                    </a:lnTo>
                    <a:lnTo>
                      <a:pt x="4565379" y="1988406"/>
                    </a:lnTo>
                    <a:lnTo>
                      <a:pt x="4569923" y="1940685"/>
                    </a:lnTo>
                    <a:lnTo>
                      <a:pt x="4520081" y="1931099"/>
                    </a:lnTo>
                    <a:lnTo>
                      <a:pt x="4475025" y="1961137"/>
                    </a:lnTo>
                    <a:lnTo>
                      <a:pt x="4464394" y="1960286"/>
                    </a:lnTo>
                    <a:lnTo>
                      <a:pt x="4463118" y="1961137"/>
                    </a:lnTo>
                    <a:lnTo>
                      <a:pt x="4357637" y="1952698"/>
                    </a:lnTo>
                    <a:lnTo>
                      <a:pt x="4243233" y="1972499"/>
                    </a:lnTo>
                    <a:lnTo>
                      <a:pt x="4125065" y="2106574"/>
                    </a:lnTo>
                    <a:lnTo>
                      <a:pt x="3984173" y="2263374"/>
                    </a:lnTo>
                    <a:lnTo>
                      <a:pt x="4038712" y="2267919"/>
                    </a:lnTo>
                    <a:lnTo>
                      <a:pt x="4059164" y="2311096"/>
                    </a:lnTo>
                    <a:lnTo>
                      <a:pt x="4087782" y="2319513"/>
                    </a:lnTo>
                    <a:lnTo>
                      <a:pt x="4106341" y="2290644"/>
                    </a:lnTo>
                    <a:lnTo>
                      <a:pt x="4117411" y="2291946"/>
                    </a:lnTo>
                    <a:lnTo>
                      <a:pt x="4118248" y="2290644"/>
                    </a:lnTo>
                    <a:lnTo>
                      <a:pt x="4156880" y="2295189"/>
                    </a:lnTo>
                    <a:lnTo>
                      <a:pt x="4211419" y="2365635"/>
                    </a:lnTo>
                    <a:lnTo>
                      <a:pt x="4215964" y="2413357"/>
                    </a:lnTo>
                    <a:lnTo>
                      <a:pt x="4184149" y="2472441"/>
                    </a:lnTo>
                    <a:lnTo>
                      <a:pt x="4177332" y="2542887"/>
                    </a:lnTo>
                    <a:lnTo>
                      <a:pt x="4161425" y="2629241"/>
                    </a:lnTo>
                    <a:lnTo>
                      <a:pt x="4109158" y="2708777"/>
                    </a:lnTo>
                    <a:lnTo>
                      <a:pt x="4097796" y="2747409"/>
                    </a:lnTo>
                    <a:lnTo>
                      <a:pt x="4043257" y="2806493"/>
                    </a:lnTo>
                    <a:lnTo>
                      <a:pt x="3995535" y="2865577"/>
                    </a:lnTo>
                    <a:lnTo>
                      <a:pt x="3975083" y="2897392"/>
                    </a:lnTo>
                    <a:lnTo>
                      <a:pt x="3925089" y="2924661"/>
                    </a:lnTo>
                    <a:lnTo>
                      <a:pt x="3913182" y="2924661"/>
                    </a:lnTo>
                    <a:lnTo>
                      <a:pt x="3904637" y="2924661"/>
                    </a:lnTo>
                    <a:lnTo>
                      <a:pt x="3892729" y="2924661"/>
                    </a:lnTo>
                    <a:lnTo>
                      <a:pt x="3871063" y="2908412"/>
                    </a:lnTo>
                    <a:lnTo>
                      <a:pt x="3829645" y="2936024"/>
                    </a:lnTo>
                    <a:lnTo>
                      <a:pt x="3822828" y="2956476"/>
                    </a:lnTo>
                    <a:lnTo>
                      <a:pt x="3818283" y="2947386"/>
                    </a:lnTo>
                    <a:lnTo>
                      <a:pt x="3818283" y="2935660"/>
                    </a:lnTo>
                    <a:lnTo>
                      <a:pt x="3817738" y="2936024"/>
                    </a:lnTo>
                    <a:lnTo>
                      <a:pt x="3810921" y="2956476"/>
                    </a:lnTo>
                    <a:lnTo>
                      <a:pt x="3806376" y="2947386"/>
                    </a:lnTo>
                    <a:lnTo>
                      <a:pt x="3806376" y="2920116"/>
                    </a:lnTo>
                    <a:lnTo>
                      <a:pt x="3818283" y="2920116"/>
                    </a:lnTo>
                    <a:lnTo>
                      <a:pt x="3826828" y="2920116"/>
                    </a:lnTo>
                    <a:lnTo>
                      <a:pt x="3833645" y="2861032"/>
                    </a:lnTo>
                    <a:lnTo>
                      <a:pt x="3822283" y="2817856"/>
                    </a:lnTo>
                    <a:lnTo>
                      <a:pt x="3849553" y="2795131"/>
                    </a:lnTo>
                    <a:lnTo>
                      <a:pt x="3858814" y="2797336"/>
                    </a:lnTo>
                    <a:lnTo>
                      <a:pt x="3861460" y="2795131"/>
                    </a:lnTo>
                    <a:lnTo>
                      <a:pt x="3898487" y="2803947"/>
                    </a:lnTo>
                    <a:lnTo>
                      <a:pt x="3919999" y="2758772"/>
                    </a:lnTo>
                    <a:lnTo>
                      <a:pt x="3935906" y="2699687"/>
                    </a:lnTo>
                    <a:lnTo>
                      <a:pt x="3947269" y="2676963"/>
                    </a:lnTo>
                    <a:lnTo>
                      <a:pt x="3966292" y="2632575"/>
                    </a:lnTo>
                    <a:lnTo>
                      <a:pt x="3915999" y="2645148"/>
                    </a:lnTo>
                    <a:lnTo>
                      <a:pt x="3888729" y="2667873"/>
                    </a:lnTo>
                    <a:lnTo>
                      <a:pt x="3876822" y="2667873"/>
                    </a:lnTo>
                    <a:lnTo>
                      <a:pt x="3829645" y="2667873"/>
                    </a:lnTo>
                    <a:lnTo>
                      <a:pt x="3817738" y="2667873"/>
                    </a:lnTo>
                    <a:lnTo>
                      <a:pt x="3801831" y="2613334"/>
                    </a:lnTo>
                    <a:lnTo>
                      <a:pt x="3758654" y="2574702"/>
                    </a:lnTo>
                    <a:lnTo>
                      <a:pt x="3692753" y="2558795"/>
                    </a:lnTo>
                    <a:lnTo>
                      <a:pt x="3683663" y="2499711"/>
                    </a:lnTo>
                    <a:lnTo>
                      <a:pt x="3672301" y="2467896"/>
                    </a:lnTo>
                    <a:lnTo>
                      <a:pt x="3656393" y="2440627"/>
                    </a:lnTo>
                    <a:lnTo>
                      <a:pt x="3633669" y="2381542"/>
                    </a:lnTo>
                    <a:lnTo>
                      <a:pt x="3601854" y="2361090"/>
                    </a:lnTo>
                    <a:lnTo>
                      <a:pt x="3545995" y="2339606"/>
                    </a:lnTo>
                    <a:lnTo>
                      <a:pt x="3506955" y="2345183"/>
                    </a:lnTo>
                    <a:lnTo>
                      <a:pt x="3463779" y="2354273"/>
                    </a:lnTo>
                    <a:lnTo>
                      <a:pt x="3431964" y="2381542"/>
                    </a:lnTo>
                    <a:lnTo>
                      <a:pt x="3452416" y="2397450"/>
                    </a:lnTo>
                    <a:lnTo>
                      <a:pt x="3452416" y="2429264"/>
                    </a:lnTo>
                    <a:lnTo>
                      <a:pt x="3431964" y="2451989"/>
                    </a:lnTo>
                    <a:lnTo>
                      <a:pt x="3400150" y="2511073"/>
                    </a:lnTo>
                    <a:lnTo>
                      <a:pt x="3400150" y="2538343"/>
                    </a:lnTo>
                    <a:lnTo>
                      <a:pt x="3350155" y="2570157"/>
                    </a:lnTo>
                    <a:lnTo>
                      <a:pt x="3342342" y="2567553"/>
                    </a:lnTo>
                    <a:lnTo>
                      <a:pt x="3338249" y="2570157"/>
                    </a:lnTo>
                    <a:lnTo>
                      <a:pt x="3290527" y="2554250"/>
                    </a:lnTo>
                    <a:lnTo>
                      <a:pt x="3259257" y="2554250"/>
                    </a:lnTo>
                    <a:lnTo>
                      <a:pt x="3247350" y="2554250"/>
                    </a:lnTo>
                    <a:lnTo>
                      <a:pt x="3231443" y="2538343"/>
                    </a:lnTo>
                    <a:lnTo>
                      <a:pt x="3213271" y="2533799"/>
                    </a:lnTo>
                    <a:lnTo>
                      <a:pt x="3168359" y="2570157"/>
                    </a:lnTo>
                    <a:lnTo>
                      <a:pt x="3120637" y="2581519"/>
                    </a:lnTo>
                    <a:lnTo>
                      <a:pt x="3082005" y="2597427"/>
                    </a:lnTo>
                    <a:lnTo>
                      <a:pt x="3074460" y="2595630"/>
                    </a:lnTo>
                    <a:lnTo>
                      <a:pt x="3070098" y="2597427"/>
                    </a:lnTo>
                    <a:lnTo>
                      <a:pt x="3022376" y="2586064"/>
                    </a:lnTo>
                    <a:lnTo>
                      <a:pt x="3000196" y="2586064"/>
                    </a:lnTo>
                    <a:lnTo>
                      <a:pt x="2988289" y="2586064"/>
                    </a:lnTo>
                    <a:lnTo>
                      <a:pt x="2967837" y="2554250"/>
                    </a:lnTo>
                    <a:lnTo>
                      <a:pt x="2929205" y="2526980"/>
                    </a:lnTo>
                    <a:lnTo>
                      <a:pt x="2902153" y="2523116"/>
                    </a:lnTo>
                    <a:lnTo>
                      <a:pt x="2861576" y="2526980"/>
                    </a:lnTo>
                    <a:lnTo>
                      <a:pt x="2822944" y="2538343"/>
                    </a:lnTo>
                    <a:lnTo>
                      <a:pt x="2818139" y="2536254"/>
                    </a:lnTo>
                    <a:lnTo>
                      <a:pt x="2811037" y="2538343"/>
                    </a:lnTo>
                    <a:lnTo>
                      <a:pt x="2758770" y="2515618"/>
                    </a:lnTo>
                    <a:lnTo>
                      <a:pt x="2751953" y="2472441"/>
                    </a:lnTo>
                    <a:lnTo>
                      <a:pt x="2708776" y="2456534"/>
                    </a:lnTo>
                    <a:lnTo>
                      <a:pt x="2676962" y="2451989"/>
                    </a:lnTo>
                    <a:lnTo>
                      <a:pt x="2642534" y="2430245"/>
                    </a:lnTo>
                    <a:lnTo>
                      <a:pt x="2609333" y="2488348"/>
                    </a:lnTo>
                    <a:lnTo>
                      <a:pt x="2625240" y="2522435"/>
                    </a:lnTo>
                    <a:lnTo>
                      <a:pt x="2586608" y="2558795"/>
                    </a:lnTo>
                    <a:lnTo>
                      <a:pt x="2577105" y="2556532"/>
                    </a:lnTo>
                    <a:lnTo>
                      <a:pt x="2574701" y="2558795"/>
                    </a:lnTo>
                    <a:lnTo>
                      <a:pt x="2526979" y="2547432"/>
                    </a:lnTo>
                    <a:lnTo>
                      <a:pt x="2490620" y="2542887"/>
                    </a:lnTo>
                    <a:lnTo>
                      <a:pt x="2463350" y="2515618"/>
                    </a:lnTo>
                    <a:lnTo>
                      <a:pt x="2436625" y="2515618"/>
                    </a:lnTo>
                    <a:lnTo>
                      <a:pt x="2424718" y="2515618"/>
                    </a:lnTo>
                    <a:lnTo>
                      <a:pt x="2398858" y="2502687"/>
                    </a:lnTo>
                    <a:lnTo>
                      <a:pt x="2350272" y="2526980"/>
                    </a:lnTo>
                    <a:lnTo>
                      <a:pt x="2282098" y="2574702"/>
                    </a:lnTo>
                    <a:lnTo>
                      <a:pt x="2238921" y="2586064"/>
                    </a:lnTo>
                    <a:lnTo>
                      <a:pt x="2227559" y="2590609"/>
                    </a:lnTo>
                    <a:lnTo>
                      <a:pt x="2225178" y="2586799"/>
                    </a:lnTo>
                    <a:lnTo>
                      <a:pt x="2215652" y="2590609"/>
                    </a:lnTo>
                    <a:lnTo>
                      <a:pt x="2193596" y="2555320"/>
                    </a:lnTo>
                    <a:lnTo>
                      <a:pt x="2157112" y="2558795"/>
                    </a:lnTo>
                    <a:lnTo>
                      <a:pt x="2156291" y="2557739"/>
                    </a:lnTo>
                    <a:lnTo>
                      <a:pt x="2145205" y="2558795"/>
                    </a:lnTo>
                    <a:lnTo>
                      <a:pt x="2129298" y="2538343"/>
                    </a:lnTo>
                    <a:lnTo>
                      <a:pt x="2102029" y="2526980"/>
                    </a:lnTo>
                    <a:lnTo>
                      <a:pt x="2086121" y="2495166"/>
                    </a:lnTo>
                    <a:lnTo>
                      <a:pt x="2070005" y="2486212"/>
                    </a:lnTo>
                    <a:lnTo>
                      <a:pt x="2027582" y="2499711"/>
                    </a:lnTo>
                    <a:lnTo>
                      <a:pt x="2023845" y="2497111"/>
                    </a:lnTo>
                    <a:lnTo>
                      <a:pt x="2015675" y="2499711"/>
                    </a:lnTo>
                    <a:lnTo>
                      <a:pt x="1971363" y="2468885"/>
                    </a:lnTo>
                    <a:lnTo>
                      <a:pt x="1952591" y="2495166"/>
                    </a:lnTo>
                    <a:lnTo>
                      <a:pt x="1947518" y="2485599"/>
                    </a:lnTo>
                    <a:lnTo>
                      <a:pt x="1940684" y="2495166"/>
                    </a:lnTo>
                    <a:lnTo>
                      <a:pt x="1861147" y="2345183"/>
                    </a:lnTo>
                    <a:lnTo>
                      <a:pt x="1811153" y="2295189"/>
                    </a:lnTo>
                    <a:lnTo>
                      <a:pt x="1813950" y="2292043"/>
                    </a:lnTo>
                    <a:lnTo>
                      <a:pt x="1748069" y="2333821"/>
                    </a:lnTo>
                    <a:lnTo>
                      <a:pt x="1711709" y="2338366"/>
                    </a:lnTo>
                    <a:lnTo>
                      <a:pt x="1711926" y="2336850"/>
                    </a:lnTo>
                    <a:lnTo>
                      <a:pt x="1699803" y="2338366"/>
                    </a:lnTo>
                    <a:lnTo>
                      <a:pt x="1704347" y="2306551"/>
                    </a:lnTo>
                    <a:lnTo>
                      <a:pt x="1662460" y="2288600"/>
                    </a:lnTo>
                    <a:lnTo>
                      <a:pt x="1629901" y="2302006"/>
                    </a:lnTo>
                    <a:lnTo>
                      <a:pt x="1629300" y="2297351"/>
                    </a:lnTo>
                    <a:lnTo>
                      <a:pt x="1617994" y="2302006"/>
                    </a:lnTo>
                    <a:lnTo>
                      <a:pt x="1608904" y="2231560"/>
                    </a:lnTo>
                    <a:lnTo>
                      <a:pt x="1552684" y="2221867"/>
                    </a:lnTo>
                    <a:lnTo>
                      <a:pt x="1518550" y="2247467"/>
                    </a:lnTo>
                    <a:lnTo>
                      <a:pt x="1425379" y="2267919"/>
                    </a:lnTo>
                    <a:lnTo>
                      <a:pt x="1409472" y="2286099"/>
                    </a:lnTo>
                    <a:lnTo>
                      <a:pt x="1270852" y="2306551"/>
                    </a:lnTo>
                    <a:lnTo>
                      <a:pt x="1254945" y="2327003"/>
                    </a:lnTo>
                    <a:lnTo>
                      <a:pt x="1282214" y="2370180"/>
                    </a:lnTo>
                    <a:lnTo>
                      <a:pt x="1243582" y="2386087"/>
                    </a:lnTo>
                    <a:lnTo>
                      <a:pt x="1254945" y="2404267"/>
                    </a:lnTo>
                    <a:lnTo>
                      <a:pt x="1216313" y="2429264"/>
                    </a:lnTo>
                    <a:lnTo>
                      <a:pt x="1275397" y="2472441"/>
                    </a:lnTo>
                    <a:lnTo>
                      <a:pt x="1270852" y="2499711"/>
                    </a:lnTo>
                    <a:lnTo>
                      <a:pt x="1259108" y="2498732"/>
                    </a:lnTo>
                    <a:lnTo>
                      <a:pt x="1258945" y="2499711"/>
                    </a:lnTo>
                    <a:lnTo>
                      <a:pt x="1215644" y="2496102"/>
                    </a:lnTo>
                    <a:lnTo>
                      <a:pt x="1204950" y="2511073"/>
                    </a:lnTo>
                    <a:lnTo>
                      <a:pt x="1196495" y="2506241"/>
                    </a:lnTo>
                    <a:lnTo>
                      <a:pt x="1193043" y="2511073"/>
                    </a:lnTo>
                    <a:lnTo>
                      <a:pt x="1145322" y="2483803"/>
                    </a:lnTo>
                    <a:lnTo>
                      <a:pt x="1098145" y="2483803"/>
                    </a:lnTo>
                    <a:lnTo>
                      <a:pt x="1061785" y="2511073"/>
                    </a:lnTo>
                    <a:lnTo>
                      <a:pt x="1055322" y="2506990"/>
                    </a:lnTo>
                    <a:lnTo>
                      <a:pt x="1049878" y="2511073"/>
                    </a:lnTo>
                    <a:lnTo>
                      <a:pt x="1006701" y="2483803"/>
                    </a:lnTo>
                    <a:lnTo>
                      <a:pt x="924893" y="2447444"/>
                    </a:lnTo>
                    <a:lnTo>
                      <a:pt x="877716" y="2447444"/>
                    </a:lnTo>
                    <a:lnTo>
                      <a:pt x="802724" y="2511073"/>
                    </a:lnTo>
                    <a:lnTo>
                      <a:pt x="798179" y="2554250"/>
                    </a:lnTo>
                    <a:lnTo>
                      <a:pt x="787406" y="2543477"/>
                    </a:lnTo>
                    <a:lnTo>
                      <a:pt x="786272" y="2554250"/>
                    </a:lnTo>
                    <a:lnTo>
                      <a:pt x="756063" y="2524040"/>
                    </a:lnTo>
                    <a:lnTo>
                      <a:pt x="732278" y="2581519"/>
                    </a:lnTo>
                    <a:lnTo>
                      <a:pt x="743640" y="2590609"/>
                    </a:lnTo>
                    <a:lnTo>
                      <a:pt x="723188" y="2633786"/>
                    </a:lnTo>
                    <a:lnTo>
                      <a:pt x="747026" y="2670627"/>
                    </a:lnTo>
                    <a:lnTo>
                      <a:pt x="763548" y="2667873"/>
                    </a:lnTo>
                    <a:lnTo>
                      <a:pt x="764871" y="2669637"/>
                    </a:lnTo>
                    <a:lnTo>
                      <a:pt x="775455" y="2667873"/>
                    </a:lnTo>
                    <a:lnTo>
                      <a:pt x="802724" y="2704232"/>
                    </a:lnTo>
                    <a:lnTo>
                      <a:pt x="798179" y="2731502"/>
                    </a:lnTo>
                    <a:lnTo>
                      <a:pt x="818632" y="2742864"/>
                    </a:lnTo>
                    <a:lnTo>
                      <a:pt x="802724" y="2774679"/>
                    </a:lnTo>
                    <a:lnTo>
                      <a:pt x="766365" y="2779224"/>
                    </a:lnTo>
                    <a:lnTo>
                      <a:pt x="727733" y="2838308"/>
                    </a:lnTo>
                    <a:lnTo>
                      <a:pt x="759548" y="2881485"/>
                    </a:lnTo>
                    <a:lnTo>
                      <a:pt x="759548" y="2920116"/>
                    </a:lnTo>
                    <a:lnTo>
                      <a:pt x="798179" y="2979201"/>
                    </a:lnTo>
                    <a:lnTo>
                      <a:pt x="775455" y="2995108"/>
                    </a:lnTo>
                    <a:lnTo>
                      <a:pt x="770910" y="3006470"/>
                    </a:lnTo>
                    <a:lnTo>
                      <a:pt x="759003" y="3006470"/>
                    </a:lnTo>
                    <a:lnTo>
                      <a:pt x="755003" y="3006470"/>
                    </a:lnTo>
                    <a:lnTo>
                      <a:pt x="743096" y="3006470"/>
                    </a:lnTo>
                    <a:lnTo>
                      <a:pt x="715826" y="2972383"/>
                    </a:lnTo>
                    <a:lnTo>
                      <a:pt x="704464" y="2972383"/>
                    </a:lnTo>
                    <a:lnTo>
                      <a:pt x="684012" y="2963293"/>
                    </a:lnTo>
                    <a:lnTo>
                      <a:pt x="672649" y="2940569"/>
                    </a:lnTo>
                    <a:lnTo>
                      <a:pt x="645222" y="2932732"/>
                    </a:lnTo>
                    <a:lnTo>
                      <a:pt x="625472" y="2936024"/>
                    </a:lnTo>
                    <a:lnTo>
                      <a:pt x="623771" y="2934323"/>
                    </a:lnTo>
                    <a:lnTo>
                      <a:pt x="613565" y="2936024"/>
                    </a:lnTo>
                    <a:lnTo>
                      <a:pt x="609020" y="2931479"/>
                    </a:lnTo>
                    <a:lnTo>
                      <a:pt x="559026" y="2904209"/>
                    </a:lnTo>
                    <a:lnTo>
                      <a:pt x="506760" y="2897392"/>
                    </a:lnTo>
                    <a:lnTo>
                      <a:pt x="483280" y="2890683"/>
                    </a:lnTo>
                    <a:lnTo>
                      <a:pt x="480035" y="2892847"/>
                    </a:lnTo>
                    <a:lnTo>
                      <a:pt x="475042" y="2888329"/>
                    </a:lnTo>
                    <a:lnTo>
                      <a:pt x="474945" y="2888302"/>
                    </a:lnTo>
                    <a:lnTo>
                      <a:pt x="468128" y="2892847"/>
                    </a:lnTo>
                    <a:lnTo>
                      <a:pt x="420406" y="2849670"/>
                    </a:lnTo>
                    <a:lnTo>
                      <a:pt x="381774" y="2833763"/>
                    </a:lnTo>
                    <a:lnTo>
                      <a:pt x="349960" y="2801948"/>
                    </a:lnTo>
                    <a:lnTo>
                      <a:pt x="377229" y="2795131"/>
                    </a:lnTo>
                    <a:lnTo>
                      <a:pt x="404499" y="2747409"/>
                    </a:lnTo>
                    <a:lnTo>
                      <a:pt x="388591" y="2731502"/>
                    </a:lnTo>
                    <a:lnTo>
                      <a:pt x="440858" y="2704232"/>
                    </a:lnTo>
                    <a:lnTo>
                      <a:pt x="440858" y="2701176"/>
                    </a:lnTo>
                    <a:lnTo>
                      <a:pt x="416406" y="2704232"/>
                    </a:lnTo>
                    <a:lnTo>
                      <a:pt x="416406" y="2702744"/>
                    </a:lnTo>
                    <a:lnTo>
                      <a:pt x="404499" y="2704232"/>
                    </a:lnTo>
                    <a:lnTo>
                      <a:pt x="404499" y="2683780"/>
                    </a:lnTo>
                    <a:lnTo>
                      <a:pt x="424951" y="2667873"/>
                    </a:lnTo>
                    <a:lnTo>
                      <a:pt x="463583" y="2661056"/>
                    </a:lnTo>
                    <a:lnTo>
                      <a:pt x="468128" y="2645148"/>
                    </a:lnTo>
                    <a:lnTo>
                      <a:pt x="456765" y="2613334"/>
                    </a:lnTo>
                    <a:lnTo>
                      <a:pt x="474945" y="2586064"/>
                    </a:lnTo>
                    <a:lnTo>
                      <a:pt x="474945" y="2565612"/>
                    </a:lnTo>
                    <a:lnTo>
                      <a:pt x="420406" y="2547432"/>
                    </a:lnTo>
                    <a:lnTo>
                      <a:pt x="409588" y="2547432"/>
                    </a:lnTo>
                    <a:lnTo>
                      <a:pt x="397681" y="2547432"/>
                    </a:lnTo>
                    <a:lnTo>
                      <a:pt x="379485" y="2525193"/>
                    </a:lnTo>
                    <a:lnTo>
                      <a:pt x="357322" y="2531525"/>
                    </a:lnTo>
                    <a:lnTo>
                      <a:pt x="352842" y="2529403"/>
                    </a:lnTo>
                    <a:lnTo>
                      <a:pt x="345415" y="2531525"/>
                    </a:lnTo>
                    <a:lnTo>
                      <a:pt x="302238" y="2511073"/>
                    </a:lnTo>
                    <a:lnTo>
                      <a:pt x="302238" y="2499711"/>
                    </a:lnTo>
                    <a:lnTo>
                      <a:pt x="286331" y="2472441"/>
                    </a:lnTo>
                    <a:lnTo>
                      <a:pt x="270968" y="2472441"/>
                    </a:lnTo>
                    <a:lnTo>
                      <a:pt x="259061" y="2472441"/>
                    </a:lnTo>
                    <a:lnTo>
                      <a:pt x="254516" y="2456534"/>
                    </a:lnTo>
                    <a:lnTo>
                      <a:pt x="263606" y="2440627"/>
                    </a:lnTo>
                    <a:lnTo>
                      <a:pt x="243991" y="2410114"/>
                    </a:lnTo>
                    <a:lnTo>
                      <a:pt x="216429" y="2413357"/>
                    </a:lnTo>
                    <a:lnTo>
                      <a:pt x="212956" y="2412365"/>
                    </a:lnTo>
                    <a:lnTo>
                      <a:pt x="204522" y="2413357"/>
                    </a:lnTo>
                    <a:lnTo>
                      <a:pt x="199623" y="2411957"/>
                    </a:lnTo>
                    <a:lnTo>
                      <a:pt x="195977" y="2424719"/>
                    </a:lnTo>
                    <a:lnTo>
                      <a:pt x="184968" y="2421574"/>
                    </a:lnTo>
                    <a:lnTo>
                      <a:pt x="184070" y="2424719"/>
                    </a:lnTo>
                    <a:lnTo>
                      <a:pt x="168163" y="2420174"/>
                    </a:lnTo>
                    <a:lnTo>
                      <a:pt x="156800" y="2381542"/>
                    </a:lnTo>
                    <a:lnTo>
                      <a:pt x="152255" y="2365635"/>
                    </a:lnTo>
                    <a:lnTo>
                      <a:pt x="156800" y="2361090"/>
                    </a:lnTo>
                    <a:lnTo>
                      <a:pt x="168707" y="2361090"/>
                    </a:lnTo>
                    <a:lnTo>
                      <a:pt x="188615" y="2361090"/>
                    </a:lnTo>
                    <a:lnTo>
                      <a:pt x="199977" y="2349728"/>
                    </a:lnTo>
                    <a:lnTo>
                      <a:pt x="188615" y="2327003"/>
                    </a:lnTo>
                    <a:lnTo>
                      <a:pt x="168163" y="2317914"/>
                    </a:lnTo>
                    <a:lnTo>
                      <a:pt x="168163" y="2311096"/>
                    </a:lnTo>
                    <a:lnTo>
                      <a:pt x="152255" y="2295189"/>
                    </a:lnTo>
                    <a:lnTo>
                      <a:pt x="129531" y="2258829"/>
                    </a:lnTo>
                    <a:lnTo>
                      <a:pt x="140893" y="2236105"/>
                    </a:lnTo>
                    <a:lnTo>
                      <a:pt x="136348" y="2208835"/>
                    </a:lnTo>
                    <a:lnTo>
                      <a:pt x="103789" y="2195428"/>
                    </a:lnTo>
                    <a:lnTo>
                      <a:pt x="93716" y="2199745"/>
                    </a:lnTo>
                    <a:lnTo>
                      <a:pt x="91868" y="2195434"/>
                    </a:lnTo>
                    <a:lnTo>
                      <a:pt x="81809" y="2199745"/>
                    </a:lnTo>
                    <a:lnTo>
                      <a:pt x="74992" y="2183838"/>
                    </a:lnTo>
                    <a:lnTo>
                      <a:pt x="34087" y="2172476"/>
                    </a:lnTo>
                    <a:lnTo>
                      <a:pt x="22725" y="2129299"/>
                    </a:lnTo>
                    <a:lnTo>
                      <a:pt x="22725" y="2097484"/>
                    </a:lnTo>
                    <a:lnTo>
                      <a:pt x="0" y="2081577"/>
                    </a:lnTo>
                    <a:lnTo>
                      <a:pt x="15907" y="2058853"/>
                    </a:lnTo>
                    <a:lnTo>
                      <a:pt x="6818" y="1995224"/>
                    </a:lnTo>
                    <a:lnTo>
                      <a:pt x="34087" y="1952047"/>
                    </a:lnTo>
                    <a:lnTo>
                      <a:pt x="27270" y="1940685"/>
                    </a:lnTo>
                    <a:lnTo>
                      <a:pt x="70447" y="1902053"/>
                    </a:lnTo>
                    <a:lnTo>
                      <a:pt x="27270" y="1865693"/>
                    </a:lnTo>
                    <a:lnTo>
                      <a:pt x="109078" y="1767977"/>
                    </a:lnTo>
                    <a:lnTo>
                      <a:pt x="145438" y="1724800"/>
                    </a:lnTo>
                    <a:lnTo>
                      <a:pt x="156800" y="1681624"/>
                    </a:lnTo>
                    <a:lnTo>
                      <a:pt x="102261" y="1629357"/>
                    </a:lnTo>
                    <a:lnTo>
                      <a:pt x="118168" y="1574818"/>
                    </a:lnTo>
                    <a:lnTo>
                      <a:pt x="86354" y="1511189"/>
                    </a:lnTo>
                    <a:lnTo>
                      <a:pt x="109078" y="1436197"/>
                    </a:lnTo>
                    <a:lnTo>
                      <a:pt x="70447" y="1333936"/>
                    </a:lnTo>
                    <a:lnTo>
                      <a:pt x="102261" y="1263490"/>
                    </a:lnTo>
                    <a:lnTo>
                      <a:pt x="43177" y="1197589"/>
                    </a:lnTo>
                    <a:lnTo>
                      <a:pt x="49994" y="1122597"/>
                    </a:lnTo>
                    <a:lnTo>
                      <a:pt x="81809" y="1118052"/>
                    </a:lnTo>
                    <a:lnTo>
                      <a:pt x="145438" y="1074876"/>
                    </a:lnTo>
                    <a:lnTo>
                      <a:pt x="184070" y="1036244"/>
                    </a:lnTo>
                    <a:lnTo>
                      <a:pt x="189699" y="1042522"/>
                    </a:lnTo>
                    <a:lnTo>
                      <a:pt x="195977" y="1036244"/>
                    </a:lnTo>
                    <a:lnTo>
                      <a:pt x="255061" y="1102145"/>
                    </a:lnTo>
                    <a:lnTo>
                      <a:pt x="350504" y="1122597"/>
                    </a:lnTo>
                    <a:lnTo>
                      <a:pt x="491397" y="1236221"/>
                    </a:lnTo>
                    <a:lnTo>
                      <a:pt x="523211" y="1283942"/>
                    </a:lnTo>
                    <a:lnTo>
                      <a:pt x="523211" y="1343026"/>
                    </a:lnTo>
                    <a:lnTo>
                      <a:pt x="486852" y="1397565"/>
                    </a:lnTo>
                    <a:lnTo>
                      <a:pt x="420951" y="1418018"/>
                    </a:lnTo>
                    <a:lnTo>
                      <a:pt x="415909" y="1415887"/>
                    </a:lnTo>
                    <a:lnTo>
                      <a:pt x="409044" y="1418018"/>
                    </a:lnTo>
                    <a:lnTo>
                      <a:pt x="252950" y="1352062"/>
                    </a:lnTo>
                    <a:lnTo>
                      <a:pt x="232336" y="1358934"/>
                    </a:lnTo>
                    <a:lnTo>
                      <a:pt x="291420" y="1429380"/>
                    </a:lnTo>
                    <a:lnTo>
                      <a:pt x="291420" y="1468012"/>
                    </a:lnTo>
                    <a:lnTo>
                      <a:pt x="298238" y="1554366"/>
                    </a:lnTo>
                    <a:lnTo>
                      <a:pt x="345959" y="1586180"/>
                    </a:lnTo>
                    <a:lnTo>
                      <a:pt x="362087" y="1595588"/>
                    </a:lnTo>
                    <a:lnTo>
                      <a:pt x="365867" y="1563455"/>
                    </a:lnTo>
                    <a:lnTo>
                      <a:pt x="345415" y="1527096"/>
                    </a:lnTo>
                    <a:lnTo>
                      <a:pt x="365867" y="1495281"/>
                    </a:lnTo>
                    <a:lnTo>
                      <a:pt x="374560" y="1500280"/>
                    </a:lnTo>
                    <a:lnTo>
                      <a:pt x="377774" y="1495281"/>
                    </a:lnTo>
                    <a:lnTo>
                      <a:pt x="461933" y="1543673"/>
                    </a:lnTo>
                    <a:lnTo>
                      <a:pt x="484035" y="1527096"/>
                    </a:lnTo>
                    <a:lnTo>
                      <a:pt x="463583" y="1461194"/>
                    </a:lnTo>
                    <a:lnTo>
                      <a:pt x="549936" y="1374841"/>
                    </a:lnTo>
                    <a:lnTo>
                      <a:pt x="559742" y="1376942"/>
                    </a:lnTo>
                    <a:lnTo>
                      <a:pt x="561843" y="1374841"/>
                    </a:lnTo>
                    <a:lnTo>
                      <a:pt x="593658" y="1381658"/>
                    </a:lnTo>
                    <a:lnTo>
                      <a:pt x="620945" y="1405535"/>
                    </a:lnTo>
                    <a:lnTo>
                      <a:pt x="640835" y="1349844"/>
                    </a:lnTo>
                    <a:lnTo>
                      <a:pt x="609020" y="1295305"/>
                    </a:lnTo>
                    <a:lnTo>
                      <a:pt x="624928" y="1236221"/>
                    </a:lnTo>
                    <a:lnTo>
                      <a:pt x="597658" y="1177136"/>
                    </a:lnTo>
                    <a:lnTo>
                      <a:pt x="611562" y="1181462"/>
                    </a:lnTo>
                    <a:lnTo>
                      <a:pt x="609565" y="1177136"/>
                    </a:lnTo>
                    <a:lnTo>
                      <a:pt x="711826" y="1208951"/>
                    </a:lnTo>
                    <a:lnTo>
                      <a:pt x="732278" y="1263490"/>
                    </a:lnTo>
                    <a:lnTo>
                      <a:pt x="684556" y="1274852"/>
                    </a:lnTo>
                    <a:lnTo>
                      <a:pt x="684556" y="1327119"/>
                    </a:lnTo>
                    <a:lnTo>
                      <a:pt x="713309" y="1355872"/>
                    </a:lnTo>
                    <a:lnTo>
                      <a:pt x="763548" y="1338481"/>
                    </a:lnTo>
                    <a:lnTo>
                      <a:pt x="770365" y="1279397"/>
                    </a:lnTo>
                    <a:lnTo>
                      <a:pt x="845357" y="1231676"/>
                    </a:lnTo>
                    <a:lnTo>
                      <a:pt x="972614" y="1145322"/>
                    </a:lnTo>
                    <a:lnTo>
                      <a:pt x="982566" y="1146649"/>
                    </a:lnTo>
                    <a:lnTo>
                      <a:pt x="984521" y="1145322"/>
                    </a:lnTo>
                    <a:lnTo>
                      <a:pt x="1018608" y="1149867"/>
                    </a:lnTo>
                    <a:lnTo>
                      <a:pt x="979977" y="1213496"/>
                    </a:lnTo>
                    <a:lnTo>
                      <a:pt x="1012666" y="1218657"/>
                    </a:lnTo>
                    <a:lnTo>
                      <a:pt x="1038516" y="1188499"/>
                    </a:lnTo>
                    <a:lnTo>
                      <a:pt x="1050423" y="1188499"/>
                    </a:lnTo>
                    <a:lnTo>
                      <a:pt x="1108962" y="1188499"/>
                    </a:lnTo>
                    <a:lnTo>
                      <a:pt x="1161229" y="1145322"/>
                    </a:lnTo>
                    <a:lnTo>
                      <a:pt x="1165711" y="1151456"/>
                    </a:lnTo>
                    <a:lnTo>
                      <a:pt x="1173136" y="1145322"/>
                    </a:lnTo>
                    <a:lnTo>
                      <a:pt x="1210035" y="1195815"/>
                    </a:lnTo>
                    <a:lnTo>
                      <a:pt x="1247583" y="1138505"/>
                    </a:lnTo>
                    <a:lnTo>
                      <a:pt x="1211223" y="1079421"/>
                    </a:lnTo>
                    <a:lnTo>
                      <a:pt x="1227130" y="1043061"/>
                    </a:lnTo>
                    <a:lnTo>
                      <a:pt x="1237665" y="1046199"/>
                    </a:lnTo>
                    <a:lnTo>
                      <a:pt x="1239037" y="1043061"/>
                    </a:lnTo>
                    <a:lnTo>
                      <a:pt x="1345843" y="1074876"/>
                    </a:lnTo>
                    <a:lnTo>
                      <a:pt x="1400382" y="1106690"/>
                    </a:lnTo>
                    <a:lnTo>
                      <a:pt x="1519756" y="1213274"/>
                    </a:lnTo>
                    <a:lnTo>
                      <a:pt x="1543003" y="1172592"/>
                    </a:lnTo>
                    <a:lnTo>
                      <a:pt x="1506643" y="1118052"/>
                    </a:lnTo>
                    <a:lnTo>
                      <a:pt x="1506643" y="1095328"/>
                    </a:lnTo>
                    <a:lnTo>
                      <a:pt x="1463467" y="1086238"/>
                    </a:lnTo>
                    <a:lnTo>
                      <a:pt x="1472556" y="1036244"/>
                    </a:lnTo>
                    <a:lnTo>
                      <a:pt x="1452104" y="949890"/>
                    </a:lnTo>
                    <a:lnTo>
                      <a:pt x="1452104" y="913531"/>
                    </a:lnTo>
                    <a:lnTo>
                      <a:pt x="1522551" y="811270"/>
                    </a:lnTo>
                    <a:lnTo>
                      <a:pt x="1543003" y="697647"/>
                    </a:lnTo>
                    <a:lnTo>
                      <a:pt x="1570272" y="677194"/>
                    </a:lnTo>
                    <a:lnTo>
                      <a:pt x="1578688" y="679813"/>
                    </a:lnTo>
                    <a:lnTo>
                      <a:pt x="1582179" y="677194"/>
                    </a:lnTo>
                    <a:lnTo>
                      <a:pt x="1684440" y="709009"/>
                    </a:lnTo>
                    <a:lnTo>
                      <a:pt x="1688985" y="779455"/>
                    </a:lnTo>
                    <a:lnTo>
                      <a:pt x="1652625" y="870354"/>
                    </a:lnTo>
                    <a:lnTo>
                      <a:pt x="1679895" y="908986"/>
                    </a:lnTo>
                    <a:lnTo>
                      <a:pt x="1688985" y="983977"/>
                    </a:lnTo>
                    <a:lnTo>
                      <a:pt x="1679895" y="1129415"/>
                    </a:lnTo>
                    <a:lnTo>
                      <a:pt x="1723072" y="1193044"/>
                    </a:lnTo>
                    <a:lnTo>
                      <a:pt x="1704892" y="1256673"/>
                    </a:lnTo>
                    <a:lnTo>
                      <a:pt x="1636718" y="1393021"/>
                    </a:lnTo>
                    <a:lnTo>
                      <a:pt x="1662494" y="1399465"/>
                    </a:lnTo>
                    <a:lnTo>
                      <a:pt x="1677078" y="1370296"/>
                    </a:lnTo>
                    <a:lnTo>
                      <a:pt x="1720255" y="1349844"/>
                    </a:lnTo>
                    <a:lnTo>
                      <a:pt x="1731617" y="1299850"/>
                    </a:lnTo>
                    <a:lnTo>
                      <a:pt x="1758887" y="1256673"/>
                    </a:lnTo>
                    <a:lnTo>
                      <a:pt x="1736162" y="1197589"/>
                    </a:lnTo>
                    <a:lnTo>
                      <a:pt x="1758887" y="1133960"/>
                    </a:lnTo>
                    <a:lnTo>
                      <a:pt x="1715710" y="1122597"/>
                    </a:lnTo>
                    <a:lnTo>
                      <a:pt x="1704347" y="1070331"/>
                    </a:lnTo>
                    <a:lnTo>
                      <a:pt x="1736162" y="961252"/>
                    </a:lnTo>
                    <a:lnTo>
                      <a:pt x="1688440" y="865809"/>
                    </a:lnTo>
                    <a:lnTo>
                      <a:pt x="1752069" y="788545"/>
                    </a:lnTo>
                    <a:lnTo>
                      <a:pt x="1747524" y="704464"/>
                    </a:lnTo>
                    <a:lnTo>
                      <a:pt x="1763431" y="697647"/>
                    </a:lnTo>
                    <a:lnTo>
                      <a:pt x="1764877" y="702130"/>
                    </a:lnTo>
                    <a:lnTo>
                      <a:pt x="1775339" y="697647"/>
                    </a:lnTo>
                    <a:lnTo>
                      <a:pt x="1798063" y="768093"/>
                    </a:lnTo>
                    <a:lnTo>
                      <a:pt x="1791454" y="815304"/>
                    </a:lnTo>
                    <a:lnTo>
                      <a:pt x="1854330" y="772638"/>
                    </a:lnTo>
                    <a:lnTo>
                      <a:pt x="1931594" y="763548"/>
                    </a:lnTo>
                    <a:lnTo>
                      <a:pt x="1932772" y="764810"/>
                    </a:lnTo>
                    <a:lnTo>
                      <a:pt x="1943501" y="763548"/>
                    </a:lnTo>
                    <a:lnTo>
                      <a:pt x="1988608" y="811877"/>
                    </a:lnTo>
                    <a:lnTo>
                      <a:pt x="1963408" y="736278"/>
                    </a:lnTo>
                    <a:lnTo>
                      <a:pt x="1963408" y="595386"/>
                    </a:lnTo>
                    <a:lnTo>
                      <a:pt x="2027037" y="574934"/>
                    </a:lnTo>
                    <a:lnTo>
                      <a:pt x="2037269" y="575472"/>
                    </a:lnTo>
                    <a:lnTo>
                      <a:pt x="2038944" y="574934"/>
                    </a:lnTo>
                    <a:lnTo>
                      <a:pt x="2115414" y="578958"/>
                    </a:lnTo>
                    <a:lnTo>
                      <a:pt x="2192927" y="559026"/>
                    </a:lnTo>
                    <a:lnTo>
                      <a:pt x="2167930" y="493125"/>
                    </a:lnTo>
                    <a:lnTo>
                      <a:pt x="2204289" y="402226"/>
                    </a:lnTo>
                    <a:lnTo>
                      <a:pt x="2247466" y="397681"/>
                    </a:lnTo>
                    <a:lnTo>
                      <a:pt x="2317913" y="322690"/>
                    </a:lnTo>
                    <a:lnTo>
                      <a:pt x="2420173" y="304510"/>
                    </a:lnTo>
                    <a:lnTo>
                      <a:pt x="2429263" y="263606"/>
                    </a:lnTo>
                    <a:lnTo>
                      <a:pt x="2526979" y="252244"/>
                    </a:lnTo>
                    <a:lnTo>
                      <a:pt x="2528058" y="253503"/>
                    </a:lnTo>
                    <a:lnTo>
                      <a:pt x="2538886" y="252244"/>
                    </a:lnTo>
                    <a:lnTo>
                      <a:pt x="2560820" y="277833"/>
                    </a:lnTo>
                    <a:lnTo>
                      <a:pt x="2640602" y="202249"/>
                    </a:lnTo>
                    <a:lnTo>
                      <a:pt x="2652509" y="202249"/>
                    </a:lnTo>
                    <a:lnTo>
                      <a:pt x="2704231" y="202249"/>
                    </a:lnTo>
                    <a:lnTo>
                      <a:pt x="2715593" y="134075"/>
                    </a:lnTo>
                    <a:lnTo>
                      <a:pt x="2751953" y="68174"/>
                    </a:lnTo>
                    <a:close/>
                  </a:path>
                </a:pathLst>
              </a:custGeom>
              <a:grp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" name="Google Shape;342;p30">
                <a:extLst>
                  <a:ext uri="{FF2B5EF4-FFF2-40B4-BE49-F238E27FC236}">
                    <a16:creationId xmlns:a16="http://schemas.microsoft.com/office/drawing/2014/main" id="{345885D5-1D6E-77BA-44F4-54ED18DB6A59}"/>
                  </a:ext>
                </a:extLst>
              </p:cNvPr>
              <p:cNvSpPr/>
              <p:nvPr/>
            </p:nvSpPr>
            <p:spPr>
              <a:xfrm>
                <a:off x="10902160" y="812664"/>
                <a:ext cx="299965" cy="227246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00" extrusionOk="0">
                    <a:moveTo>
                      <a:pt x="59" y="83"/>
                    </a:moveTo>
                    <a:lnTo>
                      <a:pt x="120" y="86"/>
                    </a:lnTo>
                    <a:lnTo>
                      <a:pt x="132" y="38"/>
                    </a:lnTo>
                    <a:lnTo>
                      <a:pt x="73" y="5"/>
                    </a:lnTo>
                    <a:lnTo>
                      <a:pt x="30" y="0"/>
                    </a:lnTo>
                    <a:lnTo>
                      <a:pt x="9" y="15"/>
                    </a:lnTo>
                    <a:lnTo>
                      <a:pt x="0" y="57"/>
                    </a:lnTo>
                    <a:lnTo>
                      <a:pt x="33" y="100"/>
                    </a:lnTo>
                    <a:lnTo>
                      <a:pt x="59" y="83"/>
                    </a:lnTo>
                    <a:lnTo>
                      <a:pt x="59" y="83"/>
                    </a:lnTo>
                    <a:lnTo>
                      <a:pt x="59" y="83"/>
                    </a:lnTo>
                    <a:close/>
                  </a:path>
                </a:pathLst>
              </a:custGeom>
              <a:grp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" name="Google Shape;343;p30">
                <a:extLst>
                  <a:ext uri="{FF2B5EF4-FFF2-40B4-BE49-F238E27FC236}">
                    <a16:creationId xmlns:a16="http://schemas.microsoft.com/office/drawing/2014/main" id="{64296DD7-183A-856B-1ACA-FBC5D0CD6C02}"/>
                  </a:ext>
                </a:extLst>
              </p:cNvPr>
              <p:cNvSpPr/>
              <p:nvPr/>
            </p:nvSpPr>
            <p:spPr>
              <a:xfrm>
                <a:off x="11008965" y="1142170"/>
                <a:ext cx="140893" cy="79537"/>
              </a:xfrm>
              <a:custGeom>
                <a:avLst/>
                <a:gdLst/>
                <a:ahLst/>
                <a:cxnLst/>
                <a:rect l="l" t="t" r="r" b="b"/>
                <a:pathLst>
                  <a:path w="62" h="35" extrusionOk="0">
                    <a:moveTo>
                      <a:pt x="17" y="5"/>
                    </a:moveTo>
                    <a:lnTo>
                      <a:pt x="0" y="26"/>
                    </a:lnTo>
                    <a:lnTo>
                      <a:pt x="2" y="31"/>
                    </a:lnTo>
                    <a:lnTo>
                      <a:pt x="36" y="35"/>
                    </a:lnTo>
                    <a:lnTo>
                      <a:pt x="62" y="35"/>
                    </a:lnTo>
                    <a:lnTo>
                      <a:pt x="59" y="21"/>
                    </a:lnTo>
                    <a:lnTo>
                      <a:pt x="36" y="0"/>
                    </a:lnTo>
                    <a:lnTo>
                      <a:pt x="17" y="5"/>
                    </a:lnTo>
                    <a:lnTo>
                      <a:pt x="17" y="5"/>
                    </a:lnTo>
                    <a:lnTo>
                      <a:pt x="17" y="5"/>
                    </a:lnTo>
                    <a:close/>
                  </a:path>
                </a:pathLst>
              </a:custGeom>
              <a:grp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344;p30">
                <a:extLst>
                  <a:ext uri="{FF2B5EF4-FFF2-40B4-BE49-F238E27FC236}">
                    <a16:creationId xmlns:a16="http://schemas.microsoft.com/office/drawing/2014/main" id="{01C36D04-D7F9-E115-6C20-2F1E479CEE59}"/>
                  </a:ext>
                </a:extLst>
              </p:cNvPr>
              <p:cNvSpPr/>
              <p:nvPr/>
            </p:nvSpPr>
            <p:spPr>
              <a:xfrm>
                <a:off x="9520502" y="264999"/>
                <a:ext cx="220430" cy="259061"/>
              </a:xfrm>
              <a:custGeom>
                <a:avLst/>
                <a:gdLst/>
                <a:ahLst/>
                <a:cxnLst/>
                <a:rect l="l" t="t" r="r" b="b"/>
                <a:pathLst>
                  <a:path w="97" h="114" extrusionOk="0">
                    <a:moveTo>
                      <a:pt x="92" y="85"/>
                    </a:moveTo>
                    <a:lnTo>
                      <a:pt x="97" y="52"/>
                    </a:lnTo>
                    <a:lnTo>
                      <a:pt x="57" y="5"/>
                    </a:lnTo>
                    <a:lnTo>
                      <a:pt x="42" y="0"/>
                    </a:lnTo>
                    <a:lnTo>
                      <a:pt x="31" y="7"/>
                    </a:lnTo>
                    <a:lnTo>
                      <a:pt x="0" y="114"/>
                    </a:lnTo>
                    <a:lnTo>
                      <a:pt x="92" y="85"/>
                    </a:lnTo>
                    <a:lnTo>
                      <a:pt x="92" y="85"/>
                    </a:lnTo>
                    <a:lnTo>
                      <a:pt x="92" y="85"/>
                    </a:lnTo>
                    <a:close/>
                  </a:path>
                </a:pathLst>
              </a:custGeom>
              <a:grp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3" name="Google Shape;345;p30">
                <a:extLst>
                  <a:ext uri="{FF2B5EF4-FFF2-40B4-BE49-F238E27FC236}">
                    <a16:creationId xmlns:a16="http://schemas.microsoft.com/office/drawing/2014/main" id="{97085D6B-8F0F-D907-14BF-6401B8FA8B88}"/>
                  </a:ext>
                </a:extLst>
              </p:cNvPr>
              <p:cNvSpPr/>
              <p:nvPr/>
            </p:nvSpPr>
            <p:spPr>
              <a:xfrm>
                <a:off x="11233940" y="910379"/>
                <a:ext cx="172707" cy="118168"/>
              </a:xfrm>
              <a:custGeom>
                <a:avLst/>
                <a:gdLst/>
                <a:ahLst/>
                <a:cxnLst/>
                <a:rect l="l" t="t" r="r" b="b"/>
                <a:pathLst>
                  <a:path w="76" h="52" extrusionOk="0">
                    <a:moveTo>
                      <a:pt x="57" y="52"/>
                    </a:moveTo>
                    <a:lnTo>
                      <a:pt x="76" y="26"/>
                    </a:lnTo>
                    <a:lnTo>
                      <a:pt x="36" y="9"/>
                    </a:lnTo>
                    <a:lnTo>
                      <a:pt x="5" y="0"/>
                    </a:lnTo>
                    <a:lnTo>
                      <a:pt x="0" y="21"/>
                    </a:lnTo>
                    <a:lnTo>
                      <a:pt x="31" y="45"/>
                    </a:lnTo>
                    <a:lnTo>
                      <a:pt x="57" y="52"/>
                    </a:lnTo>
                    <a:lnTo>
                      <a:pt x="57" y="52"/>
                    </a:lnTo>
                    <a:lnTo>
                      <a:pt x="57" y="52"/>
                    </a:lnTo>
                    <a:close/>
                  </a:path>
                </a:pathLst>
              </a:custGeom>
              <a:grp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4" name="Google Shape;346;p30">
                <a:extLst>
                  <a:ext uri="{FF2B5EF4-FFF2-40B4-BE49-F238E27FC236}">
                    <a16:creationId xmlns:a16="http://schemas.microsoft.com/office/drawing/2014/main" id="{03036135-CBE1-0C88-EEC5-93493FC0F0A5}"/>
                  </a:ext>
                </a:extLst>
              </p:cNvPr>
              <p:cNvSpPr/>
              <p:nvPr/>
            </p:nvSpPr>
            <p:spPr>
              <a:xfrm>
                <a:off x="12438345" y="1421684"/>
                <a:ext cx="134076" cy="86354"/>
              </a:xfrm>
              <a:custGeom>
                <a:avLst/>
                <a:gdLst/>
                <a:ahLst/>
                <a:cxnLst/>
                <a:rect l="l" t="t" r="r" b="b"/>
                <a:pathLst>
                  <a:path w="59" h="38" extrusionOk="0">
                    <a:moveTo>
                      <a:pt x="21" y="35"/>
                    </a:moveTo>
                    <a:lnTo>
                      <a:pt x="40" y="33"/>
                    </a:lnTo>
                    <a:lnTo>
                      <a:pt x="57" y="21"/>
                    </a:lnTo>
                    <a:lnTo>
                      <a:pt x="59" y="14"/>
                    </a:lnTo>
                    <a:lnTo>
                      <a:pt x="36" y="0"/>
                    </a:lnTo>
                    <a:lnTo>
                      <a:pt x="24" y="0"/>
                    </a:lnTo>
                    <a:lnTo>
                      <a:pt x="21" y="2"/>
                    </a:lnTo>
                    <a:lnTo>
                      <a:pt x="0" y="24"/>
                    </a:lnTo>
                    <a:lnTo>
                      <a:pt x="3" y="38"/>
                    </a:lnTo>
                    <a:lnTo>
                      <a:pt x="21" y="35"/>
                    </a:lnTo>
                    <a:lnTo>
                      <a:pt x="21" y="35"/>
                    </a:lnTo>
                    <a:lnTo>
                      <a:pt x="21" y="35"/>
                    </a:lnTo>
                    <a:close/>
                  </a:path>
                </a:pathLst>
              </a:custGeom>
              <a:grp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Google Shape;347;p30">
                <a:extLst>
                  <a:ext uri="{FF2B5EF4-FFF2-40B4-BE49-F238E27FC236}">
                    <a16:creationId xmlns:a16="http://schemas.microsoft.com/office/drawing/2014/main" id="{9C151938-8949-3975-1A93-AF097E6FD950}"/>
                  </a:ext>
                </a:extLst>
              </p:cNvPr>
              <p:cNvSpPr/>
              <p:nvPr/>
            </p:nvSpPr>
            <p:spPr>
              <a:xfrm>
                <a:off x="9218264" y="-155406"/>
                <a:ext cx="334053" cy="53403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35" extrusionOk="0">
                    <a:moveTo>
                      <a:pt x="33" y="178"/>
                    </a:moveTo>
                    <a:lnTo>
                      <a:pt x="62" y="209"/>
                    </a:lnTo>
                    <a:lnTo>
                      <a:pt x="107" y="235"/>
                    </a:lnTo>
                    <a:lnTo>
                      <a:pt x="142" y="223"/>
                    </a:lnTo>
                    <a:lnTo>
                      <a:pt x="147" y="145"/>
                    </a:lnTo>
                    <a:lnTo>
                      <a:pt x="109" y="52"/>
                    </a:lnTo>
                    <a:lnTo>
                      <a:pt x="76" y="0"/>
                    </a:lnTo>
                    <a:lnTo>
                      <a:pt x="43" y="24"/>
                    </a:lnTo>
                    <a:lnTo>
                      <a:pt x="0" y="93"/>
                    </a:lnTo>
                    <a:lnTo>
                      <a:pt x="22" y="112"/>
                    </a:lnTo>
                    <a:lnTo>
                      <a:pt x="33" y="178"/>
                    </a:lnTo>
                    <a:lnTo>
                      <a:pt x="33" y="178"/>
                    </a:lnTo>
                    <a:lnTo>
                      <a:pt x="33" y="178"/>
                    </a:lnTo>
                    <a:close/>
                  </a:path>
                </a:pathLst>
              </a:custGeom>
              <a:grp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348;p30">
                <a:extLst>
                  <a:ext uri="{FF2B5EF4-FFF2-40B4-BE49-F238E27FC236}">
                    <a16:creationId xmlns:a16="http://schemas.microsoft.com/office/drawing/2014/main" id="{276330B4-342C-E636-CEBF-3B94794F010D}"/>
                  </a:ext>
                </a:extLst>
              </p:cNvPr>
              <p:cNvSpPr/>
              <p:nvPr/>
            </p:nvSpPr>
            <p:spPr>
              <a:xfrm>
                <a:off x="7757071" y="689951"/>
                <a:ext cx="638563" cy="838540"/>
              </a:xfrm>
              <a:custGeom>
                <a:avLst/>
                <a:gdLst/>
                <a:ahLst/>
                <a:cxnLst/>
                <a:rect l="l" t="t" r="r" b="b"/>
                <a:pathLst>
                  <a:path w="281" h="369" extrusionOk="0">
                    <a:moveTo>
                      <a:pt x="17" y="289"/>
                    </a:moveTo>
                    <a:lnTo>
                      <a:pt x="0" y="298"/>
                    </a:lnTo>
                    <a:lnTo>
                      <a:pt x="2" y="327"/>
                    </a:lnTo>
                    <a:lnTo>
                      <a:pt x="31" y="338"/>
                    </a:lnTo>
                    <a:lnTo>
                      <a:pt x="35" y="362"/>
                    </a:lnTo>
                    <a:lnTo>
                      <a:pt x="88" y="369"/>
                    </a:lnTo>
                    <a:lnTo>
                      <a:pt x="97" y="364"/>
                    </a:lnTo>
                    <a:lnTo>
                      <a:pt x="66" y="322"/>
                    </a:lnTo>
                    <a:lnTo>
                      <a:pt x="64" y="279"/>
                    </a:lnTo>
                    <a:lnTo>
                      <a:pt x="90" y="227"/>
                    </a:lnTo>
                    <a:lnTo>
                      <a:pt x="114" y="170"/>
                    </a:lnTo>
                    <a:lnTo>
                      <a:pt x="163" y="114"/>
                    </a:lnTo>
                    <a:lnTo>
                      <a:pt x="213" y="83"/>
                    </a:lnTo>
                    <a:lnTo>
                      <a:pt x="270" y="50"/>
                    </a:lnTo>
                    <a:lnTo>
                      <a:pt x="281" y="28"/>
                    </a:lnTo>
                    <a:lnTo>
                      <a:pt x="270" y="0"/>
                    </a:lnTo>
                    <a:lnTo>
                      <a:pt x="239" y="9"/>
                    </a:lnTo>
                    <a:lnTo>
                      <a:pt x="211" y="35"/>
                    </a:lnTo>
                    <a:lnTo>
                      <a:pt x="158" y="47"/>
                    </a:lnTo>
                    <a:lnTo>
                      <a:pt x="104" y="90"/>
                    </a:lnTo>
                    <a:lnTo>
                      <a:pt x="66" y="125"/>
                    </a:lnTo>
                    <a:lnTo>
                      <a:pt x="71" y="151"/>
                    </a:lnTo>
                    <a:lnTo>
                      <a:pt x="33" y="204"/>
                    </a:lnTo>
                    <a:lnTo>
                      <a:pt x="47" y="211"/>
                    </a:lnTo>
                    <a:lnTo>
                      <a:pt x="17" y="258"/>
                    </a:lnTo>
                    <a:lnTo>
                      <a:pt x="17" y="289"/>
                    </a:lnTo>
                    <a:lnTo>
                      <a:pt x="17" y="289"/>
                    </a:lnTo>
                    <a:lnTo>
                      <a:pt x="17" y="289"/>
                    </a:lnTo>
                    <a:close/>
                  </a:path>
                </a:pathLst>
              </a:custGeom>
              <a:grp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7" name="Google Shape;349;p30">
                <a:extLst>
                  <a:ext uri="{FF2B5EF4-FFF2-40B4-BE49-F238E27FC236}">
                    <a16:creationId xmlns:a16="http://schemas.microsoft.com/office/drawing/2014/main" id="{A1B6ABA7-9D8F-7F00-2683-5B08870414CD}"/>
                  </a:ext>
                </a:extLst>
              </p:cNvPr>
              <p:cNvSpPr/>
              <p:nvPr/>
            </p:nvSpPr>
            <p:spPr>
              <a:xfrm>
                <a:off x="7516190" y="-73597"/>
                <a:ext cx="240881" cy="19770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87" extrusionOk="0">
                    <a:moveTo>
                      <a:pt x="26" y="66"/>
                    </a:moveTo>
                    <a:lnTo>
                      <a:pt x="42" y="87"/>
                    </a:lnTo>
                    <a:lnTo>
                      <a:pt x="61" y="73"/>
                    </a:lnTo>
                    <a:lnTo>
                      <a:pt x="63" y="57"/>
                    </a:lnTo>
                    <a:lnTo>
                      <a:pt x="78" y="50"/>
                    </a:lnTo>
                    <a:lnTo>
                      <a:pt x="99" y="35"/>
                    </a:lnTo>
                    <a:lnTo>
                      <a:pt x="106" y="21"/>
                    </a:lnTo>
                    <a:lnTo>
                      <a:pt x="82" y="0"/>
                    </a:lnTo>
                    <a:lnTo>
                      <a:pt x="66" y="16"/>
                    </a:lnTo>
                    <a:lnTo>
                      <a:pt x="59" y="40"/>
                    </a:lnTo>
                    <a:lnTo>
                      <a:pt x="54" y="14"/>
                    </a:lnTo>
                    <a:lnTo>
                      <a:pt x="30" y="14"/>
                    </a:lnTo>
                    <a:lnTo>
                      <a:pt x="0" y="31"/>
                    </a:lnTo>
                    <a:lnTo>
                      <a:pt x="35" y="35"/>
                    </a:lnTo>
                    <a:lnTo>
                      <a:pt x="26" y="66"/>
                    </a:lnTo>
                    <a:lnTo>
                      <a:pt x="26" y="66"/>
                    </a:lnTo>
                    <a:lnTo>
                      <a:pt x="26" y="66"/>
                    </a:lnTo>
                    <a:close/>
                  </a:path>
                </a:pathLst>
              </a:custGeom>
              <a:grp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350;p30">
                <a:extLst>
                  <a:ext uri="{FF2B5EF4-FFF2-40B4-BE49-F238E27FC236}">
                    <a16:creationId xmlns:a16="http://schemas.microsoft.com/office/drawing/2014/main" id="{22F74973-29FE-F55B-F96B-A304B966FBB3}"/>
                  </a:ext>
                </a:extLst>
              </p:cNvPr>
              <p:cNvSpPr/>
              <p:nvPr/>
            </p:nvSpPr>
            <p:spPr>
              <a:xfrm>
                <a:off x="6245882" y="-14513"/>
                <a:ext cx="624928" cy="731733"/>
              </a:xfrm>
              <a:custGeom>
                <a:avLst/>
                <a:gdLst/>
                <a:ahLst/>
                <a:cxnLst/>
                <a:rect l="l" t="t" r="r" b="b"/>
                <a:pathLst>
                  <a:path w="275" h="322" extrusionOk="0">
                    <a:moveTo>
                      <a:pt x="232" y="244"/>
                    </a:moveTo>
                    <a:lnTo>
                      <a:pt x="232" y="244"/>
                    </a:lnTo>
                    <a:lnTo>
                      <a:pt x="197" y="272"/>
                    </a:lnTo>
                    <a:lnTo>
                      <a:pt x="168" y="256"/>
                    </a:lnTo>
                    <a:lnTo>
                      <a:pt x="178" y="237"/>
                    </a:lnTo>
                    <a:lnTo>
                      <a:pt x="168" y="211"/>
                    </a:lnTo>
                    <a:lnTo>
                      <a:pt x="201" y="196"/>
                    </a:lnTo>
                    <a:lnTo>
                      <a:pt x="209" y="225"/>
                    </a:lnTo>
                    <a:lnTo>
                      <a:pt x="232" y="244"/>
                    </a:lnTo>
                    <a:close/>
                    <a:moveTo>
                      <a:pt x="126" y="90"/>
                    </a:moveTo>
                    <a:lnTo>
                      <a:pt x="126" y="90"/>
                    </a:lnTo>
                    <a:lnTo>
                      <a:pt x="180" y="154"/>
                    </a:lnTo>
                    <a:lnTo>
                      <a:pt x="140" y="187"/>
                    </a:lnTo>
                    <a:lnTo>
                      <a:pt x="130" y="244"/>
                    </a:lnTo>
                    <a:lnTo>
                      <a:pt x="116" y="258"/>
                    </a:lnTo>
                    <a:lnTo>
                      <a:pt x="109" y="319"/>
                    </a:lnTo>
                    <a:lnTo>
                      <a:pt x="88" y="322"/>
                    </a:lnTo>
                    <a:lnTo>
                      <a:pt x="55" y="277"/>
                    </a:lnTo>
                    <a:lnTo>
                      <a:pt x="69" y="251"/>
                    </a:lnTo>
                    <a:lnTo>
                      <a:pt x="45" y="230"/>
                    </a:lnTo>
                    <a:lnTo>
                      <a:pt x="12" y="161"/>
                    </a:lnTo>
                    <a:lnTo>
                      <a:pt x="0" y="95"/>
                    </a:lnTo>
                    <a:lnTo>
                      <a:pt x="45" y="61"/>
                    </a:lnTo>
                    <a:lnTo>
                      <a:pt x="52" y="95"/>
                    </a:lnTo>
                    <a:lnTo>
                      <a:pt x="76" y="92"/>
                    </a:lnTo>
                    <a:lnTo>
                      <a:pt x="83" y="61"/>
                    </a:lnTo>
                    <a:lnTo>
                      <a:pt x="107" y="57"/>
                    </a:lnTo>
                    <a:lnTo>
                      <a:pt x="126" y="90"/>
                    </a:lnTo>
                    <a:close/>
                    <a:moveTo>
                      <a:pt x="244" y="24"/>
                    </a:moveTo>
                    <a:lnTo>
                      <a:pt x="244" y="24"/>
                    </a:lnTo>
                    <a:lnTo>
                      <a:pt x="275" y="57"/>
                    </a:lnTo>
                    <a:lnTo>
                      <a:pt x="251" y="106"/>
                    </a:lnTo>
                    <a:lnTo>
                      <a:pt x="204" y="116"/>
                    </a:lnTo>
                    <a:lnTo>
                      <a:pt x="156" y="102"/>
                    </a:lnTo>
                    <a:lnTo>
                      <a:pt x="154" y="76"/>
                    </a:lnTo>
                    <a:lnTo>
                      <a:pt x="130" y="73"/>
                    </a:lnTo>
                    <a:lnTo>
                      <a:pt x="112" y="31"/>
                    </a:lnTo>
                    <a:lnTo>
                      <a:pt x="164" y="5"/>
                    </a:lnTo>
                    <a:lnTo>
                      <a:pt x="187" y="28"/>
                    </a:lnTo>
                    <a:lnTo>
                      <a:pt x="201" y="0"/>
                    </a:lnTo>
                    <a:lnTo>
                      <a:pt x="244" y="24"/>
                    </a:lnTo>
                    <a:close/>
                  </a:path>
                </a:pathLst>
              </a:custGeom>
              <a:grp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49" name="Google Shape;351;p30">
              <a:extLst>
                <a:ext uri="{FF2B5EF4-FFF2-40B4-BE49-F238E27FC236}">
                  <a16:creationId xmlns:a16="http://schemas.microsoft.com/office/drawing/2014/main" id="{8776EDBC-FF78-D4A8-B286-0694D00E0190}"/>
                </a:ext>
              </a:extLst>
            </p:cNvPr>
            <p:cNvSpPr/>
            <p:nvPr/>
          </p:nvSpPr>
          <p:spPr>
            <a:xfrm>
              <a:off x="8716937" y="4100030"/>
              <a:ext cx="160210" cy="115897"/>
            </a:xfrm>
            <a:custGeom>
              <a:avLst/>
              <a:gdLst/>
              <a:ahLst/>
              <a:cxnLst/>
              <a:rect l="l" t="t" r="r" b="b"/>
              <a:pathLst>
                <a:path w="94" h="68" extrusionOk="0">
                  <a:moveTo>
                    <a:pt x="90" y="64"/>
                  </a:moveTo>
                  <a:lnTo>
                    <a:pt x="90" y="64"/>
                  </a:lnTo>
                  <a:lnTo>
                    <a:pt x="94" y="68"/>
                  </a:lnTo>
                  <a:lnTo>
                    <a:pt x="82" y="68"/>
                  </a:lnTo>
                  <a:lnTo>
                    <a:pt x="78" y="59"/>
                  </a:lnTo>
                  <a:lnTo>
                    <a:pt x="87" y="64"/>
                  </a:lnTo>
                  <a:lnTo>
                    <a:pt x="90" y="64"/>
                  </a:lnTo>
                  <a:close/>
                  <a:moveTo>
                    <a:pt x="71" y="54"/>
                  </a:moveTo>
                  <a:lnTo>
                    <a:pt x="71" y="54"/>
                  </a:lnTo>
                  <a:lnTo>
                    <a:pt x="64" y="54"/>
                  </a:lnTo>
                  <a:lnTo>
                    <a:pt x="54" y="52"/>
                  </a:lnTo>
                  <a:lnTo>
                    <a:pt x="49" y="50"/>
                  </a:lnTo>
                  <a:lnTo>
                    <a:pt x="52" y="42"/>
                  </a:lnTo>
                  <a:lnTo>
                    <a:pt x="61" y="47"/>
                  </a:lnTo>
                  <a:lnTo>
                    <a:pt x="68" y="50"/>
                  </a:lnTo>
                  <a:lnTo>
                    <a:pt x="71" y="54"/>
                  </a:lnTo>
                  <a:close/>
                  <a:moveTo>
                    <a:pt x="82" y="50"/>
                  </a:moveTo>
                  <a:lnTo>
                    <a:pt x="82" y="50"/>
                  </a:lnTo>
                  <a:lnTo>
                    <a:pt x="80" y="52"/>
                  </a:lnTo>
                  <a:lnTo>
                    <a:pt x="68" y="38"/>
                  </a:lnTo>
                  <a:lnTo>
                    <a:pt x="66" y="28"/>
                  </a:lnTo>
                  <a:lnTo>
                    <a:pt x="71" y="28"/>
                  </a:lnTo>
                  <a:lnTo>
                    <a:pt x="78" y="40"/>
                  </a:lnTo>
                  <a:lnTo>
                    <a:pt x="82" y="50"/>
                  </a:lnTo>
                  <a:close/>
                  <a:moveTo>
                    <a:pt x="54" y="28"/>
                  </a:moveTo>
                  <a:lnTo>
                    <a:pt x="54" y="28"/>
                  </a:lnTo>
                  <a:lnTo>
                    <a:pt x="54" y="33"/>
                  </a:lnTo>
                  <a:lnTo>
                    <a:pt x="42" y="26"/>
                  </a:lnTo>
                  <a:lnTo>
                    <a:pt x="33" y="19"/>
                  </a:lnTo>
                  <a:lnTo>
                    <a:pt x="28" y="14"/>
                  </a:lnTo>
                  <a:lnTo>
                    <a:pt x="30" y="12"/>
                  </a:lnTo>
                  <a:lnTo>
                    <a:pt x="38" y="16"/>
                  </a:lnTo>
                  <a:lnTo>
                    <a:pt x="49" y="24"/>
                  </a:lnTo>
                  <a:lnTo>
                    <a:pt x="54" y="28"/>
                  </a:lnTo>
                  <a:close/>
                  <a:moveTo>
                    <a:pt x="16" y="12"/>
                  </a:moveTo>
                  <a:lnTo>
                    <a:pt x="16" y="12"/>
                  </a:lnTo>
                  <a:lnTo>
                    <a:pt x="14" y="14"/>
                  </a:lnTo>
                  <a:lnTo>
                    <a:pt x="7" y="9"/>
                  </a:lnTo>
                  <a:lnTo>
                    <a:pt x="0" y="2"/>
                  </a:lnTo>
                  <a:lnTo>
                    <a:pt x="0" y="0"/>
                  </a:lnTo>
                  <a:lnTo>
                    <a:pt x="9" y="7"/>
                  </a:lnTo>
                  <a:lnTo>
                    <a:pt x="16" y="1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352;p30">
              <a:extLst>
                <a:ext uri="{FF2B5EF4-FFF2-40B4-BE49-F238E27FC236}">
                  <a16:creationId xmlns:a16="http://schemas.microsoft.com/office/drawing/2014/main" id="{3981C6D6-3B4D-4EE9-DBE0-8AB195144C61}"/>
                </a:ext>
              </a:extLst>
            </p:cNvPr>
            <p:cNvSpPr/>
            <p:nvPr/>
          </p:nvSpPr>
          <p:spPr>
            <a:xfrm>
              <a:off x="1911447" y="3518843"/>
              <a:ext cx="64767" cy="35792"/>
            </a:xfrm>
            <a:custGeom>
              <a:avLst/>
              <a:gdLst/>
              <a:ahLst/>
              <a:cxnLst/>
              <a:rect l="l" t="t" r="r" b="b"/>
              <a:pathLst>
                <a:path w="38" h="21" extrusionOk="0">
                  <a:moveTo>
                    <a:pt x="24" y="7"/>
                  </a:moveTo>
                  <a:lnTo>
                    <a:pt x="24" y="7"/>
                  </a:lnTo>
                  <a:lnTo>
                    <a:pt x="26" y="9"/>
                  </a:lnTo>
                  <a:lnTo>
                    <a:pt x="33" y="7"/>
                  </a:lnTo>
                  <a:lnTo>
                    <a:pt x="36" y="9"/>
                  </a:lnTo>
                  <a:lnTo>
                    <a:pt x="38" y="12"/>
                  </a:lnTo>
                  <a:lnTo>
                    <a:pt x="36" y="19"/>
                  </a:lnTo>
                  <a:lnTo>
                    <a:pt x="36" y="21"/>
                  </a:lnTo>
                  <a:lnTo>
                    <a:pt x="26" y="21"/>
                  </a:lnTo>
                  <a:lnTo>
                    <a:pt x="19" y="19"/>
                  </a:lnTo>
                  <a:lnTo>
                    <a:pt x="14" y="17"/>
                  </a:lnTo>
                  <a:lnTo>
                    <a:pt x="5" y="14"/>
                  </a:lnTo>
                  <a:lnTo>
                    <a:pt x="0" y="12"/>
                  </a:lnTo>
                  <a:lnTo>
                    <a:pt x="0" y="9"/>
                  </a:lnTo>
                  <a:lnTo>
                    <a:pt x="5" y="5"/>
                  </a:lnTo>
                  <a:lnTo>
                    <a:pt x="9" y="2"/>
                  </a:lnTo>
                  <a:lnTo>
                    <a:pt x="7" y="2"/>
                  </a:lnTo>
                  <a:lnTo>
                    <a:pt x="12" y="0"/>
                  </a:lnTo>
                  <a:lnTo>
                    <a:pt x="17" y="2"/>
                  </a:lnTo>
                  <a:lnTo>
                    <a:pt x="19" y="5"/>
                  </a:lnTo>
                  <a:lnTo>
                    <a:pt x="24" y="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353;p30">
              <a:extLst>
                <a:ext uri="{FF2B5EF4-FFF2-40B4-BE49-F238E27FC236}">
                  <a16:creationId xmlns:a16="http://schemas.microsoft.com/office/drawing/2014/main" id="{CD96949D-ED2E-F28A-4F91-3EE31816A6C3}"/>
                </a:ext>
              </a:extLst>
            </p:cNvPr>
            <p:cNvSpPr/>
            <p:nvPr/>
          </p:nvSpPr>
          <p:spPr>
            <a:xfrm>
              <a:off x="5520944" y="3587018"/>
              <a:ext cx="281219" cy="380072"/>
            </a:xfrm>
            <a:custGeom>
              <a:avLst/>
              <a:gdLst/>
              <a:ahLst/>
              <a:cxnLst/>
              <a:rect l="l" t="t" r="r" b="b"/>
              <a:pathLst>
                <a:path w="165" h="223" extrusionOk="0">
                  <a:moveTo>
                    <a:pt x="12" y="218"/>
                  </a:moveTo>
                  <a:lnTo>
                    <a:pt x="12" y="218"/>
                  </a:lnTo>
                  <a:lnTo>
                    <a:pt x="9" y="223"/>
                  </a:lnTo>
                  <a:lnTo>
                    <a:pt x="0" y="209"/>
                  </a:lnTo>
                  <a:lnTo>
                    <a:pt x="0" y="149"/>
                  </a:lnTo>
                  <a:lnTo>
                    <a:pt x="14" y="133"/>
                  </a:lnTo>
                  <a:lnTo>
                    <a:pt x="19" y="126"/>
                  </a:lnTo>
                  <a:lnTo>
                    <a:pt x="28" y="126"/>
                  </a:lnTo>
                  <a:lnTo>
                    <a:pt x="42" y="116"/>
                  </a:lnTo>
                  <a:lnTo>
                    <a:pt x="64" y="114"/>
                  </a:lnTo>
                  <a:lnTo>
                    <a:pt x="111" y="67"/>
                  </a:lnTo>
                  <a:lnTo>
                    <a:pt x="120" y="52"/>
                  </a:lnTo>
                  <a:lnTo>
                    <a:pt x="130" y="43"/>
                  </a:lnTo>
                  <a:lnTo>
                    <a:pt x="130" y="33"/>
                  </a:lnTo>
                  <a:lnTo>
                    <a:pt x="130" y="17"/>
                  </a:lnTo>
                  <a:lnTo>
                    <a:pt x="130" y="10"/>
                  </a:lnTo>
                  <a:lnTo>
                    <a:pt x="130" y="10"/>
                  </a:lnTo>
                  <a:lnTo>
                    <a:pt x="135" y="10"/>
                  </a:lnTo>
                  <a:lnTo>
                    <a:pt x="142" y="7"/>
                  </a:lnTo>
                  <a:lnTo>
                    <a:pt x="149" y="5"/>
                  </a:lnTo>
                  <a:lnTo>
                    <a:pt x="158" y="0"/>
                  </a:lnTo>
                  <a:lnTo>
                    <a:pt x="165" y="0"/>
                  </a:lnTo>
                  <a:lnTo>
                    <a:pt x="165" y="5"/>
                  </a:lnTo>
                  <a:lnTo>
                    <a:pt x="163" y="14"/>
                  </a:lnTo>
                  <a:lnTo>
                    <a:pt x="163" y="24"/>
                  </a:lnTo>
                  <a:lnTo>
                    <a:pt x="161" y="29"/>
                  </a:lnTo>
                  <a:lnTo>
                    <a:pt x="156" y="45"/>
                  </a:lnTo>
                  <a:lnTo>
                    <a:pt x="146" y="64"/>
                  </a:lnTo>
                  <a:lnTo>
                    <a:pt x="137" y="85"/>
                  </a:lnTo>
                  <a:lnTo>
                    <a:pt x="123" y="109"/>
                  </a:lnTo>
                  <a:lnTo>
                    <a:pt x="109" y="128"/>
                  </a:lnTo>
                  <a:lnTo>
                    <a:pt x="90" y="149"/>
                  </a:lnTo>
                  <a:lnTo>
                    <a:pt x="73" y="164"/>
                  </a:lnTo>
                  <a:lnTo>
                    <a:pt x="49" y="178"/>
                  </a:lnTo>
                  <a:lnTo>
                    <a:pt x="35" y="192"/>
                  </a:lnTo>
                  <a:lnTo>
                    <a:pt x="16" y="211"/>
                  </a:lnTo>
                  <a:lnTo>
                    <a:pt x="12" y="218"/>
                  </a:lnTo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354;p30">
              <a:extLst>
                <a:ext uri="{FF2B5EF4-FFF2-40B4-BE49-F238E27FC236}">
                  <a16:creationId xmlns:a16="http://schemas.microsoft.com/office/drawing/2014/main" id="{22F3B13C-F1BA-02F6-ADD0-E6D834B9D691}"/>
                </a:ext>
              </a:extLst>
            </p:cNvPr>
            <p:cNvSpPr/>
            <p:nvPr/>
          </p:nvSpPr>
          <p:spPr>
            <a:xfrm>
              <a:off x="2794303" y="3752342"/>
              <a:ext cx="112487" cy="117602"/>
            </a:xfrm>
            <a:custGeom>
              <a:avLst/>
              <a:gdLst/>
              <a:ahLst/>
              <a:cxnLst/>
              <a:rect l="l" t="t" r="r" b="b"/>
              <a:pathLst>
                <a:path w="66" h="69" extrusionOk="0">
                  <a:moveTo>
                    <a:pt x="50" y="0"/>
                  </a:moveTo>
                  <a:lnTo>
                    <a:pt x="50" y="0"/>
                  </a:lnTo>
                  <a:lnTo>
                    <a:pt x="66" y="5"/>
                  </a:lnTo>
                  <a:lnTo>
                    <a:pt x="57" y="19"/>
                  </a:lnTo>
                  <a:lnTo>
                    <a:pt x="59" y="31"/>
                  </a:lnTo>
                  <a:lnTo>
                    <a:pt x="66" y="38"/>
                  </a:lnTo>
                  <a:lnTo>
                    <a:pt x="64" y="48"/>
                  </a:lnTo>
                  <a:lnTo>
                    <a:pt x="62" y="55"/>
                  </a:lnTo>
                  <a:lnTo>
                    <a:pt x="57" y="59"/>
                  </a:lnTo>
                  <a:lnTo>
                    <a:pt x="47" y="57"/>
                  </a:lnTo>
                  <a:lnTo>
                    <a:pt x="40" y="59"/>
                  </a:lnTo>
                  <a:lnTo>
                    <a:pt x="33" y="57"/>
                  </a:lnTo>
                  <a:lnTo>
                    <a:pt x="31" y="62"/>
                  </a:lnTo>
                  <a:lnTo>
                    <a:pt x="36" y="64"/>
                  </a:lnTo>
                  <a:lnTo>
                    <a:pt x="33" y="69"/>
                  </a:lnTo>
                  <a:lnTo>
                    <a:pt x="26" y="67"/>
                  </a:lnTo>
                  <a:lnTo>
                    <a:pt x="14" y="55"/>
                  </a:lnTo>
                  <a:lnTo>
                    <a:pt x="12" y="43"/>
                  </a:lnTo>
                  <a:lnTo>
                    <a:pt x="7" y="43"/>
                  </a:lnTo>
                  <a:lnTo>
                    <a:pt x="0" y="33"/>
                  </a:lnTo>
                  <a:lnTo>
                    <a:pt x="2" y="24"/>
                  </a:lnTo>
                  <a:lnTo>
                    <a:pt x="2" y="22"/>
                  </a:lnTo>
                  <a:lnTo>
                    <a:pt x="12" y="17"/>
                  </a:lnTo>
                  <a:lnTo>
                    <a:pt x="14" y="3"/>
                  </a:lnTo>
                  <a:lnTo>
                    <a:pt x="33" y="5"/>
                  </a:lnTo>
                  <a:lnTo>
                    <a:pt x="36" y="3"/>
                  </a:lnTo>
                  <a:lnTo>
                    <a:pt x="50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355;p30">
              <a:extLst>
                <a:ext uri="{FF2B5EF4-FFF2-40B4-BE49-F238E27FC236}">
                  <a16:creationId xmlns:a16="http://schemas.microsoft.com/office/drawing/2014/main" id="{7760CCF0-BD1D-986B-C46E-0A84C4067966}"/>
                </a:ext>
              </a:extLst>
            </p:cNvPr>
            <p:cNvSpPr/>
            <p:nvPr/>
          </p:nvSpPr>
          <p:spPr>
            <a:xfrm>
              <a:off x="4861685" y="2353061"/>
              <a:ext cx="158506" cy="73289"/>
            </a:xfrm>
            <a:custGeom>
              <a:avLst/>
              <a:gdLst/>
              <a:ahLst/>
              <a:cxnLst/>
              <a:rect l="l" t="t" r="r" b="b"/>
              <a:pathLst>
                <a:path w="93" h="43" extrusionOk="0">
                  <a:moveTo>
                    <a:pt x="41" y="0"/>
                  </a:moveTo>
                  <a:lnTo>
                    <a:pt x="41" y="0"/>
                  </a:lnTo>
                  <a:lnTo>
                    <a:pt x="48" y="9"/>
                  </a:lnTo>
                  <a:lnTo>
                    <a:pt x="57" y="2"/>
                  </a:lnTo>
                  <a:lnTo>
                    <a:pt x="64" y="5"/>
                  </a:lnTo>
                  <a:lnTo>
                    <a:pt x="76" y="2"/>
                  </a:lnTo>
                  <a:lnTo>
                    <a:pt x="93" y="12"/>
                  </a:lnTo>
                  <a:lnTo>
                    <a:pt x="88" y="17"/>
                  </a:lnTo>
                  <a:lnTo>
                    <a:pt x="86" y="28"/>
                  </a:lnTo>
                  <a:lnTo>
                    <a:pt x="81" y="31"/>
                  </a:lnTo>
                  <a:lnTo>
                    <a:pt x="64" y="24"/>
                  </a:lnTo>
                  <a:lnTo>
                    <a:pt x="60" y="24"/>
                  </a:lnTo>
                  <a:lnTo>
                    <a:pt x="55" y="31"/>
                  </a:lnTo>
                  <a:lnTo>
                    <a:pt x="48" y="33"/>
                  </a:lnTo>
                  <a:lnTo>
                    <a:pt x="45" y="31"/>
                  </a:lnTo>
                  <a:lnTo>
                    <a:pt x="38" y="35"/>
                  </a:lnTo>
                  <a:lnTo>
                    <a:pt x="31" y="35"/>
                  </a:lnTo>
                  <a:lnTo>
                    <a:pt x="29" y="40"/>
                  </a:lnTo>
                  <a:lnTo>
                    <a:pt x="17" y="43"/>
                  </a:lnTo>
                  <a:lnTo>
                    <a:pt x="10" y="40"/>
                  </a:lnTo>
                  <a:lnTo>
                    <a:pt x="0" y="35"/>
                  </a:lnTo>
                  <a:lnTo>
                    <a:pt x="0" y="26"/>
                  </a:lnTo>
                  <a:lnTo>
                    <a:pt x="0" y="24"/>
                  </a:lnTo>
                  <a:lnTo>
                    <a:pt x="3" y="19"/>
                  </a:lnTo>
                  <a:lnTo>
                    <a:pt x="10" y="19"/>
                  </a:lnTo>
                  <a:lnTo>
                    <a:pt x="17" y="17"/>
                  </a:lnTo>
                  <a:lnTo>
                    <a:pt x="17" y="14"/>
                  </a:lnTo>
                  <a:lnTo>
                    <a:pt x="19" y="12"/>
                  </a:lnTo>
                  <a:lnTo>
                    <a:pt x="22" y="7"/>
                  </a:lnTo>
                  <a:lnTo>
                    <a:pt x="24" y="7"/>
                  </a:lnTo>
                  <a:lnTo>
                    <a:pt x="26" y="2"/>
                  </a:lnTo>
                  <a:lnTo>
                    <a:pt x="31" y="0"/>
                  </a:lnTo>
                  <a:lnTo>
                    <a:pt x="34" y="2"/>
                  </a:lnTo>
                  <a:lnTo>
                    <a:pt x="41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356;p30">
              <a:extLst>
                <a:ext uri="{FF2B5EF4-FFF2-40B4-BE49-F238E27FC236}">
                  <a16:creationId xmlns:a16="http://schemas.microsoft.com/office/drawing/2014/main" id="{04AEE164-6AF8-897F-C54F-C37EE9EE45D4}"/>
                </a:ext>
              </a:extLst>
            </p:cNvPr>
            <p:cNvSpPr/>
            <p:nvPr/>
          </p:nvSpPr>
          <p:spPr>
            <a:xfrm>
              <a:off x="4773059" y="2462140"/>
              <a:ext cx="81810" cy="56245"/>
            </a:xfrm>
            <a:custGeom>
              <a:avLst/>
              <a:gdLst/>
              <a:ahLst/>
              <a:cxnLst/>
              <a:rect l="l" t="t" r="r" b="b"/>
              <a:pathLst>
                <a:path w="48" h="33" extrusionOk="0">
                  <a:moveTo>
                    <a:pt x="48" y="9"/>
                  </a:moveTo>
                  <a:lnTo>
                    <a:pt x="48" y="9"/>
                  </a:lnTo>
                  <a:lnTo>
                    <a:pt x="34" y="14"/>
                  </a:lnTo>
                  <a:lnTo>
                    <a:pt x="34" y="24"/>
                  </a:lnTo>
                  <a:lnTo>
                    <a:pt x="26" y="26"/>
                  </a:lnTo>
                  <a:lnTo>
                    <a:pt x="26" y="33"/>
                  </a:lnTo>
                  <a:lnTo>
                    <a:pt x="22" y="33"/>
                  </a:lnTo>
                  <a:lnTo>
                    <a:pt x="15" y="28"/>
                  </a:lnTo>
                  <a:lnTo>
                    <a:pt x="12" y="33"/>
                  </a:lnTo>
                  <a:lnTo>
                    <a:pt x="0" y="33"/>
                  </a:lnTo>
                  <a:lnTo>
                    <a:pt x="5" y="31"/>
                  </a:lnTo>
                  <a:lnTo>
                    <a:pt x="0" y="21"/>
                  </a:lnTo>
                  <a:lnTo>
                    <a:pt x="3" y="9"/>
                  </a:lnTo>
                  <a:lnTo>
                    <a:pt x="17" y="9"/>
                  </a:lnTo>
                  <a:lnTo>
                    <a:pt x="24" y="5"/>
                  </a:lnTo>
                  <a:lnTo>
                    <a:pt x="38" y="5"/>
                  </a:lnTo>
                  <a:lnTo>
                    <a:pt x="41" y="0"/>
                  </a:lnTo>
                  <a:lnTo>
                    <a:pt x="43" y="0"/>
                  </a:lnTo>
                  <a:lnTo>
                    <a:pt x="48" y="9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357;p30">
              <a:extLst>
                <a:ext uri="{FF2B5EF4-FFF2-40B4-BE49-F238E27FC236}">
                  <a16:creationId xmlns:a16="http://schemas.microsoft.com/office/drawing/2014/main" id="{5F3FBCD2-82A4-CC9C-4E92-2AE943B1785D}"/>
                </a:ext>
              </a:extLst>
            </p:cNvPr>
            <p:cNvSpPr/>
            <p:nvPr/>
          </p:nvSpPr>
          <p:spPr>
            <a:xfrm>
              <a:off x="4701475" y="1263976"/>
              <a:ext cx="354506" cy="826616"/>
            </a:xfrm>
            <a:custGeom>
              <a:avLst/>
              <a:gdLst/>
              <a:ahLst/>
              <a:cxnLst/>
              <a:rect l="l" t="t" r="r" b="b"/>
              <a:pathLst>
                <a:path w="208" h="485" extrusionOk="0">
                  <a:moveTo>
                    <a:pt x="177" y="21"/>
                  </a:moveTo>
                  <a:lnTo>
                    <a:pt x="177" y="21"/>
                  </a:lnTo>
                  <a:lnTo>
                    <a:pt x="203" y="52"/>
                  </a:lnTo>
                  <a:lnTo>
                    <a:pt x="203" y="116"/>
                  </a:lnTo>
                  <a:lnTo>
                    <a:pt x="208" y="130"/>
                  </a:lnTo>
                  <a:lnTo>
                    <a:pt x="182" y="142"/>
                  </a:lnTo>
                  <a:lnTo>
                    <a:pt x="165" y="170"/>
                  </a:lnTo>
                  <a:lnTo>
                    <a:pt x="168" y="192"/>
                  </a:lnTo>
                  <a:lnTo>
                    <a:pt x="142" y="222"/>
                  </a:lnTo>
                  <a:lnTo>
                    <a:pt x="111" y="253"/>
                  </a:lnTo>
                  <a:lnTo>
                    <a:pt x="99" y="300"/>
                  </a:lnTo>
                  <a:lnTo>
                    <a:pt x="111" y="324"/>
                  </a:lnTo>
                  <a:lnTo>
                    <a:pt x="125" y="343"/>
                  </a:lnTo>
                  <a:lnTo>
                    <a:pt x="111" y="379"/>
                  </a:lnTo>
                  <a:lnTo>
                    <a:pt x="94" y="386"/>
                  </a:lnTo>
                  <a:lnTo>
                    <a:pt x="87" y="435"/>
                  </a:lnTo>
                  <a:lnTo>
                    <a:pt x="78" y="464"/>
                  </a:lnTo>
                  <a:lnTo>
                    <a:pt x="59" y="461"/>
                  </a:lnTo>
                  <a:lnTo>
                    <a:pt x="49" y="483"/>
                  </a:lnTo>
                  <a:lnTo>
                    <a:pt x="31" y="485"/>
                  </a:lnTo>
                  <a:lnTo>
                    <a:pt x="26" y="457"/>
                  </a:lnTo>
                  <a:lnTo>
                    <a:pt x="12" y="424"/>
                  </a:lnTo>
                  <a:lnTo>
                    <a:pt x="0" y="381"/>
                  </a:lnTo>
                  <a:lnTo>
                    <a:pt x="7" y="362"/>
                  </a:lnTo>
                  <a:lnTo>
                    <a:pt x="19" y="341"/>
                  </a:lnTo>
                  <a:lnTo>
                    <a:pt x="26" y="303"/>
                  </a:lnTo>
                  <a:lnTo>
                    <a:pt x="14" y="286"/>
                  </a:lnTo>
                  <a:lnTo>
                    <a:pt x="14" y="239"/>
                  </a:lnTo>
                  <a:lnTo>
                    <a:pt x="26" y="206"/>
                  </a:lnTo>
                  <a:lnTo>
                    <a:pt x="40" y="206"/>
                  </a:lnTo>
                  <a:lnTo>
                    <a:pt x="45" y="192"/>
                  </a:lnTo>
                  <a:lnTo>
                    <a:pt x="40" y="177"/>
                  </a:lnTo>
                  <a:lnTo>
                    <a:pt x="66" y="125"/>
                  </a:lnTo>
                  <a:lnTo>
                    <a:pt x="83" y="78"/>
                  </a:lnTo>
                  <a:lnTo>
                    <a:pt x="92" y="47"/>
                  </a:lnTo>
                  <a:lnTo>
                    <a:pt x="109" y="50"/>
                  </a:lnTo>
                  <a:lnTo>
                    <a:pt x="113" y="24"/>
                  </a:lnTo>
                  <a:lnTo>
                    <a:pt x="144" y="31"/>
                  </a:lnTo>
                  <a:lnTo>
                    <a:pt x="146" y="2"/>
                  </a:lnTo>
                  <a:lnTo>
                    <a:pt x="156" y="0"/>
                  </a:lnTo>
                  <a:lnTo>
                    <a:pt x="177" y="21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358;p30">
              <a:extLst>
                <a:ext uri="{FF2B5EF4-FFF2-40B4-BE49-F238E27FC236}">
                  <a16:creationId xmlns:a16="http://schemas.microsoft.com/office/drawing/2014/main" id="{45CBBA0A-0319-CFA7-D758-6247F85C45E5}"/>
                </a:ext>
              </a:extLst>
            </p:cNvPr>
            <p:cNvSpPr/>
            <p:nvPr/>
          </p:nvSpPr>
          <p:spPr>
            <a:xfrm>
              <a:off x="5241757" y="4648834"/>
              <a:ext cx="40986" cy="53079"/>
            </a:xfrm>
            <a:custGeom>
              <a:avLst/>
              <a:gdLst/>
              <a:ahLst/>
              <a:cxnLst/>
              <a:rect l="l" t="t" r="r" b="b"/>
              <a:pathLst>
                <a:path w="54648" h="70772" extrusionOk="0">
                  <a:moveTo>
                    <a:pt x="15908" y="0"/>
                  </a:moveTo>
                  <a:lnTo>
                    <a:pt x="27270" y="0"/>
                  </a:lnTo>
                  <a:lnTo>
                    <a:pt x="47722" y="4545"/>
                  </a:lnTo>
                  <a:lnTo>
                    <a:pt x="49107" y="11467"/>
                  </a:lnTo>
                  <a:lnTo>
                    <a:pt x="50103" y="11688"/>
                  </a:lnTo>
                  <a:lnTo>
                    <a:pt x="54648" y="34413"/>
                  </a:lnTo>
                  <a:lnTo>
                    <a:pt x="54648" y="50320"/>
                  </a:lnTo>
                  <a:lnTo>
                    <a:pt x="50103" y="66227"/>
                  </a:lnTo>
                  <a:lnTo>
                    <a:pt x="29651" y="70772"/>
                  </a:lnTo>
                  <a:lnTo>
                    <a:pt x="2381" y="50320"/>
                  </a:lnTo>
                  <a:lnTo>
                    <a:pt x="2381" y="44963"/>
                  </a:lnTo>
                  <a:lnTo>
                    <a:pt x="0" y="43177"/>
                  </a:lnTo>
                  <a:lnTo>
                    <a:pt x="0" y="31815"/>
                  </a:lnTo>
                  <a:lnTo>
                    <a:pt x="11363" y="1590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359;p30">
              <a:extLst>
                <a:ext uri="{FF2B5EF4-FFF2-40B4-BE49-F238E27FC236}">
                  <a16:creationId xmlns:a16="http://schemas.microsoft.com/office/drawing/2014/main" id="{D53EC86F-EF4D-B530-7A1A-18AA5F9A9ACD}"/>
                </a:ext>
              </a:extLst>
            </p:cNvPr>
            <p:cNvSpPr/>
            <p:nvPr/>
          </p:nvSpPr>
          <p:spPr>
            <a:xfrm>
              <a:off x="4769650" y="3261485"/>
              <a:ext cx="286332" cy="455065"/>
            </a:xfrm>
            <a:custGeom>
              <a:avLst/>
              <a:gdLst/>
              <a:ahLst/>
              <a:cxnLst/>
              <a:rect l="l" t="t" r="r" b="b"/>
              <a:pathLst>
                <a:path w="168" h="267" extrusionOk="0">
                  <a:moveTo>
                    <a:pt x="168" y="66"/>
                  </a:moveTo>
                  <a:lnTo>
                    <a:pt x="168" y="66"/>
                  </a:lnTo>
                  <a:lnTo>
                    <a:pt x="168" y="132"/>
                  </a:lnTo>
                  <a:lnTo>
                    <a:pt x="154" y="130"/>
                  </a:lnTo>
                  <a:lnTo>
                    <a:pt x="147" y="144"/>
                  </a:lnTo>
                  <a:lnTo>
                    <a:pt x="142" y="153"/>
                  </a:lnTo>
                  <a:lnTo>
                    <a:pt x="144" y="158"/>
                  </a:lnTo>
                  <a:lnTo>
                    <a:pt x="140" y="163"/>
                  </a:lnTo>
                  <a:lnTo>
                    <a:pt x="142" y="170"/>
                  </a:lnTo>
                  <a:lnTo>
                    <a:pt x="137" y="177"/>
                  </a:lnTo>
                  <a:lnTo>
                    <a:pt x="135" y="182"/>
                  </a:lnTo>
                  <a:lnTo>
                    <a:pt x="142" y="182"/>
                  </a:lnTo>
                  <a:lnTo>
                    <a:pt x="144" y="189"/>
                  </a:lnTo>
                  <a:lnTo>
                    <a:pt x="144" y="196"/>
                  </a:lnTo>
                  <a:lnTo>
                    <a:pt x="151" y="203"/>
                  </a:lnTo>
                  <a:lnTo>
                    <a:pt x="151" y="205"/>
                  </a:lnTo>
                  <a:lnTo>
                    <a:pt x="140" y="210"/>
                  </a:lnTo>
                  <a:lnTo>
                    <a:pt x="132" y="215"/>
                  </a:lnTo>
                  <a:lnTo>
                    <a:pt x="121" y="234"/>
                  </a:lnTo>
                  <a:lnTo>
                    <a:pt x="106" y="241"/>
                  </a:lnTo>
                  <a:lnTo>
                    <a:pt x="90" y="239"/>
                  </a:lnTo>
                  <a:lnTo>
                    <a:pt x="85" y="241"/>
                  </a:lnTo>
                  <a:lnTo>
                    <a:pt x="88" y="248"/>
                  </a:lnTo>
                  <a:lnTo>
                    <a:pt x="78" y="253"/>
                  </a:lnTo>
                  <a:lnTo>
                    <a:pt x="73" y="260"/>
                  </a:lnTo>
                  <a:lnTo>
                    <a:pt x="52" y="265"/>
                  </a:lnTo>
                  <a:lnTo>
                    <a:pt x="47" y="262"/>
                  </a:lnTo>
                  <a:lnTo>
                    <a:pt x="45" y="262"/>
                  </a:lnTo>
                  <a:lnTo>
                    <a:pt x="43" y="265"/>
                  </a:lnTo>
                  <a:lnTo>
                    <a:pt x="28" y="267"/>
                  </a:lnTo>
                  <a:lnTo>
                    <a:pt x="31" y="262"/>
                  </a:lnTo>
                  <a:lnTo>
                    <a:pt x="26" y="250"/>
                  </a:lnTo>
                  <a:lnTo>
                    <a:pt x="24" y="243"/>
                  </a:lnTo>
                  <a:lnTo>
                    <a:pt x="17" y="241"/>
                  </a:lnTo>
                  <a:lnTo>
                    <a:pt x="7" y="231"/>
                  </a:lnTo>
                  <a:lnTo>
                    <a:pt x="9" y="224"/>
                  </a:lnTo>
                  <a:lnTo>
                    <a:pt x="19" y="227"/>
                  </a:lnTo>
                  <a:lnTo>
                    <a:pt x="21" y="224"/>
                  </a:lnTo>
                  <a:lnTo>
                    <a:pt x="31" y="224"/>
                  </a:lnTo>
                  <a:lnTo>
                    <a:pt x="21" y="210"/>
                  </a:lnTo>
                  <a:lnTo>
                    <a:pt x="24" y="198"/>
                  </a:lnTo>
                  <a:lnTo>
                    <a:pt x="21" y="189"/>
                  </a:lnTo>
                  <a:lnTo>
                    <a:pt x="17" y="177"/>
                  </a:lnTo>
                  <a:lnTo>
                    <a:pt x="17" y="170"/>
                  </a:lnTo>
                  <a:lnTo>
                    <a:pt x="7" y="170"/>
                  </a:lnTo>
                  <a:lnTo>
                    <a:pt x="7" y="158"/>
                  </a:lnTo>
                  <a:lnTo>
                    <a:pt x="0" y="153"/>
                  </a:lnTo>
                  <a:lnTo>
                    <a:pt x="7" y="130"/>
                  </a:lnTo>
                  <a:lnTo>
                    <a:pt x="28" y="116"/>
                  </a:lnTo>
                  <a:lnTo>
                    <a:pt x="28" y="94"/>
                  </a:lnTo>
                  <a:lnTo>
                    <a:pt x="36" y="59"/>
                  </a:lnTo>
                  <a:lnTo>
                    <a:pt x="38" y="52"/>
                  </a:lnTo>
                  <a:lnTo>
                    <a:pt x="31" y="44"/>
                  </a:lnTo>
                  <a:lnTo>
                    <a:pt x="31" y="40"/>
                  </a:lnTo>
                  <a:lnTo>
                    <a:pt x="26" y="35"/>
                  </a:lnTo>
                  <a:lnTo>
                    <a:pt x="21" y="9"/>
                  </a:lnTo>
                  <a:lnTo>
                    <a:pt x="38" y="0"/>
                  </a:lnTo>
                  <a:lnTo>
                    <a:pt x="102" y="33"/>
                  </a:lnTo>
                  <a:lnTo>
                    <a:pt x="168" y="66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360;p30">
              <a:extLst>
                <a:ext uri="{FF2B5EF4-FFF2-40B4-BE49-F238E27FC236}">
                  <a16:creationId xmlns:a16="http://schemas.microsoft.com/office/drawing/2014/main" id="{26ECC4B6-F47D-9F0B-751A-832B26BAC9B4}"/>
                </a:ext>
              </a:extLst>
            </p:cNvPr>
            <p:cNvSpPr/>
            <p:nvPr/>
          </p:nvSpPr>
          <p:spPr>
            <a:xfrm>
              <a:off x="7846012" y="4147753"/>
              <a:ext cx="64767" cy="28975"/>
            </a:xfrm>
            <a:custGeom>
              <a:avLst/>
              <a:gdLst/>
              <a:ahLst/>
              <a:cxnLst/>
              <a:rect l="l" t="t" r="r" b="b"/>
              <a:pathLst>
                <a:path w="38" h="17" extrusionOk="0">
                  <a:moveTo>
                    <a:pt x="14" y="12"/>
                  </a:moveTo>
                  <a:lnTo>
                    <a:pt x="14" y="12"/>
                  </a:lnTo>
                  <a:lnTo>
                    <a:pt x="2" y="17"/>
                  </a:lnTo>
                  <a:lnTo>
                    <a:pt x="2" y="12"/>
                  </a:lnTo>
                  <a:lnTo>
                    <a:pt x="0" y="10"/>
                  </a:lnTo>
                  <a:lnTo>
                    <a:pt x="2" y="5"/>
                  </a:lnTo>
                  <a:lnTo>
                    <a:pt x="16" y="3"/>
                  </a:lnTo>
                  <a:lnTo>
                    <a:pt x="26" y="0"/>
                  </a:lnTo>
                  <a:lnTo>
                    <a:pt x="33" y="0"/>
                  </a:lnTo>
                  <a:lnTo>
                    <a:pt x="38" y="0"/>
                  </a:lnTo>
                  <a:lnTo>
                    <a:pt x="33" y="5"/>
                  </a:lnTo>
                  <a:lnTo>
                    <a:pt x="14" y="1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361;p30">
              <a:extLst>
                <a:ext uri="{FF2B5EF4-FFF2-40B4-BE49-F238E27FC236}">
                  <a16:creationId xmlns:a16="http://schemas.microsoft.com/office/drawing/2014/main" id="{EDF17E38-7D15-0FDE-89E1-4AC52A8CA636}"/>
                </a:ext>
              </a:extLst>
            </p:cNvPr>
            <p:cNvSpPr/>
            <p:nvPr/>
          </p:nvSpPr>
          <p:spPr>
            <a:xfrm>
              <a:off x="4604328" y="2813238"/>
              <a:ext cx="109080" cy="233498"/>
            </a:xfrm>
            <a:custGeom>
              <a:avLst/>
              <a:gdLst/>
              <a:ahLst/>
              <a:cxnLst/>
              <a:rect l="l" t="t" r="r" b="b"/>
              <a:pathLst>
                <a:path w="64" h="137" extrusionOk="0">
                  <a:moveTo>
                    <a:pt x="43" y="2"/>
                  </a:moveTo>
                  <a:lnTo>
                    <a:pt x="43" y="2"/>
                  </a:lnTo>
                  <a:lnTo>
                    <a:pt x="43" y="14"/>
                  </a:lnTo>
                  <a:lnTo>
                    <a:pt x="57" y="7"/>
                  </a:lnTo>
                  <a:lnTo>
                    <a:pt x="57" y="9"/>
                  </a:lnTo>
                  <a:lnTo>
                    <a:pt x="50" y="21"/>
                  </a:lnTo>
                  <a:lnTo>
                    <a:pt x="50" y="28"/>
                  </a:lnTo>
                  <a:lnTo>
                    <a:pt x="54" y="33"/>
                  </a:lnTo>
                  <a:lnTo>
                    <a:pt x="52" y="52"/>
                  </a:lnTo>
                  <a:lnTo>
                    <a:pt x="43" y="61"/>
                  </a:lnTo>
                  <a:lnTo>
                    <a:pt x="45" y="71"/>
                  </a:lnTo>
                  <a:lnTo>
                    <a:pt x="54" y="71"/>
                  </a:lnTo>
                  <a:lnTo>
                    <a:pt x="57" y="80"/>
                  </a:lnTo>
                  <a:lnTo>
                    <a:pt x="64" y="85"/>
                  </a:lnTo>
                  <a:lnTo>
                    <a:pt x="62" y="99"/>
                  </a:lnTo>
                  <a:lnTo>
                    <a:pt x="54" y="104"/>
                  </a:lnTo>
                  <a:lnTo>
                    <a:pt x="50" y="109"/>
                  </a:lnTo>
                  <a:lnTo>
                    <a:pt x="38" y="118"/>
                  </a:lnTo>
                  <a:lnTo>
                    <a:pt x="40" y="125"/>
                  </a:lnTo>
                  <a:lnTo>
                    <a:pt x="38" y="132"/>
                  </a:lnTo>
                  <a:lnTo>
                    <a:pt x="31" y="137"/>
                  </a:lnTo>
                  <a:lnTo>
                    <a:pt x="24" y="104"/>
                  </a:lnTo>
                  <a:lnTo>
                    <a:pt x="14" y="97"/>
                  </a:lnTo>
                  <a:lnTo>
                    <a:pt x="14" y="92"/>
                  </a:lnTo>
                  <a:lnTo>
                    <a:pt x="2" y="80"/>
                  </a:lnTo>
                  <a:lnTo>
                    <a:pt x="0" y="66"/>
                  </a:lnTo>
                  <a:lnTo>
                    <a:pt x="10" y="54"/>
                  </a:lnTo>
                  <a:lnTo>
                    <a:pt x="14" y="38"/>
                  </a:lnTo>
                  <a:lnTo>
                    <a:pt x="10" y="19"/>
                  </a:lnTo>
                  <a:lnTo>
                    <a:pt x="14" y="9"/>
                  </a:lnTo>
                  <a:lnTo>
                    <a:pt x="33" y="0"/>
                  </a:lnTo>
                  <a:lnTo>
                    <a:pt x="43" y="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362;p30">
              <a:extLst>
                <a:ext uri="{FF2B5EF4-FFF2-40B4-BE49-F238E27FC236}">
                  <a16:creationId xmlns:a16="http://schemas.microsoft.com/office/drawing/2014/main" id="{1CBE0392-1707-0F05-3F90-6D37019EFFAD}"/>
                </a:ext>
              </a:extLst>
            </p:cNvPr>
            <p:cNvSpPr/>
            <p:nvPr/>
          </p:nvSpPr>
          <p:spPr>
            <a:xfrm>
              <a:off x="5115635" y="2642802"/>
              <a:ext cx="516420" cy="223272"/>
            </a:xfrm>
            <a:custGeom>
              <a:avLst/>
              <a:gdLst/>
              <a:ahLst/>
              <a:cxnLst/>
              <a:rect l="l" t="t" r="r" b="b"/>
              <a:pathLst>
                <a:path w="303" h="131" extrusionOk="0">
                  <a:moveTo>
                    <a:pt x="175" y="19"/>
                  </a:moveTo>
                  <a:lnTo>
                    <a:pt x="175" y="19"/>
                  </a:lnTo>
                  <a:lnTo>
                    <a:pt x="199" y="26"/>
                  </a:lnTo>
                  <a:lnTo>
                    <a:pt x="218" y="24"/>
                  </a:lnTo>
                  <a:lnTo>
                    <a:pt x="232" y="24"/>
                  </a:lnTo>
                  <a:lnTo>
                    <a:pt x="251" y="15"/>
                  </a:lnTo>
                  <a:lnTo>
                    <a:pt x="268" y="12"/>
                  </a:lnTo>
                  <a:lnTo>
                    <a:pt x="284" y="24"/>
                  </a:lnTo>
                  <a:lnTo>
                    <a:pt x="287" y="31"/>
                  </a:lnTo>
                  <a:lnTo>
                    <a:pt x="284" y="41"/>
                  </a:lnTo>
                  <a:lnTo>
                    <a:pt x="296" y="45"/>
                  </a:lnTo>
                  <a:lnTo>
                    <a:pt x="303" y="52"/>
                  </a:lnTo>
                  <a:lnTo>
                    <a:pt x="291" y="60"/>
                  </a:lnTo>
                  <a:lnTo>
                    <a:pt x="296" y="83"/>
                  </a:lnTo>
                  <a:lnTo>
                    <a:pt x="294" y="88"/>
                  </a:lnTo>
                  <a:lnTo>
                    <a:pt x="301" y="105"/>
                  </a:lnTo>
                  <a:lnTo>
                    <a:pt x="296" y="107"/>
                  </a:lnTo>
                  <a:lnTo>
                    <a:pt x="289" y="102"/>
                  </a:lnTo>
                  <a:lnTo>
                    <a:pt x="270" y="100"/>
                  </a:lnTo>
                  <a:lnTo>
                    <a:pt x="263" y="105"/>
                  </a:lnTo>
                  <a:lnTo>
                    <a:pt x="244" y="107"/>
                  </a:lnTo>
                  <a:lnTo>
                    <a:pt x="237" y="107"/>
                  </a:lnTo>
                  <a:lnTo>
                    <a:pt x="218" y="114"/>
                  </a:lnTo>
                  <a:lnTo>
                    <a:pt x="204" y="114"/>
                  </a:lnTo>
                  <a:lnTo>
                    <a:pt x="197" y="109"/>
                  </a:lnTo>
                  <a:lnTo>
                    <a:pt x="178" y="116"/>
                  </a:lnTo>
                  <a:lnTo>
                    <a:pt x="173" y="112"/>
                  </a:lnTo>
                  <a:lnTo>
                    <a:pt x="171" y="123"/>
                  </a:lnTo>
                  <a:lnTo>
                    <a:pt x="168" y="126"/>
                  </a:lnTo>
                  <a:lnTo>
                    <a:pt x="164" y="131"/>
                  </a:lnTo>
                  <a:lnTo>
                    <a:pt x="157" y="123"/>
                  </a:lnTo>
                  <a:lnTo>
                    <a:pt x="164" y="114"/>
                  </a:lnTo>
                  <a:lnTo>
                    <a:pt x="154" y="116"/>
                  </a:lnTo>
                  <a:lnTo>
                    <a:pt x="140" y="112"/>
                  </a:lnTo>
                  <a:lnTo>
                    <a:pt x="128" y="123"/>
                  </a:lnTo>
                  <a:lnTo>
                    <a:pt x="105" y="126"/>
                  </a:lnTo>
                  <a:lnTo>
                    <a:pt x="90" y="114"/>
                  </a:lnTo>
                  <a:lnTo>
                    <a:pt x="74" y="114"/>
                  </a:lnTo>
                  <a:lnTo>
                    <a:pt x="69" y="123"/>
                  </a:lnTo>
                  <a:lnTo>
                    <a:pt x="60" y="126"/>
                  </a:lnTo>
                  <a:lnTo>
                    <a:pt x="43" y="114"/>
                  </a:lnTo>
                  <a:lnTo>
                    <a:pt x="26" y="114"/>
                  </a:lnTo>
                  <a:lnTo>
                    <a:pt x="15" y="95"/>
                  </a:lnTo>
                  <a:lnTo>
                    <a:pt x="5" y="83"/>
                  </a:lnTo>
                  <a:lnTo>
                    <a:pt x="12" y="67"/>
                  </a:lnTo>
                  <a:lnTo>
                    <a:pt x="0" y="57"/>
                  </a:lnTo>
                  <a:lnTo>
                    <a:pt x="19" y="38"/>
                  </a:lnTo>
                  <a:lnTo>
                    <a:pt x="45" y="36"/>
                  </a:lnTo>
                  <a:lnTo>
                    <a:pt x="50" y="22"/>
                  </a:lnTo>
                  <a:lnTo>
                    <a:pt x="83" y="24"/>
                  </a:lnTo>
                  <a:lnTo>
                    <a:pt x="102" y="10"/>
                  </a:lnTo>
                  <a:lnTo>
                    <a:pt x="121" y="5"/>
                  </a:lnTo>
                  <a:lnTo>
                    <a:pt x="147" y="3"/>
                  </a:lnTo>
                  <a:lnTo>
                    <a:pt x="175" y="19"/>
                  </a:lnTo>
                  <a:close/>
                  <a:moveTo>
                    <a:pt x="17" y="31"/>
                  </a:moveTo>
                  <a:lnTo>
                    <a:pt x="17" y="31"/>
                  </a:lnTo>
                  <a:lnTo>
                    <a:pt x="5" y="43"/>
                  </a:lnTo>
                  <a:lnTo>
                    <a:pt x="0" y="34"/>
                  </a:lnTo>
                  <a:lnTo>
                    <a:pt x="0" y="29"/>
                  </a:lnTo>
                  <a:lnTo>
                    <a:pt x="3" y="26"/>
                  </a:lnTo>
                  <a:lnTo>
                    <a:pt x="10" y="12"/>
                  </a:lnTo>
                  <a:lnTo>
                    <a:pt x="0" y="7"/>
                  </a:lnTo>
                  <a:lnTo>
                    <a:pt x="17" y="0"/>
                  </a:lnTo>
                  <a:lnTo>
                    <a:pt x="31" y="5"/>
                  </a:lnTo>
                  <a:lnTo>
                    <a:pt x="34" y="12"/>
                  </a:lnTo>
                  <a:lnTo>
                    <a:pt x="48" y="19"/>
                  </a:lnTo>
                  <a:lnTo>
                    <a:pt x="45" y="24"/>
                  </a:lnTo>
                  <a:lnTo>
                    <a:pt x="24" y="24"/>
                  </a:lnTo>
                  <a:lnTo>
                    <a:pt x="17" y="31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363;p30">
              <a:extLst>
                <a:ext uri="{FF2B5EF4-FFF2-40B4-BE49-F238E27FC236}">
                  <a16:creationId xmlns:a16="http://schemas.microsoft.com/office/drawing/2014/main" id="{7E5CF331-40F2-9103-D9DD-936C828AF97D}"/>
                </a:ext>
              </a:extLst>
            </p:cNvPr>
            <p:cNvSpPr/>
            <p:nvPr/>
          </p:nvSpPr>
          <p:spPr>
            <a:xfrm>
              <a:off x="7713072" y="3200128"/>
              <a:ext cx="47723" cy="100558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16" y="45"/>
                  </a:moveTo>
                  <a:lnTo>
                    <a:pt x="16" y="45"/>
                  </a:lnTo>
                  <a:lnTo>
                    <a:pt x="9" y="59"/>
                  </a:lnTo>
                  <a:lnTo>
                    <a:pt x="0" y="45"/>
                  </a:lnTo>
                  <a:lnTo>
                    <a:pt x="0" y="31"/>
                  </a:lnTo>
                  <a:lnTo>
                    <a:pt x="9" y="14"/>
                  </a:lnTo>
                  <a:lnTo>
                    <a:pt x="21" y="0"/>
                  </a:lnTo>
                  <a:lnTo>
                    <a:pt x="28" y="7"/>
                  </a:lnTo>
                  <a:lnTo>
                    <a:pt x="26" y="17"/>
                  </a:lnTo>
                  <a:lnTo>
                    <a:pt x="16" y="4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364;p30">
              <a:extLst>
                <a:ext uri="{FF2B5EF4-FFF2-40B4-BE49-F238E27FC236}">
                  <a16:creationId xmlns:a16="http://schemas.microsoft.com/office/drawing/2014/main" id="{06A1A083-40B7-F18D-B943-366E45BA7CA1}"/>
                </a:ext>
              </a:extLst>
            </p:cNvPr>
            <p:cNvSpPr/>
            <p:nvPr/>
          </p:nvSpPr>
          <p:spPr>
            <a:xfrm>
              <a:off x="5008260" y="2232052"/>
              <a:ext cx="495975" cy="330650"/>
            </a:xfrm>
            <a:custGeom>
              <a:avLst/>
              <a:gdLst/>
              <a:ahLst/>
              <a:cxnLst/>
              <a:rect l="l" t="t" r="r" b="b"/>
              <a:pathLst>
                <a:path w="10000" h="10000" extrusionOk="0">
                  <a:moveTo>
                    <a:pt x="6495" y="0"/>
                  </a:moveTo>
                  <a:lnTo>
                    <a:pt x="6495" y="0"/>
                  </a:lnTo>
                  <a:lnTo>
                    <a:pt x="6804" y="722"/>
                  </a:lnTo>
                  <a:lnTo>
                    <a:pt x="6667" y="979"/>
                  </a:lnTo>
                  <a:cubicBezTo>
                    <a:pt x="6690" y="1099"/>
                    <a:pt x="6712" y="1220"/>
                    <a:pt x="6735" y="1340"/>
                  </a:cubicBezTo>
                  <a:lnTo>
                    <a:pt x="7148" y="1443"/>
                  </a:lnTo>
                  <a:lnTo>
                    <a:pt x="7388" y="2062"/>
                  </a:lnTo>
                  <a:lnTo>
                    <a:pt x="7388" y="2320"/>
                  </a:lnTo>
                  <a:lnTo>
                    <a:pt x="8041" y="2784"/>
                  </a:lnTo>
                  <a:lnTo>
                    <a:pt x="8522" y="2577"/>
                  </a:lnTo>
                  <a:lnTo>
                    <a:pt x="8832" y="3144"/>
                  </a:lnTo>
                  <a:lnTo>
                    <a:pt x="9175" y="3144"/>
                  </a:lnTo>
                  <a:lnTo>
                    <a:pt x="10000" y="3557"/>
                  </a:lnTo>
                  <a:lnTo>
                    <a:pt x="10000" y="3918"/>
                  </a:lnTo>
                  <a:lnTo>
                    <a:pt x="9725" y="4536"/>
                  </a:lnTo>
                  <a:cubicBezTo>
                    <a:pt x="9782" y="4777"/>
                    <a:pt x="9840" y="5017"/>
                    <a:pt x="9897" y="5258"/>
                  </a:cubicBezTo>
                  <a:cubicBezTo>
                    <a:pt x="9874" y="5413"/>
                    <a:pt x="9851" y="5567"/>
                    <a:pt x="9828" y="5722"/>
                  </a:cubicBezTo>
                  <a:lnTo>
                    <a:pt x="9424" y="5830"/>
                  </a:lnTo>
                  <a:cubicBezTo>
                    <a:pt x="9380" y="6058"/>
                    <a:pt x="9155" y="6178"/>
                    <a:pt x="9111" y="6406"/>
                  </a:cubicBezTo>
                  <a:lnTo>
                    <a:pt x="9003" y="6701"/>
                  </a:lnTo>
                  <a:lnTo>
                    <a:pt x="8522" y="6804"/>
                  </a:lnTo>
                  <a:lnTo>
                    <a:pt x="8110" y="7216"/>
                  </a:lnTo>
                  <a:lnTo>
                    <a:pt x="7629" y="7216"/>
                  </a:lnTo>
                  <a:lnTo>
                    <a:pt x="7148" y="7680"/>
                  </a:lnTo>
                  <a:lnTo>
                    <a:pt x="7148" y="8402"/>
                  </a:lnTo>
                  <a:lnTo>
                    <a:pt x="7457" y="8763"/>
                  </a:lnTo>
                  <a:lnTo>
                    <a:pt x="8041" y="8660"/>
                  </a:lnTo>
                  <a:cubicBezTo>
                    <a:pt x="8007" y="8780"/>
                    <a:pt x="7972" y="8901"/>
                    <a:pt x="7938" y="9021"/>
                  </a:cubicBezTo>
                  <a:lnTo>
                    <a:pt x="7285" y="9278"/>
                  </a:lnTo>
                  <a:lnTo>
                    <a:pt x="6564" y="10000"/>
                  </a:lnTo>
                  <a:lnTo>
                    <a:pt x="6254" y="9639"/>
                  </a:lnTo>
                  <a:cubicBezTo>
                    <a:pt x="6277" y="9467"/>
                    <a:pt x="6300" y="9296"/>
                    <a:pt x="6323" y="9124"/>
                  </a:cubicBezTo>
                  <a:lnTo>
                    <a:pt x="5773" y="8763"/>
                  </a:lnTo>
                  <a:cubicBezTo>
                    <a:pt x="5796" y="8694"/>
                    <a:pt x="5819" y="8626"/>
                    <a:pt x="5842" y="8557"/>
                  </a:cubicBezTo>
                  <a:lnTo>
                    <a:pt x="6323" y="8196"/>
                  </a:lnTo>
                  <a:lnTo>
                    <a:pt x="6254" y="7938"/>
                  </a:lnTo>
                  <a:lnTo>
                    <a:pt x="5361" y="7577"/>
                  </a:lnTo>
                  <a:lnTo>
                    <a:pt x="5361" y="7216"/>
                  </a:lnTo>
                  <a:lnTo>
                    <a:pt x="4777" y="7320"/>
                  </a:lnTo>
                  <a:cubicBezTo>
                    <a:pt x="4697" y="7526"/>
                    <a:pt x="4616" y="7732"/>
                    <a:pt x="4536" y="7938"/>
                  </a:cubicBezTo>
                  <a:lnTo>
                    <a:pt x="4124" y="8918"/>
                  </a:lnTo>
                  <a:lnTo>
                    <a:pt x="3883" y="8660"/>
                  </a:lnTo>
                  <a:lnTo>
                    <a:pt x="3643" y="8763"/>
                  </a:lnTo>
                  <a:lnTo>
                    <a:pt x="3402" y="8660"/>
                  </a:lnTo>
                  <a:cubicBezTo>
                    <a:pt x="3425" y="8626"/>
                    <a:pt x="3448" y="8591"/>
                    <a:pt x="3471" y="8557"/>
                  </a:cubicBezTo>
                  <a:cubicBezTo>
                    <a:pt x="3528" y="8385"/>
                    <a:pt x="3586" y="8213"/>
                    <a:pt x="3643" y="8041"/>
                  </a:cubicBezTo>
                  <a:lnTo>
                    <a:pt x="3814" y="7680"/>
                  </a:lnTo>
                  <a:cubicBezTo>
                    <a:pt x="3780" y="7594"/>
                    <a:pt x="3745" y="7509"/>
                    <a:pt x="3711" y="7423"/>
                  </a:cubicBezTo>
                  <a:lnTo>
                    <a:pt x="3883" y="7423"/>
                  </a:lnTo>
                  <a:lnTo>
                    <a:pt x="3883" y="7577"/>
                  </a:lnTo>
                  <a:lnTo>
                    <a:pt x="4227" y="7577"/>
                  </a:lnTo>
                  <a:cubicBezTo>
                    <a:pt x="4273" y="7526"/>
                    <a:pt x="4318" y="7474"/>
                    <a:pt x="4364" y="7423"/>
                  </a:cubicBezTo>
                  <a:cubicBezTo>
                    <a:pt x="4341" y="7389"/>
                    <a:pt x="4319" y="7354"/>
                    <a:pt x="4296" y="7320"/>
                  </a:cubicBezTo>
                  <a:lnTo>
                    <a:pt x="4364" y="7216"/>
                  </a:lnTo>
                  <a:lnTo>
                    <a:pt x="4124" y="6804"/>
                  </a:lnTo>
                  <a:cubicBezTo>
                    <a:pt x="4101" y="6649"/>
                    <a:pt x="4078" y="6495"/>
                    <a:pt x="4055" y="6340"/>
                  </a:cubicBezTo>
                  <a:lnTo>
                    <a:pt x="3883" y="6237"/>
                  </a:lnTo>
                  <a:lnTo>
                    <a:pt x="3883" y="5722"/>
                  </a:lnTo>
                  <a:lnTo>
                    <a:pt x="3643" y="5464"/>
                  </a:lnTo>
                  <a:lnTo>
                    <a:pt x="3402" y="5361"/>
                  </a:lnTo>
                  <a:lnTo>
                    <a:pt x="2990" y="5000"/>
                  </a:lnTo>
                  <a:lnTo>
                    <a:pt x="2577" y="5103"/>
                  </a:lnTo>
                  <a:cubicBezTo>
                    <a:pt x="2554" y="5189"/>
                    <a:pt x="2532" y="5275"/>
                    <a:pt x="2509" y="5361"/>
                  </a:cubicBezTo>
                  <a:lnTo>
                    <a:pt x="2268" y="5361"/>
                  </a:lnTo>
                  <a:lnTo>
                    <a:pt x="2096" y="5619"/>
                  </a:lnTo>
                  <a:lnTo>
                    <a:pt x="1684" y="5722"/>
                  </a:lnTo>
                  <a:lnTo>
                    <a:pt x="1546" y="5876"/>
                  </a:lnTo>
                  <a:lnTo>
                    <a:pt x="1271" y="5619"/>
                  </a:lnTo>
                  <a:lnTo>
                    <a:pt x="893" y="5619"/>
                  </a:lnTo>
                  <a:lnTo>
                    <a:pt x="550" y="5464"/>
                  </a:lnTo>
                  <a:lnTo>
                    <a:pt x="309" y="5722"/>
                  </a:lnTo>
                  <a:lnTo>
                    <a:pt x="309" y="5361"/>
                  </a:lnTo>
                  <a:lnTo>
                    <a:pt x="0" y="5000"/>
                  </a:lnTo>
                  <a:cubicBezTo>
                    <a:pt x="23" y="4845"/>
                    <a:pt x="46" y="4691"/>
                    <a:pt x="69" y="4536"/>
                  </a:cubicBezTo>
                  <a:lnTo>
                    <a:pt x="241" y="4278"/>
                  </a:lnTo>
                  <a:lnTo>
                    <a:pt x="378" y="4278"/>
                  </a:lnTo>
                  <a:cubicBezTo>
                    <a:pt x="332" y="4072"/>
                    <a:pt x="287" y="3866"/>
                    <a:pt x="241" y="3660"/>
                  </a:cubicBezTo>
                  <a:lnTo>
                    <a:pt x="722" y="2680"/>
                  </a:lnTo>
                  <a:lnTo>
                    <a:pt x="962" y="2423"/>
                  </a:lnTo>
                  <a:lnTo>
                    <a:pt x="1031" y="2216"/>
                  </a:lnTo>
                  <a:cubicBezTo>
                    <a:pt x="951" y="1804"/>
                    <a:pt x="870" y="1391"/>
                    <a:pt x="790" y="979"/>
                  </a:cubicBezTo>
                  <a:lnTo>
                    <a:pt x="1031" y="979"/>
                  </a:lnTo>
                  <a:lnTo>
                    <a:pt x="1375" y="619"/>
                  </a:lnTo>
                  <a:lnTo>
                    <a:pt x="1787" y="464"/>
                  </a:lnTo>
                  <a:lnTo>
                    <a:pt x="2337" y="619"/>
                  </a:lnTo>
                  <a:lnTo>
                    <a:pt x="2990" y="979"/>
                  </a:lnTo>
                  <a:lnTo>
                    <a:pt x="3402" y="979"/>
                  </a:lnTo>
                  <a:lnTo>
                    <a:pt x="3574" y="1237"/>
                  </a:lnTo>
                  <a:lnTo>
                    <a:pt x="3814" y="979"/>
                  </a:lnTo>
                  <a:lnTo>
                    <a:pt x="3952" y="1237"/>
                  </a:lnTo>
                  <a:lnTo>
                    <a:pt x="4467" y="1237"/>
                  </a:lnTo>
                  <a:lnTo>
                    <a:pt x="4708" y="1340"/>
                  </a:lnTo>
                  <a:lnTo>
                    <a:pt x="4708" y="619"/>
                  </a:lnTo>
                  <a:lnTo>
                    <a:pt x="4880" y="361"/>
                  </a:lnTo>
                  <a:lnTo>
                    <a:pt x="5361" y="258"/>
                  </a:lnTo>
                  <a:lnTo>
                    <a:pt x="5601" y="361"/>
                  </a:lnTo>
                  <a:cubicBezTo>
                    <a:pt x="5624" y="241"/>
                    <a:pt x="5647" y="120"/>
                    <a:pt x="5670" y="0"/>
                  </a:cubicBezTo>
                  <a:lnTo>
                    <a:pt x="5911" y="0"/>
                  </a:lnTo>
                  <a:lnTo>
                    <a:pt x="6495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365;p30">
              <a:extLst>
                <a:ext uri="{FF2B5EF4-FFF2-40B4-BE49-F238E27FC236}">
                  <a16:creationId xmlns:a16="http://schemas.microsoft.com/office/drawing/2014/main" id="{99E55537-484E-BB29-9EF5-02CDABBB96F5}"/>
                </a:ext>
              </a:extLst>
            </p:cNvPr>
            <p:cNvSpPr/>
            <p:nvPr/>
          </p:nvSpPr>
          <p:spPr>
            <a:xfrm>
              <a:off x="2785781" y="4785183"/>
              <a:ext cx="141462" cy="158506"/>
            </a:xfrm>
            <a:custGeom>
              <a:avLst/>
              <a:gdLst/>
              <a:ahLst/>
              <a:cxnLst/>
              <a:rect l="l" t="t" r="r" b="b"/>
              <a:pathLst>
                <a:path w="83" h="93" extrusionOk="0">
                  <a:moveTo>
                    <a:pt x="22" y="0"/>
                  </a:moveTo>
                  <a:lnTo>
                    <a:pt x="22" y="0"/>
                  </a:lnTo>
                  <a:lnTo>
                    <a:pt x="41" y="14"/>
                  </a:lnTo>
                  <a:lnTo>
                    <a:pt x="45" y="14"/>
                  </a:lnTo>
                  <a:lnTo>
                    <a:pt x="62" y="26"/>
                  </a:lnTo>
                  <a:lnTo>
                    <a:pt x="74" y="36"/>
                  </a:lnTo>
                  <a:lnTo>
                    <a:pt x="83" y="50"/>
                  </a:lnTo>
                  <a:lnTo>
                    <a:pt x="76" y="59"/>
                  </a:lnTo>
                  <a:lnTo>
                    <a:pt x="81" y="69"/>
                  </a:lnTo>
                  <a:lnTo>
                    <a:pt x="74" y="81"/>
                  </a:lnTo>
                  <a:lnTo>
                    <a:pt x="57" y="93"/>
                  </a:lnTo>
                  <a:lnTo>
                    <a:pt x="43" y="88"/>
                  </a:lnTo>
                  <a:lnTo>
                    <a:pt x="36" y="90"/>
                  </a:lnTo>
                  <a:lnTo>
                    <a:pt x="19" y="83"/>
                  </a:lnTo>
                  <a:lnTo>
                    <a:pt x="10" y="83"/>
                  </a:lnTo>
                  <a:lnTo>
                    <a:pt x="0" y="74"/>
                  </a:lnTo>
                  <a:lnTo>
                    <a:pt x="0" y="59"/>
                  </a:lnTo>
                  <a:lnTo>
                    <a:pt x="5" y="55"/>
                  </a:lnTo>
                  <a:lnTo>
                    <a:pt x="5" y="36"/>
                  </a:lnTo>
                  <a:lnTo>
                    <a:pt x="10" y="17"/>
                  </a:lnTo>
                  <a:lnTo>
                    <a:pt x="12" y="3"/>
                  </a:lnTo>
                  <a:lnTo>
                    <a:pt x="22" y="0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366;p30">
              <a:extLst>
                <a:ext uri="{FF2B5EF4-FFF2-40B4-BE49-F238E27FC236}">
                  <a16:creationId xmlns:a16="http://schemas.microsoft.com/office/drawing/2014/main" id="{D1A27CF7-F7F5-F62B-7259-6FFB87F584AC}"/>
                </a:ext>
              </a:extLst>
            </p:cNvPr>
            <p:cNvSpPr/>
            <p:nvPr/>
          </p:nvSpPr>
          <p:spPr>
            <a:xfrm>
              <a:off x="-341711" y="1081608"/>
              <a:ext cx="2890586" cy="2312817"/>
            </a:xfrm>
            <a:custGeom>
              <a:avLst/>
              <a:gdLst/>
              <a:ahLst/>
              <a:cxnLst/>
              <a:rect l="l" t="t" r="r" b="b"/>
              <a:pathLst>
                <a:path w="1696" h="1357" extrusionOk="0">
                  <a:moveTo>
                    <a:pt x="262" y="1352"/>
                  </a:moveTo>
                  <a:lnTo>
                    <a:pt x="262" y="1352"/>
                  </a:lnTo>
                  <a:lnTo>
                    <a:pt x="260" y="1357"/>
                  </a:lnTo>
                  <a:lnTo>
                    <a:pt x="255" y="1352"/>
                  </a:lnTo>
                  <a:lnTo>
                    <a:pt x="255" y="1347"/>
                  </a:lnTo>
                  <a:lnTo>
                    <a:pt x="253" y="1342"/>
                  </a:lnTo>
                  <a:lnTo>
                    <a:pt x="253" y="1340"/>
                  </a:lnTo>
                  <a:lnTo>
                    <a:pt x="258" y="1338"/>
                  </a:lnTo>
                  <a:lnTo>
                    <a:pt x="255" y="1335"/>
                  </a:lnTo>
                  <a:lnTo>
                    <a:pt x="255" y="1333"/>
                  </a:lnTo>
                  <a:lnTo>
                    <a:pt x="258" y="1333"/>
                  </a:lnTo>
                  <a:lnTo>
                    <a:pt x="265" y="1335"/>
                  </a:lnTo>
                  <a:lnTo>
                    <a:pt x="267" y="1335"/>
                  </a:lnTo>
                  <a:lnTo>
                    <a:pt x="269" y="1340"/>
                  </a:lnTo>
                  <a:lnTo>
                    <a:pt x="274" y="1345"/>
                  </a:lnTo>
                  <a:lnTo>
                    <a:pt x="274" y="1347"/>
                  </a:lnTo>
                  <a:lnTo>
                    <a:pt x="267" y="1350"/>
                  </a:lnTo>
                  <a:lnTo>
                    <a:pt x="262" y="1352"/>
                  </a:lnTo>
                  <a:lnTo>
                    <a:pt x="262" y="1352"/>
                  </a:lnTo>
                  <a:lnTo>
                    <a:pt x="262" y="1352"/>
                  </a:lnTo>
                  <a:close/>
                  <a:moveTo>
                    <a:pt x="253" y="1326"/>
                  </a:moveTo>
                  <a:lnTo>
                    <a:pt x="253" y="1326"/>
                  </a:lnTo>
                  <a:lnTo>
                    <a:pt x="248" y="1328"/>
                  </a:lnTo>
                  <a:lnTo>
                    <a:pt x="246" y="1323"/>
                  </a:lnTo>
                  <a:lnTo>
                    <a:pt x="243" y="1321"/>
                  </a:lnTo>
                  <a:lnTo>
                    <a:pt x="243" y="1321"/>
                  </a:lnTo>
                  <a:lnTo>
                    <a:pt x="243" y="1319"/>
                  </a:lnTo>
                  <a:lnTo>
                    <a:pt x="251" y="1321"/>
                  </a:lnTo>
                  <a:lnTo>
                    <a:pt x="253" y="1323"/>
                  </a:lnTo>
                  <a:lnTo>
                    <a:pt x="253" y="1326"/>
                  </a:lnTo>
                  <a:lnTo>
                    <a:pt x="253" y="1326"/>
                  </a:lnTo>
                  <a:lnTo>
                    <a:pt x="253" y="1326"/>
                  </a:lnTo>
                  <a:close/>
                  <a:moveTo>
                    <a:pt x="241" y="1316"/>
                  </a:moveTo>
                  <a:lnTo>
                    <a:pt x="241" y="1316"/>
                  </a:lnTo>
                  <a:lnTo>
                    <a:pt x="241" y="1319"/>
                  </a:lnTo>
                  <a:lnTo>
                    <a:pt x="234" y="1316"/>
                  </a:lnTo>
                  <a:lnTo>
                    <a:pt x="234" y="1316"/>
                  </a:lnTo>
                  <a:lnTo>
                    <a:pt x="241" y="1316"/>
                  </a:lnTo>
                  <a:lnTo>
                    <a:pt x="241" y="1316"/>
                  </a:lnTo>
                  <a:lnTo>
                    <a:pt x="241" y="1316"/>
                  </a:lnTo>
                  <a:close/>
                  <a:moveTo>
                    <a:pt x="227" y="1314"/>
                  </a:moveTo>
                  <a:lnTo>
                    <a:pt x="227" y="1314"/>
                  </a:lnTo>
                  <a:lnTo>
                    <a:pt x="227" y="1314"/>
                  </a:lnTo>
                  <a:lnTo>
                    <a:pt x="225" y="1314"/>
                  </a:lnTo>
                  <a:lnTo>
                    <a:pt x="220" y="1314"/>
                  </a:lnTo>
                  <a:lnTo>
                    <a:pt x="217" y="1312"/>
                  </a:lnTo>
                  <a:lnTo>
                    <a:pt x="217" y="1309"/>
                  </a:lnTo>
                  <a:lnTo>
                    <a:pt x="222" y="1307"/>
                  </a:lnTo>
                  <a:lnTo>
                    <a:pt x="225" y="1309"/>
                  </a:lnTo>
                  <a:lnTo>
                    <a:pt x="227" y="1314"/>
                  </a:lnTo>
                  <a:lnTo>
                    <a:pt x="227" y="1314"/>
                  </a:lnTo>
                  <a:lnTo>
                    <a:pt x="227" y="1314"/>
                  </a:lnTo>
                  <a:close/>
                  <a:moveTo>
                    <a:pt x="201" y="1302"/>
                  </a:moveTo>
                  <a:lnTo>
                    <a:pt x="201" y="1302"/>
                  </a:lnTo>
                  <a:lnTo>
                    <a:pt x="199" y="1305"/>
                  </a:lnTo>
                  <a:lnTo>
                    <a:pt x="194" y="1300"/>
                  </a:lnTo>
                  <a:lnTo>
                    <a:pt x="194" y="1300"/>
                  </a:lnTo>
                  <a:lnTo>
                    <a:pt x="196" y="1297"/>
                  </a:lnTo>
                  <a:lnTo>
                    <a:pt x="201" y="1297"/>
                  </a:lnTo>
                  <a:lnTo>
                    <a:pt x="201" y="1302"/>
                  </a:lnTo>
                  <a:lnTo>
                    <a:pt x="201" y="1302"/>
                  </a:lnTo>
                  <a:lnTo>
                    <a:pt x="201" y="1302"/>
                  </a:lnTo>
                  <a:close/>
                  <a:moveTo>
                    <a:pt x="1244" y="748"/>
                  </a:moveTo>
                  <a:lnTo>
                    <a:pt x="1244" y="748"/>
                  </a:lnTo>
                  <a:lnTo>
                    <a:pt x="1249" y="763"/>
                  </a:lnTo>
                  <a:lnTo>
                    <a:pt x="1253" y="767"/>
                  </a:lnTo>
                  <a:lnTo>
                    <a:pt x="1265" y="767"/>
                  </a:lnTo>
                  <a:lnTo>
                    <a:pt x="1282" y="772"/>
                  </a:lnTo>
                  <a:lnTo>
                    <a:pt x="1296" y="779"/>
                  </a:lnTo>
                  <a:lnTo>
                    <a:pt x="1310" y="777"/>
                  </a:lnTo>
                  <a:lnTo>
                    <a:pt x="1329" y="784"/>
                  </a:lnTo>
                  <a:lnTo>
                    <a:pt x="1336" y="784"/>
                  </a:lnTo>
                  <a:lnTo>
                    <a:pt x="1350" y="777"/>
                  </a:lnTo>
                  <a:lnTo>
                    <a:pt x="1365" y="784"/>
                  </a:lnTo>
                  <a:lnTo>
                    <a:pt x="1381" y="793"/>
                  </a:lnTo>
                  <a:lnTo>
                    <a:pt x="1393" y="803"/>
                  </a:lnTo>
                  <a:lnTo>
                    <a:pt x="1405" y="810"/>
                  </a:lnTo>
                  <a:lnTo>
                    <a:pt x="1407" y="815"/>
                  </a:lnTo>
                  <a:lnTo>
                    <a:pt x="1412" y="817"/>
                  </a:lnTo>
                  <a:lnTo>
                    <a:pt x="1410" y="819"/>
                  </a:lnTo>
                  <a:lnTo>
                    <a:pt x="1414" y="822"/>
                  </a:lnTo>
                  <a:lnTo>
                    <a:pt x="1419" y="819"/>
                  </a:lnTo>
                  <a:lnTo>
                    <a:pt x="1419" y="824"/>
                  </a:lnTo>
                  <a:lnTo>
                    <a:pt x="1424" y="829"/>
                  </a:lnTo>
                  <a:lnTo>
                    <a:pt x="1426" y="829"/>
                  </a:lnTo>
                  <a:lnTo>
                    <a:pt x="1428" y="831"/>
                  </a:lnTo>
                  <a:lnTo>
                    <a:pt x="1426" y="834"/>
                  </a:lnTo>
                  <a:lnTo>
                    <a:pt x="1445" y="845"/>
                  </a:lnTo>
                  <a:lnTo>
                    <a:pt x="1447" y="867"/>
                  </a:lnTo>
                  <a:lnTo>
                    <a:pt x="1452" y="886"/>
                  </a:lnTo>
                  <a:lnTo>
                    <a:pt x="1445" y="897"/>
                  </a:lnTo>
                  <a:lnTo>
                    <a:pt x="1438" y="912"/>
                  </a:lnTo>
                  <a:lnTo>
                    <a:pt x="1436" y="919"/>
                  </a:lnTo>
                  <a:lnTo>
                    <a:pt x="1436" y="919"/>
                  </a:lnTo>
                  <a:lnTo>
                    <a:pt x="1436" y="923"/>
                  </a:lnTo>
                  <a:lnTo>
                    <a:pt x="1443" y="926"/>
                  </a:lnTo>
                  <a:lnTo>
                    <a:pt x="1445" y="926"/>
                  </a:lnTo>
                  <a:lnTo>
                    <a:pt x="1464" y="914"/>
                  </a:lnTo>
                  <a:lnTo>
                    <a:pt x="1481" y="912"/>
                  </a:lnTo>
                  <a:lnTo>
                    <a:pt x="1502" y="902"/>
                  </a:lnTo>
                  <a:lnTo>
                    <a:pt x="1504" y="900"/>
                  </a:lnTo>
                  <a:lnTo>
                    <a:pt x="1502" y="893"/>
                  </a:lnTo>
                  <a:lnTo>
                    <a:pt x="1499" y="888"/>
                  </a:lnTo>
                  <a:lnTo>
                    <a:pt x="1507" y="883"/>
                  </a:lnTo>
                  <a:lnTo>
                    <a:pt x="1521" y="883"/>
                  </a:lnTo>
                  <a:lnTo>
                    <a:pt x="1537" y="883"/>
                  </a:lnTo>
                  <a:lnTo>
                    <a:pt x="1542" y="874"/>
                  </a:lnTo>
                  <a:lnTo>
                    <a:pt x="1544" y="874"/>
                  </a:lnTo>
                  <a:lnTo>
                    <a:pt x="1561" y="857"/>
                  </a:lnTo>
                  <a:lnTo>
                    <a:pt x="1568" y="852"/>
                  </a:lnTo>
                  <a:lnTo>
                    <a:pt x="1592" y="852"/>
                  </a:lnTo>
                  <a:lnTo>
                    <a:pt x="1622" y="852"/>
                  </a:lnTo>
                  <a:lnTo>
                    <a:pt x="1625" y="848"/>
                  </a:lnTo>
                  <a:lnTo>
                    <a:pt x="1630" y="845"/>
                  </a:lnTo>
                  <a:lnTo>
                    <a:pt x="1637" y="843"/>
                  </a:lnTo>
                  <a:lnTo>
                    <a:pt x="1644" y="831"/>
                  </a:lnTo>
                  <a:lnTo>
                    <a:pt x="1646" y="815"/>
                  </a:lnTo>
                  <a:lnTo>
                    <a:pt x="1660" y="796"/>
                  </a:lnTo>
                  <a:lnTo>
                    <a:pt x="1665" y="803"/>
                  </a:lnTo>
                  <a:lnTo>
                    <a:pt x="1677" y="798"/>
                  </a:lnTo>
                  <a:lnTo>
                    <a:pt x="1682" y="805"/>
                  </a:lnTo>
                  <a:lnTo>
                    <a:pt x="1682" y="838"/>
                  </a:lnTo>
                  <a:lnTo>
                    <a:pt x="1693" y="850"/>
                  </a:lnTo>
                  <a:lnTo>
                    <a:pt x="1696" y="857"/>
                  </a:lnTo>
                  <a:lnTo>
                    <a:pt x="1679" y="869"/>
                  </a:lnTo>
                  <a:lnTo>
                    <a:pt x="1663" y="876"/>
                  </a:lnTo>
                  <a:lnTo>
                    <a:pt x="1646" y="883"/>
                  </a:lnTo>
                  <a:lnTo>
                    <a:pt x="1637" y="895"/>
                  </a:lnTo>
                  <a:lnTo>
                    <a:pt x="1634" y="900"/>
                  </a:lnTo>
                  <a:lnTo>
                    <a:pt x="1634" y="912"/>
                  </a:lnTo>
                  <a:lnTo>
                    <a:pt x="1639" y="923"/>
                  </a:lnTo>
                  <a:lnTo>
                    <a:pt x="1646" y="923"/>
                  </a:lnTo>
                  <a:lnTo>
                    <a:pt x="1644" y="916"/>
                  </a:lnTo>
                  <a:lnTo>
                    <a:pt x="1648" y="921"/>
                  </a:lnTo>
                  <a:lnTo>
                    <a:pt x="1648" y="928"/>
                  </a:lnTo>
                  <a:lnTo>
                    <a:pt x="1637" y="931"/>
                  </a:lnTo>
                  <a:lnTo>
                    <a:pt x="1630" y="931"/>
                  </a:lnTo>
                  <a:lnTo>
                    <a:pt x="1618" y="935"/>
                  </a:lnTo>
                  <a:lnTo>
                    <a:pt x="1611" y="935"/>
                  </a:lnTo>
                  <a:lnTo>
                    <a:pt x="1601" y="935"/>
                  </a:lnTo>
                  <a:lnTo>
                    <a:pt x="1587" y="942"/>
                  </a:lnTo>
                  <a:lnTo>
                    <a:pt x="1611" y="938"/>
                  </a:lnTo>
                  <a:lnTo>
                    <a:pt x="1615" y="942"/>
                  </a:lnTo>
                  <a:lnTo>
                    <a:pt x="1594" y="950"/>
                  </a:lnTo>
                  <a:lnTo>
                    <a:pt x="1582" y="950"/>
                  </a:lnTo>
                  <a:lnTo>
                    <a:pt x="1585" y="947"/>
                  </a:lnTo>
                  <a:lnTo>
                    <a:pt x="1577" y="952"/>
                  </a:lnTo>
                  <a:lnTo>
                    <a:pt x="1585" y="954"/>
                  </a:lnTo>
                  <a:lnTo>
                    <a:pt x="1580" y="968"/>
                  </a:lnTo>
                  <a:lnTo>
                    <a:pt x="1568" y="985"/>
                  </a:lnTo>
                  <a:lnTo>
                    <a:pt x="1566" y="978"/>
                  </a:lnTo>
                  <a:lnTo>
                    <a:pt x="1563" y="978"/>
                  </a:lnTo>
                  <a:lnTo>
                    <a:pt x="1559" y="973"/>
                  </a:lnTo>
                  <a:lnTo>
                    <a:pt x="1561" y="983"/>
                  </a:lnTo>
                  <a:lnTo>
                    <a:pt x="1566" y="987"/>
                  </a:lnTo>
                  <a:lnTo>
                    <a:pt x="1566" y="997"/>
                  </a:lnTo>
                  <a:lnTo>
                    <a:pt x="1561" y="1004"/>
                  </a:lnTo>
                  <a:lnTo>
                    <a:pt x="1551" y="1021"/>
                  </a:lnTo>
                  <a:lnTo>
                    <a:pt x="1549" y="1018"/>
                  </a:lnTo>
                  <a:lnTo>
                    <a:pt x="1554" y="1004"/>
                  </a:lnTo>
                  <a:lnTo>
                    <a:pt x="1547" y="997"/>
                  </a:lnTo>
                  <a:lnTo>
                    <a:pt x="1544" y="980"/>
                  </a:lnTo>
                  <a:lnTo>
                    <a:pt x="1542" y="990"/>
                  </a:lnTo>
                  <a:lnTo>
                    <a:pt x="1544" y="1002"/>
                  </a:lnTo>
                  <a:lnTo>
                    <a:pt x="1533" y="999"/>
                  </a:lnTo>
                  <a:lnTo>
                    <a:pt x="1544" y="1006"/>
                  </a:lnTo>
                  <a:lnTo>
                    <a:pt x="1547" y="1025"/>
                  </a:lnTo>
                  <a:lnTo>
                    <a:pt x="1551" y="1025"/>
                  </a:lnTo>
                  <a:lnTo>
                    <a:pt x="1551" y="1032"/>
                  </a:lnTo>
                  <a:lnTo>
                    <a:pt x="1554" y="1054"/>
                  </a:lnTo>
                  <a:lnTo>
                    <a:pt x="1544" y="1068"/>
                  </a:lnTo>
                  <a:lnTo>
                    <a:pt x="1528" y="1073"/>
                  </a:lnTo>
                  <a:lnTo>
                    <a:pt x="1516" y="1084"/>
                  </a:lnTo>
                  <a:lnTo>
                    <a:pt x="1509" y="1084"/>
                  </a:lnTo>
                  <a:lnTo>
                    <a:pt x="1502" y="1094"/>
                  </a:lnTo>
                  <a:lnTo>
                    <a:pt x="1499" y="1099"/>
                  </a:lnTo>
                  <a:lnTo>
                    <a:pt x="1481" y="1113"/>
                  </a:lnTo>
                  <a:lnTo>
                    <a:pt x="1471" y="1120"/>
                  </a:lnTo>
                  <a:lnTo>
                    <a:pt x="1464" y="1132"/>
                  </a:lnTo>
                  <a:lnTo>
                    <a:pt x="1462" y="1146"/>
                  </a:lnTo>
                  <a:lnTo>
                    <a:pt x="1464" y="1158"/>
                  </a:lnTo>
                  <a:lnTo>
                    <a:pt x="1469" y="1174"/>
                  </a:lnTo>
                  <a:lnTo>
                    <a:pt x="1476" y="1189"/>
                  </a:lnTo>
                  <a:lnTo>
                    <a:pt x="1476" y="1196"/>
                  </a:lnTo>
                  <a:lnTo>
                    <a:pt x="1485" y="1217"/>
                  </a:lnTo>
                  <a:lnTo>
                    <a:pt x="1483" y="1229"/>
                  </a:lnTo>
                  <a:lnTo>
                    <a:pt x="1483" y="1236"/>
                  </a:lnTo>
                  <a:lnTo>
                    <a:pt x="1478" y="1245"/>
                  </a:lnTo>
                  <a:lnTo>
                    <a:pt x="1473" y="1248"/>
                  </a:lnTo>
                  <a:lnTo>
                    <a:pt x="1466" y="1245"/>
                  </a:lnTo>
                  <a:lnTo>
                    <a:pt x="1464" y="1238"/>
                  </a:lnTo>
                  <a:lnTo>
                    <a:pt x="1457" y="1234"/>
                  </a:lnTo>
                  <a:lnTo>
                    <a:pt x="1450" y="1219"/>
                  </a:lnTo>
                  <a:lnTo>
                    <a:pt x="1440" y="1205"/>
                  </a:lnTo>
                  <a:lnTo>
                    <a:pt x="1438" y="1198"/>
                  </a:lnTo>
                  <a:lnTo>
                    <a:pt x="1443" y="1186"/>
                  </a:lnTo>
                  <a:lnTo>
                    <a:pt x="1438" y="1177"/>
                  </a:lnTo>
                  <a:lnTo>
                    <a:pt x="1424" y="1160"/>
                  </a:lnTo>
                  <a:lnTo>
                    <a:pt x="1419" y="1158"/>
                  </a:lnTo>
                  <a:lnTo>
                    <a:pt x="1402" y="1167"/>
                  </a:lnTo>
                  <a:lnTo>
                    <a:pt x="1400" y="1165"/>
                  </a:lnTo>
                  <a:lnTo>
                    <a:pt x="1393" y="1155"/>
                  </a:lnTo>
                  <a:lnTo>
                    <a:pt x="1381" y="1151"/>
                  </a:lnTo>
                  <a:lnTo>
                    <a:pt x="1362" y="1153"/>
                  </a:lnTo>
                  <a:lnTo>
                    <a:pt x="1348" y="1151"/>
                  </a:lnTo>
                  <a:lnTo>
                    <a:pt x="1336" y="1153"/>
                  </a:lnTo>
                  <a:lnTo>
                    <a:pt x="1329" y="1155"/>
                  </a:lnTo>
                  <a:lnTo>
                    <a:pt x="1334" y="1160"/>
                  </a:lnTo>
                  <a:lnTo>
                    <a:pt x="1331" y="1167"/>
                  </a:lnTo>
                  <a:lnTo>
                    <a:pt x="1336" y="1172"/>
                  </a:lnTo>
                  <a:lnTo>
                    <a:pt x="1334" y="1174"/>
                  </a:lnTo>
                  <a:lnTo>
                    <a:pt x="1327" y="1172"/>
                  </a:lnTo>
                  <a:lnTo>
                    <a:pt x="1320" y="1174"/>
                  </a:lnTo>
                  <a:lnTo>
                    <a:pt x="1310" y="1174"/>
                  </a:lnTo>
                  <a:lnTo>
                    <a:pt x="1296" y="1165"/>
                  </a:lnTo>
                  <a:lnTo>
                    <a:pt x="1282" y="1167"/>
                  </a:lnTo>
                  <a:lnTo>
                    <a:pt x="1270" y="1163"/>
                  </a:lnTo>
                  <a:lnTo>
                    <a:pt x="1261" y="1165"/>
                  </a:lnTo>
                  <a:lnTo>
                    <a:pt x="1246" y="1167"/>
                  </a:lnTo>
                  <a:lnTo>
                    <a:pt x="1232" y="1181"/>
                  </a:lnTo>
                  <a:lnTo>
                    <a:pt x="1216" y="1191"/>
                  </a:lnTo>
                  <a:lnTo>
                    <a:pt x="1208" y="1198"/>
                  </a:lnTo>
                  <a:lnTo>
                    <a:pt x="1204" y="1208"/>
                  </a:lnTo>
                  <a:lnTo>
                    <a:pt x="1204" y="1219"/>
                  </a:lnTo>
                  <a:lnTo>
                    <a:pt x="1204" y="1229"/>
                  </a:lnTo>
                  <a:lnTo>
                    <a:pt x="1208" y="1234"/>
                  </a:lnTo>
                  <a:lnTo>
                    <a:pt x="1201" y="1234"/>
                  </a:lnTo>
                  <a:lnTo>
                    <a:pt x="1190" y="1231"/>
                  </a:lnTo>
                  <a:lnTo>
                    <a:pt x="1178" y="1226"/>
                  </a:lnTo>
                  <a:lnTo>
                    <a:pt x="1173" y="1217"/>
                  </a:lnTo>
                  <a:lnTo>
                    <a:pt x="1168" y="1205"/>
                  </a:lnTo>
                  <a:lnTo>
                    <a:pt x="1159" y="1193"/>
                  </a:lnTo>
                  <a:lnTo>
                    <a:pt x="1154" y="1184"/>
                  </a:lnTo>
                  <a:lnTo>
                    <a:pt x="1147" y="1170"/>
                  </a:lnTo>
                  <a:lnTo>
                    <a:pt x="1135" y="1163"/>
                  </a:lnTo>
                  <a:lnTo>
                    <a:pt x="1121" y="1165"/>
                  </a:lnTo>
                  <a:lnTo>
                    <a:pt x="1112" y="1179"/>
                  </a:lnTo>
                  <a:lnTo>
                    <a:pt x="1097" y="1172"/>
                  </a:lnTo>
                  <a:lnTo>
                    <a:pt x="1090" y="1167"/>
                  </a:lnTo>
                  <a:lnTo>
                    <a:pt x="1085" y="1158"/>
                  </a:lnTo>
                  <a:lnTo>
                    <a:pt x="1081" y="1146"/>
                  </a:lnTo>
                  <a:lnTo>
                    <a:pt x="1069" y="1139"/>
                  </a:lnTo>
                  <a:lnTo>
                    <a:pt x="1062" y="1132"/>
                  </a:lnTo>
                  <a:lnTo>
                    <a:pt x="1055" y="1127"/>
                  </a:lnTo>
                  <a:lnTo>
                    <a:pt x="1029" y="1127"/>
                  </a:lnTo>
                  <a:lnTo>
                    <a:pt x="1029" y="1134"/>
                  </a:lnTo>
                  <a:lnTo>
                    <a:pt x="1015" y="1134"/>
                  </a:lnTo>
                  <a:lnTo>
                    <a:pt x="984" y="1134"/>
                  </a:lnTo>
                  <a:lnTo>
                    <a:pt x="946" y="1120"/>
                  </a:lnTo>
                  <a:lnTo>
                    <a:pt x="922" y="1110"/>
                  </a:lnTo>
                  <a:lnTo>
                    <a:pt x="922" y="1108"/>
                  </a:lnTo>
                  <a:lnTo>
                    <a:pt x="903" y="1110"/>
                  </a:lnTo>
                  <a:lnTo>
                    <a:pt x="884" y="1110"/>
                  </a:lnTo>
                  <a:lnTo>
                    <a:pt x="882" y="1101"/>
                  </a:lnTo>
                  <a:lnTo>
                    <a:pt x="870" y="1089"/>
                  </a:lnTo>
                  <a:lnTo>
                    <a:pt x="863" y="1087"/>
                  </a:lnTo>
                  <a:lnTo>
                    <a:pt x="861" y="1082"/>
                  </a:lnTo>
                  <a:lnTo>
                    <a:pt x="851" y="1082"/>
                  </a:lnTo>
                  <a:lnTo>
                    <a:pt x="847" y="1077"/>
                  </a:lnTo>
                  <a:lnTo>
                    <a:pt x="832" y="1075"/>
                  </a:lnTo>
                  <a:lnTo>
                    <a:pt x="828" y="1073"/>
                  </a:lnTo>
                  <a:lnTo>
                    <a:pt x="825" y="1061"/>
                  </a:lnTo>
                  <a:lnTo>
                    <a:pt x="809" y="1042"/>
                  </a:lnTo>
                  <a:lnTo>
                    <a:pt x="797" y="1013"/>
                  </a:lnTo>
                  <a:lnTo>
                    <a:pt x="797" y="1009"/>
                  </a:lnTo>
                  <a:lnTo>
                    <a:pt x="790" y="1002"/>
                  </a:lnTo>
                  <a:lnTo>
                    <a:pt x="776" y="985"/>
                  </a:lnTo>
                  <a:lnTo>
                    <a:pt x="773" y="966"/>
                  </a:lnTo>
                  <a:lnTo>
                    <a:pt x="766" y="957"/>
                  </a:lnTo>
                  <a:lnTo>
                    <a:pt x="769" y="938"/>
                  </a:lnTo>
                  <a:lnTo>
                    <a:pt x="769" y="919"/>
                  </a:lnTo>
                  <a:lnTo>
                    <a:pt x="764" y="902"/>
                  </a:lnTo>
                  <a:lnTo>
                    <a:pt x="771" y="883"/>
                  </a:lnTo>
                  <a:lnTo>
                    <a:pt x="771" y="862"/>
                  </a:lnTo>
                  <a:lnTo>
                    <a:pt x="773" y="841"/>
                  </a:lnTo>
                  <a:lnTo>
                    <a:pt x="771" y="810"/>
                  </a:lnTo>
                  <a:lnTo>
                    <a:pt x="766" y="789"/>
                  </a:lnTo>
                  <a:lnTo>
                    <a:pt x="761" y="779"/>
                  </a:lnTo>
                  <a:lnTo>
                    <a:pt x="764" y="774"/>
                  </a:lnTo>
                  <a:lnTo>
                    <a:pt x="787" y="781"/>
                  </a:lnTo>
                  <a:lnTo>
                    <a:pt x="795" y="805"/>
                  </a:lnTo>
                  <a:lnTo>
                    <a:pt x="799" y="798"/>
                  </a:lnTo>
                  <a:lnTo>
                    <a:pt x="797" y="779"/>
                  </a:lnTo>
                  <a:lnTo>
                    <a:pt x="792" y="758"/>
                  </a:lnTo>
                  <a:lnTo>
                    <a:pt x="837" y="758"/>
                  </a:lnTo>
                  <a:lnTo>
                    <a:pt x="884" y="758"/>
                  </a:lnTo>
                  <a:lnTo>
                    <a:pt x="901" y="758"/>
                  </a:lnTo>
                  <a:lnTo>
                    <a:pt x="951" y="758"/>
                  </a:lnTo>
                  <a:lnTo>
                    <a:pt x="998" y="758"/>
                  </a:lnTo>
                  <a:lnTo>
                    <a:pt x="1048" y="758"/>
                  </a:lnTo>
                  <a:lnTo>
                    <a:pt x="1097" y="758"/>
                  </a:lnTo>
                  <a:lnTo>
                    <a:pt x="1152" y="758"/>
                  </a:lnTo>
                  <a:lnTo>
                    <a:pt x="1206" y="758"/>
                  </a:lnTo>
                  <a:lnTo>
                    <a:pt x="1239" y="758"/>
                  </a:lnTo>
                  <a:lnTo>
                    <a:pt x="1239" y="748"/>
                  </a:lnTo>
                  <a:lnTo>
                    <a:pt x="1244" y="748"/>
                  </a:lnTo>
                  <a:lnTo>
                    <a:pt x="1244" y="748"/>
                  </a:lnTo>
                  <a:lnTo>
                    <a:pt x="1244" y="748"/>
                  </a:lnTo>
                  <a:close/>
                  <a:moveTo>
                    <a:pt x="303" y="540"/>
                  </a:moveTo>
                  <a:lnTo>
                    <a:pt x="303" y="540"/>
                  </a:lnTo>
                  <a:lnTo>
                    <a:pt x="286" y="552"/>
                  </a:lnTo>
                  <a:lnTo>
                    <a:pt x="279" y="545"/>
                  </a:lnTo>
                  <a:lnTo>
                    <a:pt x="277" y="531"/>
                  </a:lnTo>
                  <a:lnTo>
                    <a:pt x="291" y="521"/>
                  </a:lnTo>
                  <a:lnTo>
                    <a:pt x="300" y="516"/>
                  </a:lnTo>
                  <a:lnTo>
                    <a:pt x="310" y="516"/>
                  </a:lnTo>
                  <a:lnTo>
                    <a:pt x="317" y="526"/>
                  </a:lnTo>
                  <a:lnTo>
                    <a:pt x="303" y="540"/>
                  </a:lnTo>
                  <a:lnTo>
                    <a:pt x="303" y="540"/>
                  </a:lnTo>
                  <a:lnTo>
                    <a:pt x="303" y="540"/>
                  </a:lnTo>
                  <a:close/>
                  <a:moveTo>
                    <a:pt x="99" y="455"/>
                  </a:moveTo>
                  <a:lnTo>
                    <a:pt x="99" y="455"/>
                  </a:lnTo>
                  <a:lnTo>
                    <a:pt x="90" y="460"/>
                  </a:lnTo>
                  <a:lnTo>
                    <a:pt x="78" y="455"/>
                  </a:lnTo>
                  <a:lnTo>
                    <a:pt x="68" y="445"/>
                  </a:lnTo>
                  <a:lnTo>
                    <a:pt x="85" y="441"/>
                  </a:lnTo>
                  <a:lnTo>
                    <a:pt x="97" y="443"/>
                  </a:lnTo>
                  <a:lnTo>
                    <a:pt x="99" y="455"/>
                  </a:lnTo>
                  <a:lnTo>
                    <a:pt x="99" y="455"/>
                  </a:lnTo>
                  <a:lnTo>
                    <a:pt x="99" y="455"/>
                  </a:lnTo>
                  <a:close/>
                  <a:moveTo>
                    <a:pt x="0" y="322"/>
                  </a:moveTo>
                  <a:lnTo>
                    <a:pt x="0" y="322"/>
                  </a:lnTo>
                  <a:lnTo>
                    <a:pt x="9" y="329"/>
                  </a:lnTo>
                  <a:lnTo>
                    <a:pt x="19" y="327"/>
                  </a:lnTo>
                  <a:lnTo>
                    <a:pt x="33" y="336"/>
                  </a:lnTo>
                  <a:lnTo>
                    <a:pt x="49" y="341"/>
                  </a:lnTo>
                  <a:lnTo>
                    <a:pt x="47" y="344"/>
                  </a:lnTo>
                  <a:lnTo>
                    <a:pt x="35" y="351"/>
                  </a:lnTo>
                  <a:lnTo>
                    <a:pt x="23" y="344"/>
                  </a:lnTo>
                  <a:lnTo>
                    <a:pt x="16" y="339"/>
                  </a:lnTo>
                  <a:lnTo>
                    <a:pt x="2" y="341"/>
                  </a:lnTo>
                  <a:lnTo>
                    <a:pt x="0" y="336"/>
                  </a:lnTo>
                  <a:lnTo>
                    <a:pt x="0" y="322"/>
                  </a:lnTo>
                  <a:lnTo>
                    <a:pt x="0" y="322"/>
                  </a:lnTo>
                  <a:lnTo>
                    <a:pt x="0" y="322"/>
                  </a:lnTo>
                  <a:close/>
                  <a:moveTo>
                    <a:pt x="269" y="12"/>
                  </a:moveTo>
                  <a:lnTo>
                    <a:pt x="269" y="12"/>
                  </a:lnTo>
                  <a:lnTo>
                    <a:pt x="281" y="33"/>
                  </a:lnTo>
                  <a:lnTo>
                    <a:pt x="288" y="24"/>
                  </a:lnTo>
                  <a:lnTo>
                    <a:pt x="317" y="26"/>
                  </a:lnTo>
                  <a:lnTo>
                    <a:pt x="314" y="38"/>
                  </a:lnTo>
                  <a:lnTo>
                    <a:pt x="340" y="48"/>
                  </a:lnTo>
                  <a:lnTo>
                    <a:pt x="357" y="41"/>
                  </a:lnTo>
                  <a:lnTo>
                    <a:pt x="390" y="57"/>
                  </a:lnTo>
                  <a:lnTo>
                    <a:pt x="421" y="62"/>
                  </a:lnTo>
                  <a:lnTo>
                    <a:pt x="433" y="67"/>
                  </a:lnTo>
                  <a:lnTo>
                    <a:pt x="456" y="60"/>
                  </a:lnTo>
                  <a:lnTo>
                    <a:pt x="480" y="74"/>
                  </a:lnTo>
                  <a:lnTo>
                    <a:pt x="497" y="81"/>
                  </a:lnTo>
                  <a:lnTo>
                    <a:pt x="497" y="81"/>
                  </a:lnTo>
                  <a:lnTo>
                    <a:pt x="497" y="239"/>
                  </a:lnTo>
                  <a:lnTo>
                    <a:pt x="497" y="443"/>
                  </a:lnTo>
                  <a:lnTo>
                    <a:pt x="513" y="443"/>
                  </a:lnTo>
                  <a:lnTo>
                    <a:pt x="530" y="452"/>
                  </a:lnTo>
                  <a:lnTo>
                    <a:pt x="541" y="467"/>
                  </a:lnTo>
                  <a:lnTo>
                    <a:pt x="556" y="488"/>
                  </a:lnTo>
                  <a:lnTo>
                    <a:pt x="570" y="469"/>
                  </a:lnTo>
                  <a:lnTo>
                    <a:pt x="586" y="460"/>
                  </a:lnTo>
                  <a:lnTo>
                    <a:pt x="596" y="474"/>
                  </a:lnTo>
                  <a:lnTo>
                    <a:pt x="605" y="488"/>
                  </a:lnTo>
                  <a:lnTo>
                    <a:pt x="622" y="502"/>
                  </a:lnTo>
                  <a:lnTo>
                    <a:pt x="631" y="523"/>
                  </a:lnTo>
                  <a:lnTo>
                    <a:pt x="648" y="559"/>
                  </a:lnTo>
                  <a:lnTo>
                    <a:pt x="676" y="576"/>
                  </a:lnTo>
                  <a:lnTo>
                    <a:pt x="676" y="594"/>
                  </a:lnTo>
                  <a:lnTo>
                    <a:pt x="667" y="606"/>
                  </a:lnTo>
                  <a:lnTo>
                    <a:pt x="657" y="597"/>
                  </a:lnTo>
                  <a:lnTo>
                    <a:pt x="643" y="587"/>
                  </a:lnTo>
                  <a:lnTo>
                    <a:pt x="638" y="564"/>
                  </a:lnTo>
                  <a:lnTo>
                    <a:pt x="617" y="538"/>
                  </a:lnTo>
                  <a:lnTo>
                    <a:pt x="608" y="512"/>
                  </a:lnTo>
                  <a:lnTo>
                    <a:pt x="594" y="509"/>
                  </a:lnTo>
                  <a:lnTo>
                    <a:pt x="567" y="509"/>
                  </a:lnTo>
                  <a:lnTo>
                    <a:pt x="549" y="500"/>
                  </a:lnTo>
                  <a:lnTo>
                    <a:pt x="515" y="467"/>
                  </a:lnTo>
                  <a:lnTo>
                    <a:pt x="499" y="462"/>
                  </a:lnTo>
                  <a:lnTo>
                    <a:pt x="471" y="450"/>
                  </a:lnTo>
                  <a:lnTo>
                    <a:pt x="449" y="452"/>
                  </a:lnTo>
                  <a:lnTo>
                    <a:pt x="416" y="438"/>
                  </a:lnTo>
                  <a:lnTo>
                    <a:pt x="400" y="424"/>
                  </a:lnTo>
                  <a:lnTo>
                    <a:pt x="381" y="431"/>
                  </a:lnTo>
                  <a:lnTo>
                    <a:pt x="385" y="452"/>
                  </a:lnTo>
                  <a:lnTo>
                    <a:pt x="374" y="455"/>
                  </a:lnTo>
                  <a:lnTo>
                    <a:pt x="357" y="462"/>
                  </a:lnTo>
                  <a:lnTo>
                    <a:pt x="340" y="474"/>
                  </a:lnTo>
                  <a:lnTo>
                    <a:pt x="324" y="478"/>
                  </a:lnTo>
                  <a:lnTo>
                    <a:pt x="322" y="460"/>
                  </a:lnTo>
                  <a:lnTo>
                    <a:pt x="329" y="429"/>
                  </a:lnTo>
                  <a:lnTo>
                    <a:pt x="345" y="417"/>
                  </a:lnTo>
                  <a:lnTo>
                    <a:pt x="340" y="410"/>
                  </a:lnTo>
                  <a:lnTo>
                    <a:pt x="322" y="429"/>
                  </a:lnTo>
                  <a:lnTo>
                    <a:pt x="310" y="450"/>
                  </a:lnTo>
                  <a:lnTo>
                    <a:pt x="286" y="474"/>
                  </a:lnTo>
                  <a:lnTo>
                    <a:pt x="298" y="488"/>
                  </a:lnTo>
                  <a:lnTo>
                    <a:pt x="284" y="509"/>
                  </a:lnTo>
                  <a:lnTo>
                    <a:pt x="265" y="523"/>
                  </a:lnTo>
                  <a:lnTo>
                    <a:pt x="251" y="533"/>
                  </a:lnTo>
                  <a:lnTo>
                    <a:pt x="246" y="545"/>
                  </a:lnTo>
                  <a:lnTo>
                    <a:pt x="220" y="559"/>
                  </a:lnTo>
                  <a:lnTo>
                    <a:pt x="215" y="573"/>
                  </a:lnTo>
                  <a:lnTo>
                    <a:pt x="196" y="585"/>
                  </a:lnTo>
                  <a:lnTo>
                    <a:pt x="184" y="583"/>
                  </a:lnTo>
                  <a:lnTo>
                    <a:pt x="170" y="592"/>
                  </a:lnTo>
                  <a:lnTo>
                    <a:pt x="154" y="602"/>
                  </a:lnTo>
                  <a:lnTo>
                    <a:pt x="139" y="611"/>
                  </a:lnTo>
                  <a:lnTo>
                    <a:pt x="113" y="618"/>
                  </a:lnTo>
                  <a:lnTo>
                    <a:pt x="109" y="613"/>
                  </a:lnTo>
                  <a:lnTo>
                    <a:pt x="128" y="602"/>
                  </a:lnTo>
                  <a:lnTo>
                    <a:pt x="142" y="592"/>
                  </a:lnTo>
                  <a:lnTo>
                    <a:pt x="161" y="578"/>
                  </a:lnTo>
                  <a:lnTo>
                    <a:pt x="180" y="573"/>
                  </a:lnTo>
                  <a:lnTo>
                    <a:pt x="189" y="561"/>
                  </a:lnTo>
                  <a:lnTo>
                    <a:pt x="210" y="545"/>
                  </a:lnTo>
                  <a:lnTo>
                    <a:pt x="215" y="538"/>
                  </a:lnTo>
                  <a:lnTo>
                    <a:pt x="227" y="528"/>
                  </a:lnTo>
                  <a:lnTo>
                    <a:pt x="229" y="505"/>
                  </a:lnTo>
                  <a:lnTo>
                    <a:pt x="236" y="486"/>
                  </a:lnTo>
                  <a:lnTo>
                    <a:pt x="220" y="495"/>
                  </a:lnTo>
                  <a:lnTo>
                    <a:pt x="213" y="490"/>
                  </a:lnTo>
                  <a:lnTo>
                    <a:pt x="206" y="502"/>
                  </a:lnTo>
                  <a:lnTo>
                    <a:pt x="194" y="486"/>
                  </a:lnTo>
                  <a:lnTo>
                    <a:pt x="189" y="497"/>
                  </a:lnTo>
                  <a:lnTo>
                    <a:pt x="184" y="481"/>
                  </a:lnTo>
                  <a:lnTo>
                    <a:pt x="168" y="495"/>
                  </a:lnTo>
                  <a:lnTo>
                    <a:pt x="158" y="495"/>
                  </a:lnTo>
                  <a:lnTo>
                    <a:pt x="156" y="474"/>
                  </a:lnTo>
                  <a:lnTo>
                    <a:pt x="158" y="464"/>
                  </a:lnTo>
                  <a:lnTo>
                    <a:pt x="149" y="452"/>
                  </a:lnTo>
                  <a:lnTo>
                    <a:pt x="128" y="460"/>
                  </a:lnTo>
                  <a:lnTo>
                    <a:pt x="113" y="443"/>
                  </a:lnTo>
                  <a:lnTo>
                    <a:pt x="104" y="436"/>
                  </a:lnTo>
                  <a:lnTo>
                    <a:pt x="104" y="417"/>
                  </a:lnTo>
                  <a:lnTo>
                    <a:pt x="90" y="403"/>
                  </a:lnTo>
                  <a:lnTo>
                    <a:pt x="97" y="384"/>
                  </a:lnTo>
                  <a:lnTo>
                    <a:pt x="111" y="365"/>
                  </a:lnTo>
                  <a:lnTo>
                    <a:pt x="116" y="346"/>
                  </a:lnTo>
                  <a:lnTo>
                    <a:pt x="130" y="344"/>
                  </a:lnTo>
                  <a:lnTo>
                    <a:pt x="139" y="348"/>
                  </a:lnTo>
                  <a:lnTo>
                    <a:pt x="154" y="332"/>
                  </a:lnTo>
                  <a:lnTo>
                    <a:pt x="165" y="334"/>
                  </a:lnTo>
                  <a:lnTo>
                    <a:pt x="177" y="325"/>
                  </a:lnTo>
                  <a:lnTo>
                    <a:pt x="175" y="306"/>
                  </a:lnTo>
                  <a:lnTo>
                    <a:pt x="165" y="301"/>
                  </a:lnTo>
                  <a:lnTo>
                    <a:pt x="177" y="284"/>
                  </a:lnTo>
                  <a:lnTo>
                    <a:pt x="168" y="287"/>
                  </a:lnTo>
                  <a:lnTo>
                    <a:pt x="149" y="294"/>
                  </a:lnTo>
                  <a:lnTo>
                    <a:pt x="144" y="303"/>
                  </a:lnTo>
                  <a:lnTo>
                    <a:pt x="132" y="294"/>
                  </a:lnTo>
                  <a:lnTo>
                    <a:pt x="109" y="299"/>
                  </a:lnTo>
                  <a:lnTo>
                    <a:pt x="85" y="289"/>
                  </a:lnTo>
                  <a:lnTo>
                    <a:pt x="78" y="275"/>
                  </a:lnTo>
                  <a:lnTo>
                    <a:pt x="59" y="251"/>
                  </a:lnTo>
                  <a:lnTo>
                    <a:pt x="80" y="235"/>
                  </a:lnTo>
                  <a:lnTo>
                    <a:pt x="118" y="216"/>
                  </a:lnTo>
                  <a:lnTo>
                    <a:pt x="130" y="216"/>
                  </a:lnTo>
                  <a:lnTo>
                    <a:pt x="128" y="235"/>
                  </a:lnTo>
                  <a:lnTo>
                    <a:pt x="163" y="235"/>
                  </a:lnTo>
                  <a:lnTo>
                    <a:pt x="149" y="209"/>
                  </a:lnTo>
                  <a:lnTo>
                    <a:pt x="130" y="194"/>
                  </a:lnTo>
                  <a:lnTo>
                    <a:pt x="118" y="173"/>
                  </a:lnTo>
                  <a:lnTo>
                    <a:pt x="102" y="154"/>
                  </a:lnTo>
                  <a:lnTo>
                    <a:pt x="80" y="140"/>
                  </a:lnTo>
                  <a:lnTo>
                    <a:pt x="87" y="119"/>
                  </a:lnTo>
                  <a:lnTo>
                    <a:pt x="118" y="116"/>
                  </a:lnTo>
                  <a:lnTo>
                    <a:pt x="139" y="95"/>
                  </a:lnTo>
                  <a:lnTo>
                    <a:pt x="142" y="74"/>
                  </a:lnTo>
                  <a:lnTo>
                    <a:pt x="158" y="52"/>
                  </a:lnTo>
                  <a:lnTo>
                    <a:pt x="175" y="45"/>
                  </a:lnTo>
                  <a:lnTo>
                    <a:pt x="206" y="24"/>
                  </a:lnTo>
                  <a:lnTo>
                    <a:pt x="220" y="26"/>
                  </a:lnTo>
                  <a:lnTo>
                    <a:pt x="246" y="0"/>
                  </a:lnTo>
                  <a:lnTo>
                    <a:pt x="269" y="12"/>
                  </a:lnTo>
                  <a:lnTo>
                    <a:pt x="269" y="12"/>
                  </a:lnTo>
                  <a:lnTo>
                    <a:pt x="269" y="12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367;p30">
              <a:extLst>
                <a:ext uri="{FF2B5EF4-FFF2-40B4-BE49-F238E27FC236}">
                  <a16:creationId xmlns:a16="http://schemas.microsoft.com/office/drawing/2014/main" id="{32E297D5-C7DF-81B5-2617-0D61A024BEFF}"/>
                </a:ext>
              </a:extLst>
            </p:cNvPr>
            <p:cNvSpPr/>
            <p:nvPr/>
          </p:nvSpPr>
          <p:spPr>
            <a:xfrm>
              <a:off x="2375032" y="3583609"/>
              <a:ext cx="371550" cy="318715"/>
            </a:xfrm>
            <a:custGeom>
              <a:avLst/>
              <a:gdLst/>
              <a:ahLst/>
              <a:cxnLst/>
              <a:rect l="l" t="t" r="r" b="b"/>
              <a:pathLst>
                <a:path w="218" h="187" extrusionOk="0">
                  <a:moveTo>
                    <a:pt x="83" y="26"/>
                  </a:moveTo>
                  <a:lnTo>
                    <a:pt x="83" y="26"/>
                  </a:lnTo>
                  <a:lnTo>
                    <a:pt x="97" y="26"/>
                  </a:lnTo>
                  <a:lnTo>
                    <a:pt x="114" y="26"/>
                  </a:lnTo>
                  <a:lnTo>
                    <a:pt x="123" y="33"/>
                  </a:lnTo>
                  <a:lnTo>
                    <a:pt x="135" y="35"/>
                  </a:lnTo>
                  <a:lnTo>
                    <a:pt x="144" y="28"/>
                  </a:lnTo>
                  <a:lnTo>
                    <a:pt x="144" y="26"/>
                  </a:lnTo>
                  <a:lnTo>
                    <a:pt x="166" y="24"/>
                  </a:lnTo>
                  <a:lnTo>
                    <a:pt x="185" y="24"/>
                  </a:lnTo>
                  <a:lnTo>
                    <a:pt x="170" y="28"/>
                  </a:lnTo>
                  <a:lnTo>
                    <a:pt x="175" y="35"/>
                  </a:lnTo>
                  <a:lnTo>
                    <a:pt x="189" y="38"/>
                  </a:lnTo>
                  <a:lnTo>
                    <a:pt x="201" y="45"/>
                  </a:lnTo>
                  <a:lnTo>
                    <a:pt x="203" y="59"/>
                  </a:lnTo>
                  <a:lnTo>
                    <a:pt x="213" y="59"/>
                  </a:lnTo>
                  <a:lnTo>
                    <a:pt x="218" y="61"/>
                  </a:lnTo>
                  <a:lnTo>
                    <a:pt x="206" y="71"/>
                  </a:lnTo>
                  <a:lnTo>
                    <a:pt x="203" y="78"/>
                  </a:lnTo>
                  <a:lnTo>
                    <a:pt x="211" y="83"/>
                  </a:lnTo>
                  <a:lnTo>
                    <a:pt x="206" y="87"/>
                  </a:lnTo>
                  <a:lnTo>
                    <a:pt x="196" y="90"/>
                  </a:lnTo>
                  <a:lnTo>
                    <a:pt x="196" y="97"/>
                  </a:lnTo>
                  <a:lnTo>
                    <a:pt x="192" y="102"/>
                  </a:lnTo>
                  <a:lnTo>
                    <a:pt x="203" y="113"/>
                  </a:lnTo>
                  <a:lnTo>
                    <a:pt x="206" y="118"/>
                  </a:lnTo>
                  <a:lnTo>
                    <a:pt x="199" y="125"/>
                  </a:lnTo>
                  <a:lnTo>
                    <a:pt x="182" y="130"/>
                  </a:lnTo>
                  <a:lnTo>
                    <a:pt x="168" y="132"/>
                  </a:lnTo>
                  <a:lnTo>
                    <a:pt x="166" y="137"/>
                  </a:lnTo>
                  <a:lnTo>
                    <a:pt x="151" y="132"/>
                  </a:lnTo>
                  <a:lnTo>
                    <a:pt x="140" y="130"/>
                  </a:lnTo>
                  <a:lnTo>
                    <a:pt x="137" y="132"/>
                  </a:lnTo>
                  <a:lnTo>
                    <a:pt x="144" y="137"/>
                  </a:lnTo>
                  <a:lnTo>
                    <a:pt x="142" y="147"/>
                  </a:lnTo>
                  <a:lnTo>
                    <a:pt x="144" y="156"/>
                  </a:lnTo>
                  <a:lnTo>
                    <a:pt x="159" y="158"/>
                  </a:lnTo>
                  <a:lnTo>
                    <a:pt x="161" y="161"/>
                  </a:lnTo>
                  <a:lnTo>
                    <a:pt x="149" y="166"/>
                  </a:lnTo>
                  <a:lnTo>
                    <a:pt x="147" y="175"/>
                  </a:lnTo>
                  <a:lnTo>
                    <a:pt x="140" y="175"/>
                  </a:lnTo>
                  <a:lnTo>
                    <a:pt x="128" y="180"/>
                  </a:lnTo>
                  <a:lnTo>
                    <a:pt x="125" y="184"/>
                  </a:lnTo>
                  <a:lnTo>
                    <a:pt x="114" y="187"/>
                  </a:lnTo>
                  <a:lnTo>
                    <a:pt x="104" y="177"/>
                  </a:lnTo>
                  <a:lnTo>
                    <a:pt x="99" y="161"/>
                  </a:lnTo>
                  <a:lnTo>
                    <a:pt x="95" y="156"/>
                  </a:lnTo>
                  <a:lnTo>
                    <a:pt x="88" y="151"/>
                  </a:lnTo>
                  <a:lnTo>
                    <a:pt x="97" y="144"/>
                  </a:lnTo>
                  <a:lnTo>
                    <a:pt x="97" y="140"/>
                  </a:lnTo>
                  <a:lnTo>
                    <a:pt x="90" y="135"/>
                  </a:lnTo>
                  <a:lnTo>
                    <a:pt x="88" y="125"/>
                  </a:lnTo>
                  <a:lnTo>
                    <a:pt x="90" y="113"/>
                  </a:lnTo>
                  <a:lnTo>
                    <a:pt x="92" y="109"/>
                  </a:lnTo>
                  <a:lnTo>
                    <a:pt x="95" y="99"/>
                  </a:lnTo>
                  <a:lnTo>
                    <a:pt x="90" y="97"/>
                  </a:lnTo>
                  <a:lnTo>
                    <a:pt x="80" y="97"/>
                  </a:lnTo>
                  <a:lnTo>
                    <a:pt x="69" y="97"/>
                  </a:lnTo>
                  <a:lnTo>
                    <a:pt x="62" y="99"/>
                  </a:lnTo>
                  <a:lnTo>
                    <a:pt x="52" y="85"/>
                  </a:lnTo>
                  <a:lnTo>
                    <a:pt x="43" y="83"/>
                  </a:lnTo>
                  <a:lnTo>
                    <a:pt x="21" y="85"/>
                  </a:lnTo>
                  <a:lnTo>
                    <a:pt x="17" y="80"/>
                  </a:lnTo>
                  <a:lnTo>
                    <a:pt x="14" y="78"/>
                  </a:lnTo>
                  <a:lnTo>
                    <a:pt x="12" y="73"/>
                  </a:lnTo>
                  <a:lnTo>
                    <a:pt x="14" y="69"/>
                  </a:lnTo>
                  <a:lnTo>
                    <a:pt x="14" y="61"/>
                  </a:lnTo>
                  <a:lnTo>
                    <a:pt x="10" y="59"/>
                  </a:lnTo>
                  <a:lnTo>
                    <a:pt x="7" y="50"/>
                  </a:lnTo>
                  <a:lnTo>
                    <a:pt x="0" y="50"/>
                  </a:lnTo>
                  <a:lnTo>
                    <a:pt x="5" y="40"/>
                  </a:lnTo>
                  <a:lnTo>
                    <a:pt x="7" y="28"/>
                  </a:lnTo>
                  <a:lnTo>
                    <a:pt x="12" y="21"/>
                  </a:lnTo>
                  <a:lnTo>
                    <a:pt x="17" y="16"/>
                  </a:lnTo>
                  <a:lnTo>
                    <a:pt x="21" y="9"/>
                  </a:lnTo>
                  <a:lnTo>
                    <a:pt x="31" y="7"/>
                  </a:lnTo>
                  <a:lnTo>
                    <a:pt x="31" y="9"/>
                  </a:lnTo>
                  <a:lnTo>
                    <a:pt x="21" y="12"/>
                  </a:lnTo>
                  <a:lnTo>
                    <a:pt x="26" y="19"/>
                  </a:lnTo>
                  <a:lnTo>
                    <a:pt x="26" y="28"/>
                  </a:lnTo>
                  <a:lnTo>
                    <a:pt x="19" y="38"/>
                  </a:lnTo>
                  <a:lnTo>
                    <a:pt x="26" y="50"/>
                  </a:lnTo>
                  <a:lnTo>
                    <a:pt x="33" y="50"/>
                  </a:lnTo>
                  <a:lnTo>
                    <a:pt x="36" y="38"/>
                  </a:lnTo>
                  <a:lnTo>
                    <a:pt x="31" y="33"/>
                  </a:lnTo>
                  <a:lnTo>
                    <a:pt x="31" y="19"/>
                  </a:lnTo>
                  <a:lnTo>
                    <a:pt x="50" y="14"/>
                  </a:lnTo>
                  <a:lnTo>
                    <a:pt x="47" y="5"/>
                  </a:lnTo>
                  <a:lnTo>
                    <a:pt x="54" y="0"/>
                  </a:lnTo>
                  <a:lnTo>
                    <a:pt x="59" y="12"/>
                  </a:lnTo>
                  <a:lnTo>
                    <a:pt x="71" y="12"/>
                  </a:lnTo>
                  <a:lnTo>
                    <a:pt x="83" y="21"/>
                  </a:lnTo>
                  <a:lnTo>
                    <a:pt x="83" y="26"/>
                  </a:lnTo>
                  <a:lnTo>
                    <a:pt x="83" y="26"/>
                  </a:lnTo>
                  <a:lnTo>
                    <a:pt x="83" y="26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368;p30">
              <a:extLst>
                <a:ext uri="{FF2B5EF4-FFF2-40B4-BE49-F238E27FC236}">
                  <a16:creationId xmlns:a16="http://schemas.microsoft.com/office/drawing/2014/main" id="{31936E51-9F69-1820-F043-63757A313B7D}"/>
                </a:ext>
              </a:extLst>
            </p:cNvPr>
            <p:cNvSpPr/>
            <p:nvPr/>
          </p:nvSpPr>
          <p:spPr>
            <a:xfrm>
              <a:off x="8994748" y="4325006"/>
              <a:ext cx="35792" cy="57949"/>
            </a:xfrm>
            <a:custGeom>
              <a:avLst/>
              <a:gdLst/>
              <a:ahLst/>
              <a:cxnLst/>
              <a:rect l="l" t="t" r="r" b="b"/>
              <a:pathLst>
                <a:path w="21" h="34" extrusionOk="0">
                  <a:moveTo>
                    <a:pt x="21" y="31"/>
                  </a:moveTo>
                  <a:lnTo>
                    <a:pt x="21" y="31"/>
                  </a:lnTo>
                  <a:lnTo>
                    <a:pt x="14" y="34"/>
                  </a:lnTo>
                  <a:lnTo>
                    <a:pt x="9" y="26"/>
                  </a:lnTo>
                  <a:lnTo>
                    <a:pt x="9" y="22"/>
                  </a:lnTo>
                  <a:lnTo>
                    <a:pt x="21" y="31"/>
                  </a:lnTo>
                  <a:close/>
                  <a:moveTo>
                    <a:pt x="9" y="5"/>
                  </a:moveTo>
                  <a:lnTo>
                    <a:pt x="9" y="5"/>
                  </a:lnTo>
                  <a:lnTo>
                    <a:pt x="12" y="19"/>
                  </a:lnTo>
                  <a:lnTo>
                    <a:pt x="7" y="17"/>
                  </a:lnTo>
                  <a:lnTo>
                    <a:pt x="2" y="17"/>
                  </a:lnTo>
                  <a:lnTo>
                    <a:pt x="0" y="12"/>
                  </a:lnTo>
                  <a:lnTo>
                    <a:pt x="0" y="0"/>
                  </a:lnTo>
                  <a:lnTo>
                    <a:pt x="9" y="5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369;p30">
              <a:extLst>
                <a:ext uri="{FF2B5EF4-FFF2-40B4-BE49-F238E27FC236}">
                  <a16:creationId xmlns:a16="http://schemas.microsoft.com/office/drawing/2014/main" id="{6AACEA30-6BDF-4358-C0F7-86CB4010F462}"/>
                </a:ext>
              </a:extLst>
            </p:cNvPr>
            <p:cNvSpPr/>
            <p:nvPr/>
          </p:nvSpPr>
          <p:spPr>
            <a:xfrm>
              <a:off x="8994748" y="4325007"/>
              <a:ext cx="35792" cy="57949"/>
            </a:xfrm>
            <a:custGeom>
              <a:avLst/>
              <a:gdLst/>
              <a:ahLst/>
              <a:cxnLst/>
              <a:rect l="l" t="t" r="r" b="b"/>
              <a:pathLst>
                <a:path w="21" h="34" extrusionOk="0">
                  <a:moveTo>
                    <a:pt x="21" y="31"/>
                  </a:moveTo>
                  <a:lnTo>
                    <a:pt x="21" y="31"/>
                  </a:lnTo>
                  <a:lnTo>
                    <a:pt x="14" y="34"/>
                  </a:lnTo>
                  <a:lnTo>
                    <a:pt x="9" y="26"/>
                  </a:lnTo>
                  <a:lnTo>
                    <a:pt x="9" y="22"/>
                  </a:lnTo>
                  <a:lnTo>
                    <a:pt x="21" y="31"/>
                  </a:lnTo>
                  <a:moveTo>
                    <a:pt x="9" y="5"/>
                  </a:moveTo>
                  <a:lnTo>
                    <a:pt x="9" y="5"/>
                  </a:lnTo>
                  <a:lnTo>
                    <a:pt x="12" y="19"/>
                  </a:lnTo>
                  <a:lnTo>
                    <a:pt x="7" y="17"/>
                  </a:lnTo>
                  <a:lnTo>
                    <a:pt x="2" y="17"/>
                  </a:lnTo>
                  <a:lnTo>
                    <a:pt x="0" y="12"/>
                  </a:lnTo>
                  <a:lnTo>
                    <a:pt x="0" y="0"/>
                  </a:lnTo>
                  <a:lnTo>
                    <a:pt x="9" y="5"/>
                  </a:lnTo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370;p30">
              <a:extLst>
                <a:ext uri="{FF2B5EF4-FFF2-40B4-BE49-F238E27FC236}">
                  <a16:creationId xmlns:a16="http://schemas.microsoft.com/office/drawing/2014/main" id="{4860D892-CB45-7C8A-F3D5-7B284134572C}"/>
                </a:ext>
              </a:extLst>
            </p:cNvPr>
            <p:cNvSpPr/>
            <p:nvPr/>
          </p:nvSpPr>
          <p:spPr>
            <a:xfrm>
              <a:off x="5139804" y="4740837"/>
              <a:ext cx="68006" cy="68500"/>
            </a:xfrm>
            <a:custGeom>
              <a:avLst/>
              <a:gdLst/>
              <a:ahLst/>
              <a:cxnLst/>
              <a:rect l="l" t="t" r="r" b="b"/>
              <a:pathLst>
                <a:path w="90674" h="91333" extrusionOk="0">
                  <a:moveTo>
                    <a:pt x="60915" y="0"/>
                  </a:moveTo>
                  <a:lnTo>
                    <a:pt x="76822" y="11363"/>
                  </a:lnTo>
                  <a:lnTo>
                    <a:pt x="85912" y="22725"/>
                  </a:lnTo>
                  <a:lnTo>
                    <a:pt x="84892" y="25021"/>
                  </a:lnTo>
                  <a:lnTo>
                    <a:pt x="90674" y="32249"/>
                  </a:lnTo>
                  <a:lnTo>
                    <a:pt x="81584" y="52701"/>
                  </a:lnTo>
                  <a:lnTo>
                    <a:pt x="74767" y="68609"/>
                  </a:lnTo>
                  <a:lnTo>
                    <a:pt x="54314" y="75426"/>
                  </a:lnTo>
                  <a:lnTo>
                    <a:pt x="49769" y="84516"/>
                  </a:lnTo>
                  <a:lnTo>
                    <a:pt x="38407" y="91333"/>
                  </a:lnTo>
                  <a:lnTo>
                    <a:pt x="36041" y="88798"/>
                  </a:lnTo>
                  <a:lnTo>
                    <a:pt x="31815" y="91333"/>
                  </a:lnTo>
                  <a:lnTo>
                    <a:pt x="0" y="57246"/>
                  </a:lnTo>
                  <a:lnTo>
                    <a:pt x="5007" y="51126"/>
                  </a:lnTo>
                  <a:lnTo>
                    <a:pt x="1830" y="47722"/>
                  </a:lnTo>
                  <a:lnTo>
                    <a:pt x="22283" y="22725"/>
                  </a:lnTo>
                  <a:lnTo>
                    <a:pt x="45007" y="6817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82" name="Image 1" descr="gen-dedup-3fc9b6bd6bd01734c54b10a0f11af3f3.png">
            <a:extLst>
              <a:ext uri="{FF2B5EF4-FFF2-40B4-BE49-F238E27FC236}">
                <a16:creationId xmlns:a16="http://schemas.microsoft.com/office/drawing/2014/main" id="{8D4846EB-3783-0854-EF75-EDECBC10D7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11370591c2981caadc50d232db66166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5524805"/>
            <a:ext cx="3905402" cy="3810305"/>
          </a:xfrm>
          <a:prstGeom prst="roundRect">
            <a:avLst>
              <a:gd name="adj" fmla="val 19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238598" y="5524805"/>
            <a:ext cx="3905402" cy="3810305"/>
          </a:xfrm>
          <a:prstGeom prst="roundRect">
            <a:avLst>
              <a:gd name="adj" fmla="val 19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334195" y="5524805"/>
            <a:ext cx="3905402" cy="3810305"/>
          </a:xfrm>
          <a:prstGeom prst="roundRect">
            <a:avLst>
              <a:gd name="adj" fmla="val 199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3430707" y="5524805"/>
            <a:ext cx="3905402" cy="3810305"/>
          </a:xfrm>
          <a:prstGeom prst="roundRect">
            <a:avLst>
              <a:gd name="adj" fmla="val 1992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2" descr="gen-dedup-07d4da1bf1910daef42c9babebc62b7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43000" y="2095805"/>
            <a:ext cx="914400" cy="3840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524305" y="5905195"/>
            <a:ext cx="609905" cy="609905"/>
          </a:xfrm>
          <a:prstGeom prst="roundRect">
            <a:avLst>
              <a:gd name="adj" fmla="val 18741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3" descr="gen-dedup-1eacaf7a8c601fb3ca4f6adf4b4f192c.png"/>
          <p:cNvPicPr>
            <a:picLocks noChangeAspect="1"/>
          </p:cNvPicPr>
          <p:nvPr/>
        </p:nvPicPr>
        <p:blipFill>
          <a:blip r:embed="rId5"/>
          <a:srcRect t="-360" b="-360"/>
          <a:stretch/>
        </p:blipFill>
        <p:spPr>
          <a:xfrm>
            <a:off x="1524305" y="8287207"/>
            <a:ext cx="381305" cy="19202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5619902" y="5905195"/>
            <a:ext cx="609905" cy="609905"/>
          </a:xfrm>
          <a:prstGeom prst="roundRect">
            <a:avLst>
              <a:gd name="adj" fmla="val 18741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4" descr="gen-dedup-1eacaf7a8c601fb3ca4f6adf4b4f192c.png"/>
          <p:cNvPicPr>
            <a:picLocks noChangeAspect="1"/>
          </p:cNvPicPr>
          <p:nvPr/>
        </p:nvPicPr>
        <p:blipFill>
          <a:blip r:embed="rId5"/>
          <a:srcRect t="-360" b="-360"/>
          <a:stretch/>
        </p:blipFill>
        <p:spPr>
          <a:xfrm>
            <a:off x="5619902" y="8287207"/>
            <a:ext cx="381305" cy="19202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9715500" y="5905195"/>
            <a:ext cx="609905" cy="609905"/>
          </a:xfrm>
          <a:prstGeom prst="roundRect">
            <a:avLst>
              <a:gd name="adj" fmla="val 18741"/>
            </a:avLst>
          </a:prstGeom>
          <a:solidFill>
            <a:srgbClr val="E6A817">
              <a:alpha val="12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5" descr="gen-dedup-1eacaf7a8c601fb3ca4f6adf4b4f192c.png"/>
          <p:cNvPicPr>
            <a:picLocks noChangeAspect="1"/>
          </p:cNvPicPr>
          <p:nvPr/>
        </p:nvPicPr>
        <p:blipFill>
          <a:blip r:embed="rId5"/>
          <a:srcRect t="-360" b="-360"/>
          <a:stretch/>
        </p:blipFill>
        <p:spPr>
          <a:xfrm>
            <a:off x="9715500" y="8287207"/>
            <a:ext cx="381305" cy="19202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13811098" y="5905195"/>
            <a:ext cx="609905" cy="609905"/>
          </a:xfrm>
          <a:prstGeom prst="roundRect">
            <a:avLst>
              <a:gd name="adj" fmla="val 18741"/>
            </a:avLst>
          </a:prstGeom>
          <a:solidFill>
            <a:srgbClr val="0A0F1E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6" descr="gen-dedup-bf32672133d061a5c1accb4804bec1af.png"/>
          <p:cNvPicPr>
            <a:picLocks noChangeAspect="1"/>
          </p:cNvPicPr>
          <p:nvPr/>
        </p:nvPicPr>
        <p:blipFill>
          <a:blip r:embed="rId6"/>
          <a:srcRect t="-360" b="-360"/>
          <a:stretch/>
        </p:blipFill>
        <p:spPr>
          <a:xfrm>
            <a:off x="13811098" y="8287207"/>
            <a:ext cx="381305" cy="19202"/>
          </a:xfrm>
          <a:prstGeom prst="rect">
            <a:avLst/>
          </a:prstGeom>
        </p:spPr>
      </p:pic>
      <p:pic>
        <p:nvPicPr>
          <p:cNvPr id="17" name="Image 7" descr="gen-dedup-0113424e0df92296bf5e61a0b6035e32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676095" y="6057900"/>
            <a:ext cx="304495" cy="304495"/>
          </a:xfrm>
          <a:prstGeom prst="rect">
            <a:avLst/>
          </a:prstGeom>
        </p:spPr>
      </p:pic>
      <p:pic>
        <p:nvPicPr>
          <p:cNvPr id="18" name="Image 8" descr="gen-dedup-b867514278944b07393dfc986030d764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772607" y="6057900"/>
            <a:ext cx="304495" cy="304495"/>
          </a:xfrm>
          <a:prstGeom prst="rect">
            <a:avLst/>
          </a:prstGeom>
        </p:spPr>
      </p:pic>
      <p:pic>
        <p:nvPicPr>
          <p:cNvPr id="19" name="Image 9" descr="gen-dedup-6b7cda802fae2b4896161d9ae253451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868205" y="6057900"/>
            <a:ext cx="304495" cy="304495"/>
          </a:xfrm>
          <a:prstGeom prst="rect">
            <a:avLst/>
          </a:prstGeom>
        </p:spPr>
      </p:pic>
      <p:pic>
        <p:nvPicPr>
          <p:cNvPr id="20" name="Image 10" descr="gen-dedup-c2ad12cf8fbbac21265105de29b9e670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3963802" y="6057900"/>
            <a:ext cx="304495" cy="304495"/>
          </a:xfrm>
          <a:prstGeom prst="rect">
            <a:avLst/>
          </a:prstGeom>
        </p:spPr>
      </p:pic>
      <p:sp>
        <p:nvSpPr>
          <p:cNvPr id="21" name="Text 8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MTi · 05</a:t>
            </a:r>
            <a:endParaRPr lang="en-US" sz="900" dirty="0"/>
          </a:p>
        </p:txBody>
      </p:sp>
      <p:sp>
        <p:nvSpPr>
          <p:cNvPr id="22" name="Text 9"/>
          <p:cNvSpPr txBox="1"/>
          <p:nvPr/>
        </p:nvSpPr>
        <p:spPr>
          <a:xfrm>
            <a:off x="1143000" y="2381098"/>
            <a:ext cx="5715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strategic pillars</a:t>
            </a:r>
            <a:endParaRPr lang="en-US" sz="1100" dirty="0"/>
          </a:p>
        </p:txBody>
      </p:sp>
      <p:sp>
        <p:nvSpPr>
          <p:cNvPr id="23" name="Text 10"/>
          <p:cNvSpPr txBox="1"/>
          <p:nvPr/>
        </p:nvSpPr>
        <p:spPr>
          <a:xfrm>
            <a:off x="1143000" y="2857500"/>
            <a:ext cx="15240305" cy="163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800" kern="0" spc="-14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that </a:t>
            </a:r>
            <a:r>
              <a:rPr lang="en-US" sz="5800" b="1" kern="0" spc="-14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operates where</a:t>
            </a:r>
            <a:endParaRPr lang="en-US" sz="5800" dirty="0"/>
          </a:p>
          <a:p>
            <a:pPr marL="0" indent="0" algn="l">
              <a:buNone/>
            </a:pPr>
            <a:r>
              <a:rPr lang="en-US" sz="5800" kern="0" spc="-14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</a:t>
            </a:r>
            <a:r>
              <a:rPr lang="en-US" sz="5800" b="1" kern="0" spc="-14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matters most.</a:t>
            </a:r>
            <a:endParaRPr lang="en-US" sz="5800" dirty="0"/>
          </a:p>
        </p:txBody>
      </p:sp>
      <p:sp>
        <p:nvSpPr>
          <p:cNvPr id="24" name="Text 11"/>
          <p:cNvSpPr txBox="1"/>
          <p:nvPr/>
        </p:nvSpPr>
        <p:spPr>
          <a:xfrm>
            <a:off x="1524305" y="6762902"/>
            <a:ext cx="3238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01</a:t>
            </a:r>
            <a:endParaRPr lang="en-US" sz="900" dirty="0"/>
          </a:p>
        </p:txBody>
      </p:sp>
      <p:sp>
        <p:nvSpPr>
          <p:cNvPr id="25" name="Text 12"/>
          <p:cNvSpPr txBox="1"/>
          <p:nvPr/>
        </p:nvSpPr>
        <p:spPr>
          <a:xfrm>
            <a:off x="1524305" y="7039051"/>
            <a:ext cx="3238805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Mission-</a:t>
            </a:r>
            <a:endParaRPr lang="en-US" sz="2700" dirty="0"/>
          </a:p>
          <a:p>
            <a:pPr marL="0" indent="0" algn="l">
              <a:buNone/>
            </a:pPr>
            <a:r>
              <a:rPr lang="en-US" sz="2700" b="1" kern="0" spc="-2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Focus</a:t>
            </a:r>
            <a:endParaRPr lang="en-US" sz="2700" dirty="0"/>
          </a:p>
        </p:txBody>
      </p:sp>
      <p:sp>
        <p:nvSpPr>
          <p:cNvPr id="26" name="Text 13"/>
          <p:cNvSpPr txBox="1"/>
          <p:nvPr/>
        </p:nvSpPr>
        <p:spPr>
          <a:xfrm>
            <a:off x="1524305" y="8477402"/>
            <a:ext cx="32388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deliver where failure is not an option — airports, metros, hospitals, industrial plants, sovereign infrastructure.</a:t>
            </a:r>
            <a:endParaRPr lang="en-US" sz="1200" dirty="0"/>
          </a:p>
        </p:txBody>
      </p:sp>
      <p:sp>
        <p:nvSpPr>
          <p:cNvPr id="27" name="Text 14"/>
          <p:cNvSpPr txBox="1"/>
          <p:nvPr/>
        </p:nvSpPr>
        <p:spPr>
          <a:xfrm>
            <a:off x="5619902" y="6762902"/>
            <a:ext cx="3238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02</a:t>
            </a:r>
            <a:endParaRPr lang="en-US" sz="900" dirty="0"/>
          </a:p>
        </p:txBody>
      </p:sp>
      <p:sp>
        <p:nvSpPr>
          <p:cNvPr id="28" name="Text 15"/>
          <p:cNvSpPr txBox="1"/>
          <p:nvPr/>
        </p:nvSpPr>
        <p:spPr>
          <a:xfrm>
            <a:off x="5619902" y="7039051"/>
            <a:ext cx="3238805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</a:t>
            </a:r>
            <a:endParaRPr lang="en-US" sz="2700" dirty="0"/>
          </a:p>
          <a:p>
            <a:pPr marL="0" indent="0" algn="l">
              <a:buNone/>
            </a:pPr>
            <a:r>
              <a:rPr lang="en-US" sz="2700" b="1" kern="0" spc="-2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</a:t>
            </a:r>
            <a:endParaRPr lang="en-US" sz="2700" dirty="0"/>
          </a:p>
        </p:txBody>
      </p:sp>
      <p:sp>
        <p:nvSpPr>
          <p:cNvPr id="29" name="Text 16"/>
          <p:cNvSpPr txBox="1"/>
          <p:nvPr/>
        </p:nvSpPr>
        <p:spPr>
          <a:xfrm>
            <a:off x="5619902" y="8477402"/>
            <a:ext cx="32388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Concept, engineering, integration, deployment, operations. One accountable partner from RFQ to 24/7 maintenance.</a:t>
            </a:r>
            <a:endParaRPr lang="en-US" sz="1200" dirty="0"/>
          </a:p>
        </p:txBody>
      </p:sp>
      <p:sp>
        <p:nvSpPr>
          <p:cNvPr id="30" name="Text 17"/>
          <p:cNvSpPr txBox="1"/>
          <p:nvPr/>
        </p:nvSpPr>
        <p:spPr>
          <a:xfrm>
            <a:off x="9715500" y="6762902"/>
            <a:ext cx="3238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03</a:t>
            </a:r>
            <a:endParaRPr lang="en-US" sz="900" dirty="0"/>
          </a:p>
        </p:txBody>
      </p:sp>
      <p:sp>
        <p:nvSpPr>
          <p:cNvPr id="31" name="Text 18"/>
          <p:cNvSpPr txBox="1"/>
          <p:nvPr/>
        </p:nvSpPr>
        <p:spPr>
          <a:xfrm>
            <a:off x="9715500" y="7039051"/>
            <a:ext cx="3238805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Proprietary</a:t>
            </a:r>
            <a:endParaRPr lang="en-US" sz="2700" dirty="0"/>
          </a:p>
          <a:p>
            <a:pPr marL="0" indent="0" algn="l">
              <a:buNone/>
            </a:pPr>
            <a:r>
              <a:rPr lang="en-US" sz="2700" b="1" kern="0" spc="-2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Platforms</a:t>
            </a:r>
            <a:endParaRPr lang="en-US" sz="2700" dirty="0"/>
          </a:p>
        </p:txBody>
      </p:sp>
      <p:sp>
        <p:nvSpPr>
          <p:cNvPr id="32" name="Text 19"/>
          <p:cNvSpPr txBox="1"/>
          <p:nvPr/>
        </p:nvSpPr>
        <p:spPr>
          <a:xfrm>
            <a:off x="9715500" y="8477402"/>
            <a:ext cx="32388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IoT, Digital Twin, Smart City OS and Agentic AI platforms — never re-selling. Fully controlled roadmap and IP.</a:t>
            </a:r>
            <a:endParaRPr lang="en-US" sz="1200" dirty="0"/>
          </a:p>
        </p:txBody>
      </p:sp>
      <p:sp>
        <p:nvSpPr>
          <p:cNvPr id="33" name="Text 20"/>
          <p:cNvSpPr txBox="1"/>
          <p:nvPr/>
        </p:nvSpPr>
        <p:spPr>
          <a:xfrm>
            <a:off x="13811098" y="6762902"/>
            <a:ext cx="3238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04</a:t>
            </a:r>
            <a:endParaRPr lang="en-US" sz="900" dirty="0"/>
          </a:p>
        </p:txBody>
      </p:sp>
      <p:sp>
        <p:nvSpPr>
          <p:cNvPr id="34" name="Text 21"/>
          <p:cNvSpPr txBox="1"/>
          <p:nvPr/>
        </p:nvSpPr>
        <p:spPr>
          <a:xfrm>
            <a:off x="13811098" y="7039051"/>
            <a:ext cx="3238805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kern="0" spc="-27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Measurable</a:t>
            </a:r>
            <a:endParaRPr lang="en-US" sz="2700" dirty="0"/>
          </a:p>
          <a:p>
            <a:pPr marL="0" indent="0" algn="l">
              <a:buNone/>
            </a:pPr>
            <a:r>
              <a:rPr lang="en-US" sz="2700" b="1" kern="0" spc="-27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ROI</a:t>
            </a:r>
            <a:endParaRPr lang="en-US" sz="2700" dirty="0"/>
          </a:p>
        </p:txBody>
      </p:sp>
      <p:sp>
        <p:nvSpPr>
          <p:cNvPr id="35" name="Text 22"/>
          <p:cNvSpPr txBox="1"/>
          <p:nvPr/>
        </p:nvSpPr>
        <p:spPr>
          <a:xfrm>
            <a:off x="13811098" y="8477402"/>
            <a:ext cx="32388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A0F1E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project reports quantified impact — hours saved, quotes generated, downtime avoided, ROI delivered from day one.</a:t>
            </a:r>
            <a:endParaRPr lang="en-US" sz="1200" dirty="0"/>
          </a:p>
        </p:txBody>
      </p:sp>
      <p:pic>
        <p:nvPicPr>
          <p:cNvPr id="37" name="Image 1" descr="gen-dedup-3fc9b6bd6bd01734c54b10a0f11af3f3.png">
            <a:extLst>
              <a:ext uri="{FF2B5EF4-FFF2-40B4-BE49-F238E27FC236}">
                <a16:creationId xmlns:a16="http://schemas.microsoft.com/office/drawing/2014/main" id="{012DEE02-2974-5282-C267-E23607B53A8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4858207"/>
            <a:ext cx="3810305" cy="2190902"/>
          </a:xfrm>
          <a:prstGeom prst="roundRect">
            <a:avLst>
              <a:gd name="adj" fmla="val 2629"/>
            </a:avLst>
          </a:prstGeom>
          <a:solidFill>
            <a:srgbClr val="FFFFFF"/>
          </a:solidFill>
          <a:ln w="12700">
            <a:solidFill>
              <a:srgbClr val="0A0F1E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143500" y="4858207"/>
            <a:ext cx="3810305" cy="2190902"/>
          </a:xfrm>
          <a:prstGeom prst="roundRect">
            <a:avLst>
              <a:gd name="adj" fmla="val 2629"/>
            </a:avLst>
          </a:prstGeom>
          <a:solidFill>
            <a:srgbClr val="FFFFFF"/>
          </a:solidFill>
          <a:ln w="12700">
            <a:solidFill>
              <a:srgbClr val="0A0F1E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0" y="4858207"/>
            <a:ext cx="3810305" cy="2190902"/>
          </a:xfrm>
          <a:prstGeom prst="roundRect">
            <a:avLst>
              <a:gd name="adj" fmla="val 2629"/>
            </a:avLst>
          </a:prstGeom>
          <a:solidFill>
            <a:srgbClr val="FFFFFF"/>
          </a:solidFill>
          <a:ln w="12700">
            <a:solidFill>
              <a:srgbClr val="0A0F1E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144500" y="4858207"/>
            <a:ext cx="4000500" cy="2190902"/>
          </a:xfrm>
          <a:prstGeom prst="roundRect">
            <a:avLst>
              <a:gd name="adj" fmla="val 2629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20110" y="7334402"/>
            <a:ext cx="5333695" cy="2190902"/>
          </a:xfrm>
          <a:prstGeom prst="roundRect">
            <a:avLst>
              <a:gd name="adj" fmla="val 2629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915" y="7334402"/>
            <a:ext cx="5333695" cy="2190902"/>
          </a:xfrm>
          <a:prstGeom prst="roundRect">
            <a:avLst>
              <a:gd name="adj" fmla="val 2629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gen-dedup-07d4da1bf1910daef42c9babebc62b73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2095805"/>
            <a:ext cx="914400" cy="38405"/>
          </a:xfrm>
          <a:prstGeom prst="rect">
            <a:avLst/>
          </a:prstGeom>
        </p:spPr>
      </p:pic>
      <p:pic>
        <p:nvPicPr>
          <p:cNvPr id="11" name="Image 2" descr="gen-dedup-a43b98b5c3ba884a6915492debe29a4e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1143000" y="4858207"/>
            <a:ext cx="761695" cy="38405"/>
          </a:xfrm>
          <a:prstGeom prst="rect">
            <a:avLst/>
          </a:prstGeom>
        </p:spPr>
      </p:pic>
      <p:pic>
        <p:nvPicPr>
          <p:cNvPr id="12" name="Image 3" descr="gen-dedup-a43b98b5c3ba884a6915492debe29a4e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5143500" y="4858207"/>
            <a:ext cx="761695" cy="38405"/>
          </a:xfrm>
          <a:prstGeom prst="rect">
            <a:avLst/>
          </a:prstGeom>
        </p:spPr>
      </p:pic>
      <p:pic>
        <p:nvPicPr>
          <p:cNvPr id="13" name="Image 4" descr="gen-dedup-a43b98b5c3ba884a6915492debe29a4e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9144000" y="4858207"/>
            <a:ext cx="761695" cy="38405"/>
          </a:xfrm>
          <a:prstGeom prst="rect">
            <a:avLst/>
          </a:prstGeom>
        </p:spPr>
      </p:pic>
      <p:pic>
        <p:nvPicPr>
          <p:cNvPr id="14" name="Image 5" descr="gen-dedup-a43b98b5c3ba884a6915492debe29a4e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13144500" y="4858207"/>
            <a:ext cx="761695" cy="38405"/>
          </a:xfrm>
          <a:prstGeom prst="rect">
            <a:avLst/>
          </a:prstGeom>
        </p:spPr>
      </p:pic>
      <p:pic>
        <p:nvPicPr>
          <p:cNvPr id="15" name="Image 6" descr="gen-dedup-a43b98b5c3ba884a6915492debe29a4e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3620110" y="7334402"/>
            <a:ext cx="761695" cy="38405"/>
          </a:xfrm>
          <a:prstGeom prst="rect">
            <a:avLst/>
          </a:prstGeom>
        </p:spPr>
      </p:pic>
      <p:pic>
        <p:nvPicPr>
          <p:cNvPr id="16" name="Image 7" descr="gen-dedup-a43b98b5c3ba884a6915492debe29a4e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9144915" y="7334402"/>
            <a:ext cx="761695" cy="38405"/>
          </a:xfrm>
          <a:prstGeom prst="rect">
            <a:avLst/>
          </a:prstGeom>
        </p:spPr>
      </p:pic>
      <p:sp>
        <p:nvSpPr>
          <p:cNvPr id="18" name="Text 7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a glance · 04</a:t>
            </a:r>
            <a:endParaRPr lang="en-US" sz="900" dirty="0"/>
          </a:p>
        </p:txBody>
      </p:sp>
      <p:sp>
        <p:nvSpPr>
          <p:cNvPr id="19" name="Text 8"/>
          <p:cNvSpPr txBox="1"/>
          <p:nvPr/>
        </p:nvSpPr>
        <p:spPr>
          <a:xfrm>
            <a:off x="1143000" y="2381098"/>
            <a:ext cx="5715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15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Proven at scale</a:t>
            </a:r>
            <a:endParaRPr lang="en-US" sz="1100" dirty="0"/>
          </a:p>
        </p:txBody>
      </p:sp>
      <p:sp>
        <p:nvSpPr>
          <p:cNvPr id="20" name="Text 9"/>
          <p:cNvSpPr txBox="1"/>
          <p:nvPr/>
        </p:nvSpPr>
        <p:spPr>
          <a:xfrm>
            <a:off x="1143000" y="2857500"/>
            <a:ext cx="15621610" cy="9244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900" b="1" kern="0" spc="-207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integrated </a:t>
            </a:r>
            <a:r>
              <a:rPr lang="en-US" sz="6900" b="1" kern="0" spc="-20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model.</a:t>
            </a:r>
            <a:endParaRPr lang="en-US" sz="6900" dirty="0"/>
          </a:p>
        </p:txBody>
      </p:sp>
      <p:sp>
        <p:nvSpPr>
          <p:cNvPr id="21" name="Text 10"/>
          <p:cNvSpPr txBox="1"/>
          <p:nvPr/>
        </p:nvSpPr>
        <p:spPr>
          <a:xfrm>
            <a:off x="1429207" y="5238598"/>
            <a:ext cx="3238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Years of innovation</a:t>
            </a:r>
            <a:endParaRPr lang="en-US" sz="900" dirty="0"/>
          </a:p>
        </p:txBody>
      </p:sp>
      <p:sp>
        <p:nvSpPr>
          <p:cNvPr id="22" name="Text 11"/>
          <p:cNvSpPr txBox="1"/>
          <p:nvPr/>
        </p:nvSpPr>
        <p:spPr>
          <a:xfrm>
            <a:off x="1429207" y="5477256"/>
            <a:ext cx="3238805" cy="1095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800" b="1" kern="0" spc="-31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r>
              <a:rPr lang="en-US" sz="7800" b="1" kern="0" spc="-31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7800" dirty="0"/>
          </a:p>
        </p:txBody>
      </p:sp>
      <p:sp>
        <p:nvSpPr>
          <p:cNvPr id="23" name="Text 12"/>
          <p:cNvSpPr txBox="1"/>
          <p:nvPr/>
        </p:nvSpPr>
        <p:spPr>
          <a:xfrm>
            <a:off x="1429207" y="6661404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 since 2016</a:t>
            </a:r>
            <a:endParaRPr lang="en-US" sz="1200" dirty="0"/>
          </a:p>
        </p:txBody>
      </p:sp>
      <p:sp>
        <p:nvSpPr>
          <p:cNvPr id="24" name="Text 13"/>
          <p:cNvSpPr txBox="1"/>
          <p:nvPr/>
        </p:nvSpPr>
        <p:spPr>
          <a:xfrm>
            <a:off x="5429707" y="5238598"/>
            <a:ext cx="3238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 devices connected</a:t>
            </a:r>
            <a:endParaRPr lang="en-US" sz="900" dirty="0"/>
          </a:p>
        </p:txBody>
      </p:sp>
      <p:sp>
        <p:nvSpPr>
          <p:cNvPr id="25" name="Text 14"/>
          <p:cNvSpPr txBox="1"/>
          <p:nvPr/>
        </p:nvSpPr>
        <p:spPr>
          <a:xfrm>
            <a:off x="5429707" y="5477256"/>
            <a:ext cx="3677717" cy="1095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800" b="1" kern="0" spc="-31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150K</a:t>
            </a:r>
            <a:r>
              <a:rPr lang="en-US" sz="7800" b="1" kern="0" spc="-31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7800" dirty="0"/>
          </a:p>
        </p:txBody>
      </p:sp>
      <p:sp>
        <p:nvSpPr>
          <p:cNvPr id="26" name="Text 15"/>
          <p:cNvSpPr txBox="1"/>
          <p:nvPr/>
        </p:nvSpPr>
        <p:spPr>
          <a:xfrm>
            <a:off x="5429707" y="6661404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via thethings.io platform</a:t>
            </a:r>
            <a:endParaRPr lang="en-US" sz="1200" dirty="0"/>
          </a:p>
        </p:txBody>
      </p:sp>
      <p:sp>
        <p:nvSpPr>
          <p:cNvPr id="27" name="Text 16"/>
          <p:cNvSpPr txBox="1"/>
          <p:nvPr/>
        </p:nvSpPr>
        <p:spPr>
          <a:xfrm>
            <a:off x="9430207" y="5238598"/>
            <a:ext cx="3238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Governments served</a:t>
            </a:r>
            <a:endParaRPr lang="en-US" sz="900" dirty="0"/>
          </a:p>
        </p:txBody>
      </p:sp>
      <p:sp>
        <p:nvSpPr>
          <p:cNvPr id="28" name="Text 17"/>
          <p:cNvSpPr txBox="1"/>
          <p:nvPr/>
        </p:nvSpPr>
        <p:spPr>
          <a:xfrm>
            <a:off x="9430207" y="5477256"/>
            <a:ext cx="4827118" cy="1095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800" b="1" kern="0" spc="-31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</a:t>
            </a:r>
            <a:r>
              <a:rPr lang="en-US" sz="7800" b="1" kern="0" spc="-31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7800" dirty="0"/>
          </a:p>
        </p:txBody>
      </p:sp>
      <p:sp>
        <p:nvSpPr>
          <p:cNvPr id="29" name="Text 18"/>
          <p:cNvSpPr txBox="1"/>
          <p:nvPr/>
        </p:nvSpPr>
        <p:spPr>
          <a:xfrm>
            <a:off x="9430207" y="6661404"/>
            <a:ext cx="3238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AENA · TMB · KAFD · Cities</a:t>
            </a:r>
            <a:endParaRPr lang="en-US" sz="1200" dirty="0"/>
          </a:p>
        </p:txBody>
      </p:sp>
      <p:sp>
        <p:nvSpPr>
          <p:cNvPr id="30" name="Text 19"/>
          <p:cNvSpPr txBox="1"/>
          <p:nvPr/>
        </p:nvSpPr>
        <p:spPr>
          <a:xfrm>
            <a:off x="13430707" y="52385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cases in production</a:t>
            </a:r>
            <a:endParaRPr lang="en-US" sz="900" dirty="0"/>
          </a:p>
        </p:txBody>
      </p:sp>
      <p:sp>
        <p:nvSpPr>
          <p:cNvPr id="31" name="Text 20"/>
          <p:cNvSpPr txBox="1"/>
          <p:nvPr/>
        </p:nvSpPr>
        <p:spPr>
          <a:xfrm>
            <a:off x="13430707" y="5477256"/>
            <a:ext cx="3429000" cy="1095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800" b="1" kern="0" spc="-31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r>
              <a:rPr lang="en-US" sz="7800" b="1" kern="0" spc="-31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7800" dirty="0"/>
          </a:p>
        </p:txBody>
      </p:sp>
      <p:sp>
        <p:nvSpPr>
          <p:cNvPr id="32" name="Text 21"/>
          <p:cNvSpPr txBox="1"/>
          <p:nvPr/>
        </p:nvSpPr>
        <p:spPr>
          <a:xfrm>
            <a:off x="13430707" y="6661404"/>
            <a:ext cx="34290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AI, real deployments</a:t>
            </a:r>
            <a:endParaRPr lang="en-US" sz="1200" dirty="0"/>
          </a:p>
        </p:txBody>
      </p:sp>
      <p:sp>
        <p:nvSpPr>
          <p:cNvPr id="33" name="Text 22"/>
          <p:cNvSpPr txBox="1"/>
          <p:nvPr/>
        </p:nvSpPr>
        <p:spPr>
          <a:xfrm>
            <a:off x="3906317" y="7715707"/>
            <a:ext cx="4763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Countries of operation</a:t>
            </a:r>
            <a:endParaRPr lang="en-US" sz="900" dirty="0"/>
          </a:p>
        </p:txBody>
      </p:sp>
      <p:sp>
        <p:nvSpPr>
          <p:cNvPr id="34" name="Text 23"/>
          <p:cNvSpPr txBox="1"/>
          <p:nvPr/>
        </p:nvSpPr>
        <p:spPr>
          <a:xfrm>
            <a:off x="3906317" y="7953451"/>
            <a:ext cx="4763110" cy="1095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800" b="1" kern="0" spc="-31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r>
              <a:rPr lang="en-US" sz="7800" b="1" kern="0" spc="-31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7800" dirty="0"/>
          </a:p>
        </p:txBody>
      </p:sp>
      <p:sp>
        <p:nvSpPr>
          <p:cNvPr id="35" name="Text 24"/>
          <p:cNvSpPr txBox="1"/>
          <p:nvPr/>
        </p:nvSpPr>
        <p:spPr>
          <a:xfrm>
            <a:off x="3906317" y="9138514"/>
            <a:ext cx="4763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reach · local execution</a:t>
            </a:r>
            <a:endParaRPr lang="en-US" sz="1200" dirty="0"/>
          </a:p>
        </p:txBody>
      </p:sp>
      <p:sp>
        <p:nvSpPr>
          <p:cNvPr id="36" name="Text 25"/>
          <p:cNvSpPr txBox="1"/>
          <p:nvPr/>
        </p:nvSpPr>
        <p:spPr>
          <a:xfrm>
            <a:off x="9430208" y="7715707"/>
            <a:ext cx="4763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customers</a:t>
            </a:r>
            <a:endParaRPr lang="en-US" sz="900" dirty="0"/>
          </a:p>
        </p:txBody>
      </p:sp>
      <p:sp>
        <p:nvSpPr>
          <p:cNvPr id="37" name="Text 26"/>
          <p:cNvSpPr txBox="1"/>
          <p:nvPr/>
        </p:nvSpPr>
        <p:spPr>
          <a:xfrm>
            <a:off x="9430208" y="7953451"/>
            <a:ext cx="4763110" cy="1095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800" b="1" kern="0" spc="-31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r>
              <a:rPr lang="en-US" sz="7800" b="1" kern="0" spc="-31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7800" dirty="0"/>
          </a:p>
        </p:txBody>
      </p:sp>
      <p:sp>
        <p:nvSpPr>
          <p:cNvPr id="38" name="Text 27"/>
          <p:cNvSpPr txBox="1"/>
          <p:nvPr/>
        </p:nvSpPr>
        <p:spPr>
          <a:xfrm>
            <a:off x="9430208" y="9138514"/>
            <a:ext cx="4763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Navantia · TMB · AENA · Abertis · Fujitsu · Indra</a:t>
            </a:r>
            <a:endParaRPr lang="en-US" sz="1200" dirty="0"/>
          </a:p>
        </p:txBody>
      </p:sp>
      <p:sp>
        <p:nvSpPr>
          <p:cNvPr id="42" name="Text 31"/>
          <p:cNvSpPr txBox="1"/>
          <p:nvPr/>
        </p:nvSpPr>
        <p:spPr>
          <a:xfrm>
            <a:off x="1143000" y="9810598"/>
            <a:ext cx="7620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76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MTi Group · Company Presentation</a:t>
            </a:r>
            <a:endParaRPr lang="en-US" sz="900" dirty="0"/>
          </a:p>
        </p:txBody>
      </p:sp>
      <p:pic>
        <p:nvPicPr>
          <p:cNvPr id="44" name="Image 1" descr="gen-dedup-3fc9b6bd6bd01734c54b10a0f11af3f3.png">
            <a:extLst>
              <a:ext uri="{FF2B5EF4-FFF2-40B4-BE49-F238E27FC236}">
                <a16:creationId xmlns:a16="http://schemas.microsoft.com/office/drawing/2014/main" id="{A3F7B406-0655-E4A4-333D-0064D6CDCF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3810305"/>
            <a:ext cx="5381244" cy="2667305"/>
          </a:xfrm>
          <a:prstGeom prst="roundRect">
            <a:avLst>
              <a:gd name="adj" fmla="val 720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715354" y="3810305"/>
            <a:ext cx="5381244" cy="2667305"/>
          </a:xfrm>
          <a:prstGeom prst="roundRect">
            <a:avLst>
              <a:gd name="adj" fmla="val 720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287707" y="3810305"/>
            <a:ext cx="4858207" cy="2667305"/>
          </a:xfrm>
          <a:prstGeom prst="roundRect">
            <a:avLst>
              <a:gd name="adj" fmla="val 720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43000" y="6667805"/>
            <a:ext cx="5381244" cy="2667305"/>
          </a:xfrm>
          <a:prstGeom prst="roundRect">
            <a:avLst>
              <a:gd name="adj" fmla="val 720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715354" y="6667805"/>
            <a:ext cx="5381244" cy="2667305"/>
          </a:xfrm>
          <a:prstGeom prst="roundRect">
            <a:avLst>
              <a:gd name="adj" fmla="val 720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287707" y="6667805"/>
            <a:ext cx="4858207" cy="2667305"/>
          </a:xfrm>
          <a:prstGeom prst="roundRect">
            <a:avLst>
              <a:gd name="adj" fmla="val 720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gen-dedup-96ab480cbdaae70610a0dffdd0c2b6a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810305"/>
            <a:ext cx="2097509" cy="2667305"/>
          </a:xfrm>
          <a:prstGeom prst="rect">
            <a:avLst/>
          </a:prstGeom>
        </p:spPr>
      </p:pic>
      <p:pic>
        <p:nvPicPr>
          <p:cNvPr id="9" name="Image 1" descr="gen-dedup-a33ad67954a55759bca49c0de1455b7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354" y="3810305"/>
            <a:ext cx="2095805" cy="2668429"/>
          </a:xfrm>
          <a:prstGeom prst="rect">
            <a:avLst/>
          </a:prstGeom>
        </p:spPr>
      </p:pic>
      <p:pic>
        <p:nvPicPr>
          <p:cNvPr id="10" name="Image 2" descr="gen-dedup-bad7156babdac6f5efbe62e518bdcc0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87707" y="3810305"/>
            <a:ext cx="1904695" cy="2668056"/>
          </a:xfrm>
          <a:prstGeom prst="rect">
            <a:avLst/>
          </a:prstGeom>
        </p:spPr>
      </p:pic>
      <p:pic>
        <p:nvPicPr>
          <p:cNvPr id="11" name="Image 3" descr="gen-dedup-f8ca8ceb4f70a0b428c85cf59ed8a289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6667805"/>
            <a:ext cx="2096798" cy="2667305"/>
          </a:xfrm>
          <a:prstGeom prst="rect">
            <a:avLst/>
          </a:prstGeom>
        </p:spPr>
      </p:pic>
      <p:pic>
        <p:nvPicPr>
          <p:cNvPr id="12" name="Image 4" descr="gen-dedup-01d29c7bd8c0c62cfc5d9c750a4043f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5354" y="6667805"/>
            <a:ext cx="2096798" cy="2667305"/>
          </a:xfrm>
          <a:prstGeom prst="rect">
            <a:avLst/>
          </a:prstGeom>
        </p:spPr>
      </p:pic>
      <p:pic>
        <p:nvPicPr>
          <p:cNvPr id="13" name="Image 5" descr="gen-dedup-9fc4c7ca763e4eaf2975044261b9e298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87707" y="6667805"/>
            <a:ext cx="1906629" cy="2667305"/>
          </a:xfrm>
          <a:prstGeom prst="rect">
            <a:avLst/>
          </a:prstGeom>
        </p:spPr>
      </p:pic>
      <p:pic>
        <p:nvPicPr>
          <p:cNvPr id="15" name="Image 7" descr="gen-dedup-07d4da1bf1910daef42c9babebc62b73.png"/>
          <p:cNvPicPr>
            <a:picLocks noChangeAspect="1"/>
          </p:cNvPicPr>
          <p:nvPr/>
        </p:nvPicPr>
        <p:blipFill>
          <a:blip r:embed="rId9"/>
          <a:srcRect t="-400" b="-400"/>
          <a:stretch/>
        </p:blipFill>
        <p:spPr>
          <a:xfrm>
            <a:off x="1143000" y="1904695"/>
            <a:ext cx="914400" cy="38405"/>
          </a:xfrm>
          <a:prstGeom prst="rect">
            <a:avLst/>
          </a:prstGeom>
        </p:spPr>
      </p:pic>
      <p:pic>
        <p:nvPicPr>
          <p:cNvPr id="16" name="Image 8" descr="gen-dedup-15a73e749e0a7d8b2774d77c55981ad9.png"/>
          <p:cNvPicPr>
            <a:picLocks noChangeAspect="1"/>
          </p:cNvPicPr>
          <p:nvPr/>
        </p:nvPicPr>
        <p:blipFill>
          <a:blip r:embed="rId10"/>
          <a:srcRect l="-2083" r="-2083"/>
          <a:stretch/>
        </p:blipFill>
        <p:spPr>
          <a:xfrm>
            <a:off x="1143000" y="9525305"/>
            <a:ext cx="16002000" cy="9144"/>
          </a:xfrm>
          <a:prstGeom prst="rect">
            <a:avLst/>
          </a:prstGeom>
        </p:spPr>
      </p:pic>
      <p:sp>
        <p:nvSpPr>
          <p:cNvPr id="17" name="Text 6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Sectors · 07</a:t>
            </a:r>
            <a:endParaRPr lang="en-US" sz="900" dirty="0"/>
          </a:p>
        </p:txBody>
      </p:sp>
      <p:sp>
        <p:nvSpPr>
          <p:cNvPr id="18" name="Text 7"/>
          <p:cNvSpPr txBox="1"/>
          <p:nvPr/>
        </p:nvSpPr>
        <p:spPr>
          <a:xfrm>
            <a:off x="1143000" y="2190902"/>
            <a:ext cx="7620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Sectors of activity</a:t>
            </a:r>
            <a:endParaRPr lang="en-US" sz="1100" dirty="0"/>
          </a:p>
        </p:txBody>
      </p:sp>
      <p:sp>
        <p:nvSpPr>
          <p:cNvPr id="19" name="Text 8"/>
          <p:cNvSpPr txBox="1"/>
          <p:nvPr/>
        </p:nvSpPr>
        <p:spPr>
          <a:xfrm>
            <a:off x="1143000" y="2619756"/>
            <a:ext cx="14287500" cy="705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200" b="1" kern="0" spc="-158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understand </a:t>
            </a:r>
            <a:r>
              <a:rPr lang="en-US" sz="5200" b="1" kern="0" spc="-15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sector.</a:t>
            </a:r>
            <a:endParaRPr lang="en-US" sz="5200" dirty="0"/>
          </a:p>
        </p:txBody>
      </p:sp>
      <p:sp>
        <p:nvSpPr>
          <p:cNvPr id="20" name="Text 9"/>
          <p:cNvSpPr txBox="1"/>
          <p:nvPr/>
        </p:nvSpPr>
        <p:spPr>
          <a:xfrm>
            <a:off x="3429000" y="4048049"/>
            <a:ext cx="29535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Priority</a:t>
            </a:r>
            <a:endParaRPr lang="en-US" sz="800" dirty="0"/>
          </a:p>
        </p:txBody>
      </p:sp>
      <p:sp>
        <p:nvSpPr>
          <p:cNvPr id="21" name="Text 10"/>
          <p:cNvSpPr txBox="1"/>
          <p:nvPr/>
        </p:nvSpPr>
        <p:spPr>
          <a:xfrm>
            <a:off x="3429000" y="4257446"/>
            <a:ext cx="29535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</a:t>
            </a:r>
            <a:endParaRPr lang="en-US" sz="2400" dirty="0"/>
          </a:p>
        </p:txBody>
      </p:sp>
      <p:sp>
        <p:nvSpPr>
          <p:cNvPr id="22" name="Text 11"/>
          <p:cNvSpPr txBox="1"/>
          <p:nvPr/>
        </p:nvSpPr>
        <p:spPr>
          <a:xfrm>
            <a:off x="3429000" y="4724705"/>
            <a:ext cx="29535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CCTV, VMS, access control, perimeter, control-room operations.</a:t>
            </a:r>
            <a:endParaRPr lang="en-US" sz="1000" dirty="0"/>
          </a:p>
        </p:txBody>
      </p:sp>
      <p:sp>
        <p:nvSpPr>
          <p:cNvPr id="23" name="Text 12"/>
          <p:cNvSpPr txBox="1"/>
          <p:nvPr/>
        </p:nvSpPr>
        <p:spPr>
          <a:xfrm>
            <a:off x="3429000" y="5257800"/>
            <a:ext cx="29535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24" dirty="0">
                <a:solidFill>
                  <a:srgbClr val="0A0F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AENA · SIPA · Metro · Airports</a:t>
            </a:r>
            <a:endParaRPr lang="en-US" sz="800" dirty="0"/>
          </a:p>
        </p:txBody>
      </p:sp>
      <p:sp>
        <p:nvSpPr>
          <p:cNvPr id="24" name="Text 13"/>
          <p:cNvSpPr txBox="1"/>
          <p:nvPr/>
        </p:nvSpPr>
        <p:spPr>
          <a:xfrm>
            <a:off x="9001354" y="4048049"/>
            <a:ext cx="29535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Focus</a:t>
            </a:r>
            <a:endParaRPr lang="en-US" sz="800" dirty="0"/>
          </a:p>
        </p:txBody>
      </p:sp>
      <p:sp>
        <p:nvSpPr>
          <p:cNvPr id="25" name="Text 14"/>
          <p:cNvSpPr txBox="1"/>
          <p:nvPr/>
        </p:nvSpPr>
        <p:spPr>
          <a:xfrm>
            <a:off x="9001354" y="4257446"/>
            <a:ext cx="29535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Cities</a:t>
            </a:r>
            <a:endParaRPr lang="en-US" sz="2400" dirty="0"/>
          </a:p>
        </p:txBody>
      </p:sp>
      <p:sp>
        <p:nvSpPr>
          <p:cNvPr id="26" name="Text 15"/>
          <p:cNvSpPr txBox="1"/>
          <p:nvPr/>
        </p:nvSpPr>
        <p:spPr>
          <a:xfrm>
            <a:off x="9001354" y="4724705"/>
            <a:ext cx="29535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Command centres, waste, lighting, mobility, utilities, IoT metering.</a:t>
            </a:r>
            <a:endParaRPr lang="en-US" sz="1000" dirty="0"/>
          </a:p>
        </p:txBody>
      </p:sp>
      <p:sp>
        <p:nvSpPr>
          <p:cNvPr id="27" name="Text 16"/>
          <p:cNvSpPr txBox="1"/>
          <p:nvPr/>
        </p:nvSpPr>
        <p:spPr>
          <a:xfrm>
            <a:off x="9001354" y="5257800"/>
            <a:ext cx="29535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24" dirty="0">
                <a:solidFill>
                  <a:srgbClr val="0A0F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KAFD · Qatar · Hospitalet · NSU</a:t>
            </a:r>
            <a:endParaRPr lang="en-US" sz="800" dirty="0"/>
          </a:p>
        </p:txBody>
      </p:sp>
      <p:sp>
        <p:nvSpPr>
          <p:cNvPr id="28" name="Text 17"/>
          <p:cNvSpPr txBox="1"/>
          <p:nvPr/>
        </p:nvSpPr>
        <p:spPr>
          <a:xfrm>
            <a:off x="14382598" y="4048049"/>
            <a:ext cx="2667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Depth</a:t>
            </a:r>
            <a:endParaRPr lang="en-US" sz="800" dirty="0"/>
          </a:p>
        </p:txBody>
      </p:sp>
      <p:sp>
        <p:nvSpPr>
          <p:cNvPr id="29" name="Text 18"/>
          <p:cNvSpPr txBox="1"/>
          <p:nvPr/>
        </p:nvSpPr>
        <p:spPr>
          <a:xfrm>
            <a:off x="14382598" y="4257446"/>
            <a:ext cx="3039466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&amp; Naval</a:t>
            </a:r>
            <a:endParaRPr lang="en-US" sz="2400" dirty="0"/>
          </a:p>
        </p:txBody>
      </p:sp>
      <p:sp>
        <p:nvSpPr>
          <p:cNvPr id="30" name="Text 19"/>
          <p:cNvSpPr txBox="1"/>
          <p:nvPr/>
        </p:nvSpPr>
        <p:spPr>
          <a:xfrm>
            <a:off x="14382598" y="4724705"/>
            <a:ext cx="2667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Twin, SCADA, Industry 4.0, shipyard digital factories.</a:t>
            </a:r>
            <a:endParaRPr lang="en-US" sz="1000" dirty="0"/>
          </a:p>
        </p:txBody>
      </p:sp>
      <p:sp>
        <p:nvSpPr>
          <p:cNvPr id="31" name="Text 20"/>
          <p:cNvSpPr txBox="1"/>
          <p:nvPr/>
        </p:nvSpPr>
        <p:spPr>
          <a:xfrm>
            <a:off x="14382598" y="5257800"/>
            <a:ext cx="2667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24" dirty="0">
                <a:solidFill>
                  <a:srgbClr val="0A0F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Navantia · Freire · Industry 4.0</a:t>
            </a:r>
            <a:endParaRPr lang="en-US" sz="800" dirty="0"/>
          </a:p>
        </p:txBody>
      </p:sp>
      <p:sp>
        <p:nvSpPr>
          <p:cNvPr id="32" name="Text 21"/>
          <p:cNvSpPr txBox="1"/>
          <p:nvPr/>
        </p:nvSpPr>
        <p:spPr>
          <a:xfrm>
            <a:off x="3429000" y="6905549"/>
            <a:ext cx="29535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Layer</a:t>
            </a:r>
            <a:endParaRPr lang="en-US" sz="800" dirty="0"/>
          </a:p>
        </p:txBody>
      </p:sp>
      <p:sp>
        <p:nvSpPr>
          <p:cNvPr id="33" name="Text 22"/>
          <p:cNvSpPr txBox="1"/>
          <p:nvPr/>
        </p:nvSpPr>
        <p:spPr>
          <a:xfrm>
            <a:off x="3429000" y="7114946"/>
            <a:ext cx="29535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Cybersecurity</a:t>
            </a:r>
            <a:endParaRPr lang="en-US" sz="2400" dirty="0"/>
          </a:p>
        </p:txBody>
      </p:sp>
      <p:sp>
        <p:nvSpPr>
          <p:cNvPr id="34" name="Text 23"/>
          <p:cNvSpPr txBox="1"/>
          <p:nvPr/>
        </p:nvSpPr>
        <p:spPr>
          <a:xfrm>
            <a:off x="3429000" y="7582205"/>
            <a:ext cx="29535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design, network segmentation, NIS2 &amp; ISO 27001 compliance.</a:t>
            </a:r>
            <a:endParaRPr lang="en-US" sz="1000" dirty="0"/>
          </a:p>
        </p:txBody>
      </p:sp>
      <p:sp>
        <p:nvSpPr>
          <p:cNvPr id="35" name="Text 24"/>
          <p:cNvSpPr txBox="1"/>
          <p:nvPr/>
        </p:nvSpPr>
        <p:spPr>
          <a:xfrm>
            <a:off x="3429000" y="8115300"/>
            <a:ext cx="29535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24" dirty="0">
                <a:solidFill>
                  <a:srgbClr val="0A0F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Zero-trust · Encrypted fabric</a:t>
            </a:r>
            <a:endParaRPr lang="en-US" sz="800" dirty="0"/>
          </a:p>
        </p:txBody>
      </p:sp>
      <p:sp>
        <p:nvSpPr>
          <p:cNvPr id="36" name="Text 25"/>
          <p:cNvSpPr txBox="1"/>
          <p:nvPr/>
        </p:nvSpPr>
        <p:spPr>
          <a:xfrm>
            <a:off x="9001354" y="6905549"/>
            <a:ext cx="29535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Venue</a:t>
            </a:r>
            <a:endParaRPr lang="en-US" sz="800" dirty="0"/>
          </a:p>
        </p:txBody>
      </p:sp>
      <p:sp>
        <p:nvSpPr>
          <p:cNvPr id="37" name="Text 26"/>
          <p:cNvSpPr txBox="1"/>
          <p:nvPr/>
        </p:nvSpPr>
        <p:spPr>
          <a:xfrm>
            <a:off x="9001354" y="7114946"/>
            <a:ext cx="295351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Sports Venues</a:t>
            </a:r>
            <a:endParaRPr lang="en-US" sz="2400" dirty="0"/>
          </a:p>
        </p:txBody>
      </p:sp>
      <p:sp>
        <p:nvSpPr>
          <p:cNvPr id="38" name="Text 27"/>
          <p:cNvSpPr txBox="1"/>
          <p:nvPr/>
        </p:nvSpPr>
        <p:spPr>
          <a:xfrm>
            <a:off x="9001354" y="7582205"/>
            <a:ext cx="29535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Stadium CCTV, access, IoT, digital twin of the venue.</a:t>
            </a:r>
            <a:endParaRPr lang="en-US" sz="1000" dirty="0"/>
          </a:p>
        </p:txBody>
      </p:sp>
      <p:sp>
        <p:nvSpPr>
          <p:cNvPr id="39" name="Text 28"/>
          <p:cNvSpPr txBox="1"/>
          <p:nvPr/>
        </p:nvSpPr>
        <p:spPr>
          <a:xfrm>
            <a:off x="9001354" y="8115300"/>
            <a:ext cx="29535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24" dirty="0">
                <a:solidFill>
                  <a:srgbClr val="0A0F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FC Barcelona · PortAventura</a:t>
            </a:r>
            <a:endParaRPr lang="en-US" sz="800" dirty="0"/>
          </a:p>
        </p:txBody>
      </p:sp>
      <p:sp>
        <p:nvSpPr>
          <p:cNvPr id="40" name="Text 29"/>
          <p:cNvSpPr txBox="1"/>
          <p:nvPr/>
        </p:nvSpPr>
        <p:spPr>
          <a:xfrm>
            <a:off x="14382598" y="6905549"/>
            <a:ext cx="2667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Scale</a:t>
            </a:r>
            <a:endParaRPr lang="en-US" sz="800" dirty="0"/>
          </a:p>
        </p:txBody>
      </p:sp>
      <p:sp>
        <p:nvSpPr>
          <p:cNvPr id="41" name="Text 30"/>
          <p:cNvSpPr txBox="1"/>
          <p:nvPr/>
        </p:nvSpPr>
        <p:spPr>
          <a:xfrm>
            <a:off x="14382598" y="7114946"/>
            <a:ext cx="2667305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Transports</a:t>
            </a:r>
            <a:endParaRPr lang="en-US" sz="2400" dirty="0"/>
          </a:p>
        </p:txBody>
      </p:sp>
      <p:sp>
        <p:nvSpPr>
          <p:cNvPr id="42" name="Text 31"/>
          <p:cNvSpPr txBox="1"/>
          <p:nvPr/>
        </p:nvSpPr>
        <p:spPr>
          <a:xfrm>
            <a:off x="14382598" y="7582205"/>
            <a:ext cx="2667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Metros, buses, airports — VMS, ITxPT, PIS, onboard CCTV.</a:t>
            </a:r>
            <a:endParaRPr lang="en-US" sz="1000" dirty="0"/>
          </a:p>
        </p:txBody>
      </p:sp>
      <p:sp>
        <p:nvSpPr>
          <p:cNvPr id="43" name="Text 32"/>
          <p:cNvSpPr txBox="1"/>
          <p:nvPr/>
        </p:nvSpPr>
        <p:spPr>
          <a:xfrm>
            <a:off x="14382598" y="8115300"/>
            <a:ext cx="2667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24" dirty="0">
                <a:solidFill>
                  <a:srgbClr val="0A0F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TMB · Moventia · AENA</a:t>
            </a:r>
            <a:endParaRPr lang="en-US" sz="800" dirty="0"/>
          </a:p>
        </p:txBody>
      </p:sp>
      <p:sp>
        <p:nvSpPr>
          <p:cNvPr id="44" name="Text 33"/>
          <p:cNvSpPr txBox="1"/>
          <p:nvPr/>
        </p:nvSpPr>
        <p:spPr>
          <a:xfrm>
            <a:off x="1143000" y="9667951"/>
            <a:ext cx="3810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serving</a:t>
            </a:r>
            <a:endParaRPr lang="en-US" sz="900" dirty="0"/>
          </a:p>
        </p:txBody>
      </p:sp>
      <p:sp>
        <p:nvSpPr>
          <p:cNvPr id="45" name="Text 34"/>
          <p:cNvSpPr txBox="1"/>
          <p:nvPr/>
        </p:nvSpPr>
        <p:spPr>
          <a:xfrm>
            <a:off x="3238805" y="9667951"/>
            <a:ext cx="139071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Water &amp; Utilities · Data Centers · Telecom · Healthcare &amp; Campus · Public Buildings · Retail &amp; Hospitality</a:t>
            </a:r>
            <a:endParaRPr lang="en-US" sz="1200" dirty="0"/>
          </a:p>
        </p:txBody>
      </p:sp>
      <p:pic>
        <p:nvPicPr>
          <p:cNvPr id="47" name="Image 1" descr="gen-dedup-3fc9b6bd6bd01734c54b10a0f11af3f3.png">
            <a:extLst>
              <a:ext uri="{FF2B5EF4-FFF2-40B4-BE49-F238E27FC236}">
                <a16:creationId xmlns:a16="http://schemas.microsoft.com/office/drawing/2014/main" id="{9073B5E0-3C6E-38E6-775C-00614A6AFA6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4667098"/>
            <a:ext cx="16002000" cy="2667305"/>
          </a:xfrm>
          <a:prstGeom prst="roundRect">
            <a:avLst>
              <a:gd name="adj" fmla="val 1440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3000" y="7619695"/>
            <a:ext cx="7810805" cy="2190902"/>
          </a:xfrm>
          <a:prstGeom prst="roundRect">
            <a:avLst>
              <a:gd name="adj" fmla="val 1753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334195" y="7619695"/>
            <a:ext cx="7810805" cy="2190902"/>
          </a:xfrm>
          <a:prstGeom prst="roundRect">
            <a:avLst>
              <a:gd name="adj" fmla="val 1753"/>
            </a:avLst>
          </a:prstGeom>
          <a:solidFill>
            <a:srgbClr val="F1F5F9"/>
          </a:solidFill>
          <a:ln w="12700">
            <a:solidFill>
              <a:srgbClr val="0A0F1E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gen-dedup-07d4da1bf1910daef42c9babebc62b73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1904695"/>
            <a:ext cx="914400" cy="38405"/>
          </a:xfrm>
          <a:prstGeom prst="rect">
            <a:avLst/>
          </a:prstGeom>
        </p:spPr>
      </p:pic>
      <p:pic>
        <p:nvPicPr>
          <p:cNvPr id="7" name="Image 2" descr="gen-dedup-07d4da1bf1910daef42c9babebc62b73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4667098"/>
            <a:ext cx="914400" cy="3840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 · 08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1143000" y="2190902"/>
            <a:ext cx="9525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Trusted by · Public + Private</a:t>
            </a:r>
            <a:endParaRPr lang="en-US" sz="1100" dirty="0"/>
          </a:p>
        </p:txBody>
      </p:sp>
      <p:sp>
        <p:nvSpPr>
          <p:cNvPr id="10" name="Text 5"/>
          <p:cNvSpPr txBox="1"/>
          <p:nvPr/>
        </p:nvSpPr>
        <p:spPr>
          <a:xfrm>
            <a:off x="1143000" y="2619756"/>
            <a:ext cx="142875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100" b="1" kern="0" spc="-153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decade of critical </a:t>
            </a:r>
            <a:r>
              <a:rPr lang="en-US" sz="5100" b="1" kern="0" spc="-153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deployments.</a:t>
            </a:r>
            <a:endParaRPr lang="en-US" sz="5100" dirty="0"/>
          </a:p>
        </p:txBody>
      </p:sp>
      <p:sp>
        <p:nvSpPr>
          <p:cNvPr id="11" name="Text 6"/>
          <p:cNvSpPr txBox="1"/>
          <p:nvPr/>
        </p:nvSpPr>
        <p:spPr>
          <a:xfrm>
            <a:off x="1143000" y="3715207"/>
            <a:ext cx="149733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national airports and city councils to shipyards and industrial groups — MTi delivers to both regulated public procurement and demanding private operators.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1429207" y="4858207"/>
            <a:ext cx="7620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Selected customers</a:t>
            </a:r>
            <a:endParaRPr lang="en-US" sz="900" dirty="0"/>
          </a:p>
        </p:txBody>
      </p:sp>
      <p:pic>
        <p:nvPicPr>
          <p:cNvPr id="16" name="Image 6" descr="gen-dedup-780ad63badfcdea4b0623a917cbe2c89.jpg"/>
          <p:cNvPicPr>
            <a:picLocks noChangeAspect="1"/>
          </p:cNvPicPr>
          <p:nvPr/>
        </p:nvPicPr>
        <p:blipFill>
          <a:blip r:embed="rId4"/>
          <a:srcRect t="-47625" b="-47625"/>
          <a:stretch/>
        </p:blipFill>
        <p:spPr>
          <a:xfrm>
            <a:off x="8191195" y="5333695"/>
            <a:ext cx="1904695" cy="666598"/>
          </a:xfrm>
          <a:prstGeom prst="rect">
            <a:avLst/>
          </a:prstGeom>
        </p:spPr>
      </p:pic>
      <p:pic>
        <p:nvPicPr>
          <p:cNvPr id="18" name="Image 8" descr="gen-dedup-2c20352ed2acdcd6868ab8fdad6acf09.png"/>
          <p:cNvPicPr>
            <a:picLocks noChangeAspect="1"/>
          </p:cNvPicPr>
          <p:nvPr/>
        </p:nvPicPr>
        <p:blipFill>
          <a:blip r:embed="rId5"/>
          <a:srcRect l="-92867" r="-92867"/>
          <a:stretch/>
        </p:blipFill>
        <p:spPr>
          <a:xfrm>
            <a:off x="9445081" y="4964179"/>
            <a:ext cx="3522559" cy="1232812"/>
          </a:xfrm>
          <a:prstGeom prst="rect">
            <a:avLst/>
          </a:prstGeom>
        </p:spPr>
      </p:pic>
      <p:pic>
        <p:nvPicPr>
          <p:cNvPr id="19" name="Image 9" descr="gen-dedup-da108b5ea3b4c453445e71c9f9e8014e.png"/>
          <p:cNvPicPr>
            <a:picLocks noChangeAspect="1"/>
          </p:cNvPicPr>
          <p:nvPr/>
        </p:nvPicPr>
        <p:blipFill>
          <a:blip r:embed="rId6"/>
          <a:srcRect l="-92867" r="-92867"/>
          <a:stretch/>
        </p:blipFill>
        <p:spPr>
          <a:xfrm>
            <a:off x="9711583" y="6053968"/>
            <a:ext cx="3466771" cy="1213287"/>
          </a:xfrm>
          <a:prstGeom prst="rect">
            <a:avLst/>
          </a:prstGeom>
        </p:spPr>
      </p:pic>
      <p:pic>
        <p:nvPicPr>
          <p:cNvPr id="25" name="Image 14" descr="gen-dedup-336319fed47658988bd452b623b0c215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29207" y="7905902"/>
            <a:ext cx="571500" cy="571500"/>
          </a:xfrm>
          <a:prstGeom prst="rect">
            <a:avLst/>
          </a:prstGeom>
        </p:spPr>
      </p:pic>
      <p:sp>
        <p:nvSpPr>
          <p:cNvPr id="26" name="Text 9"/>
          <p:cNvSpPr txBox="1"/>
          <p:nvPr/>
        </p:nvSpPr>
        <p:spPr>
          <a:xfrm>
            <a:off x="2190902" y="8001000"/>
            <a:ext cx="6477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sector · Governments · Municipalities</a:t>
            </a:r>
            <a:endParaRPr lang="en-US" sz="900" dirty="0"/>
          </a:p>
        </p:txBody>
      </p:sp>
      <p:sp>
        <p:nvSpPr>
          <p:cNvPr id="27" name="Text 10"/>
          <p:cNvSpPr txBox="1"/>
          <p:nvPr/>
        </p:nvSpPr>
        <p:spPr>
          <a:xfrm>
            <a:off x="2190902" y="8238744"/>
            <a:ext cx="6477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MTi delivers to public tenders.</a:t>
            </a:r>
            <a:endParaRPr lang="en-US" sz="2400" dirty="0"/>
          </a:p>
        </p:txBody>
      </p:sp>
      <p:sp>
        <p:nvSpPr>
          <p:cNvPr id="28" name="Text 11"/>
          <p:cNvSpPr txBox="1"/>
          <p:nvPr/>
        </p:nvSpPr>
        <p:spPr>
          <a:xfrm>
            <a:off x="2190902" y="8725205"/>
            <a:ext cx="6477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National authorities, city councils and public transport operators choose MTi for mission-critical projects — subject to public tender processes, security clearance and long-term SLA obligations.</a:t>
            </a:r>
            <a:endParaRPr lang="en-US" sz="1000" dirty="0"/>
          </a:p>
        </p:txBody>
      </p:sp>
      <p:sp>
        <p:nvSpPr>
          <p:cNvPr id="29" name="Text 12"/>
          <p:cNvSpPr txBox="1"/>
          <p:nvPr/>
        </p:nvSpPr>
        <p:spPr>
          <a:xfrm>
            <a:off x="2190902" y="9271102"/>
            <a:ext cx="6477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49" dirty="0">
                <a:solidFill>
                  <a:srgbClr val="E6A817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AENA · TMB · Hospitalet · KAFD · Ministry of Defence · NSU Florida</a:t>
            </a:r>
            <a:endParaRPr lang="en-US" sz="800" dirty="0"/>
          </a:p>
        </p:txBody>
      </p:sp>
      <p:pic>
        <p:nvPicPr>
          <p:cNvPr id="30" name="Image 15" descr="gen-dedup-95aa97ed32d028ecf4abce15d6e509bb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620402" y="7905902"/>
            <a:ext cx="571500" cy="571500"/>
          </a:xfrm>
          <a:prstGeom prst="rect">
            <a:avLst/>
          </a:prstGeom>
        </p:spPr>
      </p:pic>
      <p:sp>
        <p:nvSpPr>
          <p:cNvPr id="31" name="Text 13"/>
          <p:cNvSpPr txBox="1"/>
          <p:nvPr/>
        </p:nvSpPr>
        <p:spPr>
          <a:xfrm>
            <a:off x="10382098" y="8001000"/>
            <a:ext cx="657270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2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sector · Industry · Enterprise</a:t>
            </a:r>
            <a:endParaRPr lang="en-US" sz="900" dirty="0"/>
          </a:p>
        </p:txBody>
      </p:sp>
      <p:sp>
        <p:nvSpPr>
          <p:cNvPr id="32" name="Text 14"/>
          <p:cNvSpPr txBox="1"/>
          <p:nvPr/>
        </p:nvSpPr>
        <p:spPr>
          <a:xfrm>
            <a:off x="10382098" y="8238744"/>
            <a:ext cx="6572707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to enterprise operators.</a:t>
            </a:r>
            <a:endParaRPr lang="en-US" sz="2400" dirty="0"/>
          </a:p>
        </p:txBody>
      </p:sp>
      <p:sp>
        <p:nvSpPr>
          <p:cNvPr id="33" name="Text 15"/>
          <p:cNvSpPr txBox="1"/>
          <p:nvPr/>
        </p:nvSpPr>
        <p:spPr>
          <a:xfrm>
            <a:off x="10382098" y="8725205"/>
            <a:ext cx="657270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Shipyards, industrial groups, sports venues and services operators — chosen for demanding SLAs, secure integration and measurable ROI on operations.</a:t>
            </a:r>
            <a:endParaRPr lang="en-US" sz="1000" dirty="0"/>
          </a:p>
        </p:txBody>
      </p:sp>
      <p:sp>
        <p:nvSpPr>
          <p:cNvPr id="34" name="Text 16"/>
          <p:cNvSpPr txBox="1"/>
          <p:nvPr/>
        </p:nvSpPr>
        <p:spPr>
          <a:xfrm>
            <a:off x="10382098" y="9271102"/>
            <a:ext cx="6572707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49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Navantia · Abertis · Moventia · Freire · FC Barcelona · PortAventura</a:t>
            </a:r>
            <a:endParaRPr lang="en-US" sz="800" dirty="0"/>
          </a:p>
        </p:txBody>
      </p:sp>
      <p:pic>
        <p:nvPicPr>
          <p:cNvPr id="35" name="Picture 34" descr="Archivo:Aena Logo New.svg - Wikipedia, la enciclopedia libre">
            <a:extLst>
              <a:ext uri="{FF2B5EF4-FFF2-40B4-BE49-F238E27FC236}">
                <a16:creationId xmlns:a16="http://schemas.microsoft.com/office/drawing/2014/main" id="{8985EE2A-F429-84F1-9633-4D449BD6922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18927" y="5404938"/>
            <a:ext cx="1351483" cy="638787"/>
          </a:xfrm>
          <a:prstGeom prst="rect">
            <a:avLst/>
          </a:prstGeom>
        </p:spPr>
      </p:pic>
      <p:pic>
        <p:nvPicPr>
          <p:cNvPr id="37" name="Image 2" descr="preencoded.png">
            <a:extLst>
              <a:ext uri="{FF2B5EF4-FFF2-40B4-BE49-F238E27FC236}">
                <a16:creationId xmlns:a16="http://schemas.microsoft.com/office/drawing/2014/main" id="{CE7A110C-F102-73E0-44ED-91C45C4A81C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3298710" y="5367965"/>
            <a:ext cx="661098" cy="661098"/>
          </a:xfrm>
          <a:prstGeom prst="rect">
            <a:avLst/>
          </a:prstGeom>
        </p:spPr>
      </p:pic>
      <p:pic>
        <p:nvPicPr>
          <p:cNvPr id="39" name="Image 3" descr="preencoded.png">
            <a:extLst>
              <a:ext uri="{FF2B5EF4-FFF2-40B4-BE49-F238E27FC236}">
                <a16:creationId xmlns:a16="http://schemas.microsoft.com/office/drawing/2014/main" id="{22BA0929-A24F-FC86-6C1C-008349E1B36F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4858641" y="6362674"/>
            <a:ext cx="921716" cy="921716"/>
          </a:xfrm>
          <a:prstGeom prst="rect">
            <a:avLst/>
          </a:prstGeom>
        </p:spPr>
      </p:pic>
      <p:pic>
        <p:nvPicPr>
          <p:cNvPr id="41" name="Image 4" descr="preencoded.png">
            <a:extLst>
              <a:ext uri="{FF2B5EF4-FFF2-40B4-BE49-F238E27FC236}">
                <a16:creationId xmlns:a16="http://schemas.microsoft.com/office/drawing/2014/main" id="{19D0ED71-0C59-017B-631A-8189F4B9D208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314" b="314"/>
          <a:stretch/>
        </p:blipFill>
        <p:spPr>
          <a:xfrm>
            <a:off x="13689721" y="6489938"/>
            <a:ext cx="916189" cy="476559"/>
          </a:xfrm>
          <a:prstGeom prst="rect">
            <a:avLst/>
          </a:prstGeom>
        </p:spPr>
      </p:pic>
      <p:pic>
        <p:nvPicPr>
          <p:cNvPr id="43" name="Image 5" descr="preencoded.png">
            <a:extLst>
              <a:ext uri="{FF2B5EF4-FFF2-40B4-BE49-F238E27FC236}">
                <a16:creationId xmlns:a16="http://schemas.microsoft.com/office/drawing/2014/main" id="{B903DDFD-FEFE-C344-7AA3-78A931EF7AE7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430" b="430"/>
          <a:stretch/>
        </p:blipFill>
        <p:spPr>
          <a:xfrm>
            <a:off x="12299989" y="6369075"/>
            <a:ext cx="878365" cy="609570"/>
          </a:xfrm>
          <a:prstGeom prst="rect">
            <a:avLst/>
          </a:prstGeom>
        </p:spPr>
      </p:pic>
      <p:pic>
        <p:nvPicPr>
          <p:cNvPr id="45" name="Image 7" descr="preencoded.png">
            <a:extLst>
              <a:ext uri="{FF2B5EF4-FFF2-40B4-BE49-F238E27FC236}">
                <a16:creationId xmlns:a16="http://schemas.microsoft.com/office/drawing/2014/main" id="{41248FE1-7491-4896-DCF9-3CDCACD2585D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2183861" y="5265211"/>
            <a:ext cx="918240" cy="918240"/>
          </a:xfrm>
          <a:prstGeom prst="rect">
            <a:avLst/>
          </a:prstGeom>
        </p:spPr>
      </p:pic>
      <p:pic>
        <p:nvPicPr>
          <p:cNvPr id="47" name="Image 9" descr="preencoded.png">
            <a:extLst>
              <a:ext uri="{FF2B5EF4-FFF2-40B4-BE49-F238E27FC236}">
                <a16:creationId xmlns:a16="http://schemas.microsoft.com/office/drawing/2014/main" id="{ED8572DE-11E5-84FD-1279-FF903DCE7EC1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247" b="247"/>
          <a:stretch/>
        </p:blipFill>
        <p:spPr>
          <a:xfrm>
            <a:off x="16033089" y="6647080"/>
            <a:ext cx="921716" cy="371704"/>
          </a:xfrm>
          <a:prstGeom prst="rect">
            <a:avLst/>
          </a:prstGeom>
        </p:spPr>
      </p:pic>
      <p:pic>
        <p:nvPicPr>
          <p:cNvPr id="49" name="Picture 48" descr="A logo for a company&#10;&#10;AI-generated content may be incorrect.">
            <a:extLst>
              <a:ext uri="{FF2B5EF4-FFF2-40B4-BE49-F238E27FC236}">
                <a16:creationId xmlns:a16="http://schemas.microsoft.com/office/drawing/2014/main" id="{E01A475A-E8D5-375F-4935-99652B8D9802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6649" t="37457" r="4981" b="41659"/>
          <a:stretch>
            <a:fillRect/>
          </a:stretch>
        </p:blipFill>
        <p:spPr>
          <a:xfrm>
            <a:off x="14511890" y="5533390"/>
            <a:ext cx="1572776" cy="371703"/>
          </a:xfrm>
          <a:prstGeom prst="rect">
            <a:avLst/>
          </a:prstGeom>
        </p:spPr>
      </p:pic>
      <p:pic>
        <p:nvPicPr>
          <p:cNvPr id="51" name="Imagen 15" descr="COPLEGAL | LinkedIn">
            <a:extLst>
              <a:ext uri="{FF2B5EF4-FFF2-40B4-BE49-F238E27FC236}">
                <a16:creationId xmlns:a16="http://schemas.microsoft.com/office/drawing/2014/main" id="{C23CF8F5-621F-7464-1010-C4C0558B2489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1730" b="4454"/>
          <a:stretch>
            <a:fillRect/>
          </a:stretch>
        </p:blipFill>
        <p:spPr>
          <a:xfrm>
            <a:off x="16382422" y="5519881"/>
            <a:ext cx="447584" cy="419906"/>
          </a:xfrm>
          <a:prstGeom prst="rect">
            <a:avLst/>
          </a:prstGeom>
        </p:spPr>
      </p:pic>
      <p:pic>
        <p:nvPicPr>
          <p:cNvPr id="52" name="Picture 51" descr="GMV">
            <a:extLst>
              <a:ext uri="{FF2B5EF4-FFF2-40B4-BE49-F238E27FC236}">
                <a16:creationId xmlns:a16="http://schemas.microsoft.com/office/drawing/2014/main" id="{D60B6804-7725-889D-A250-7144C697BB9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84292" y="6439433"/>
            <a:ext cx="1755611" cy="1009270"/>
          </a:xfrm>
          <a:prstGeom prst="rect">
            <a:avLst/>
          </a:prstGeom>
        </p:spPr>
      </p:pic>
      <p:pic>
        <p:nvPicPr>
          <p:cNvPr id="53" name="Picture 52" descr="Navantia, S.A.">
            <a:extLst>
              <a:ext uri="{FF2B5EF4-FFF2-40B4-BE49-F238E27FC236}">
                <a16:creationId xmlns:a16="http://schemas.microsoft.com/office/drawing/2014/main" id="{CF1E99F1-AA91-4EA8-01D8-5F390C9FDE3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07248" y="5172760"/>
            <a:ext cx="1470496" cy="1009270"/>
          </a:xfrm>
          <a:prstGeom prst="rect">
            <a:avLst/>
          </a:prstGeom>
        </p:spPr>
      </p:pic>
      <p:pic>
        <p:nvPicPr>
          <p:cNvPr id="54" name="Picture 53" descr="File:FC Barcelona (crest).svg - Wikipedia">
            <a:extLst>
              <a:ext uri="{FF2B5EF4-FFF2-40B4-BE49-F238E27FC236}">
                <a16:creationId xmlns:a16="http://schemas.microsoft.com/office/drawing/2014/main" id="{48C4543C-2C13-89FF-27E6-1562A8C160F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94886" y="6457899"/>
            <a:ext cx="764061" cy="775005"/>
          </a:xfrm>
          <a:prstGeom prst="rect">
            <a:avLst/>
          </a:prstGeom>
        </p:spPr>
      </p:pic>
      <p:pic>
        <p:nvPicPr>
          <p:cNvPr id="55" name="Picture 54" descr="File:Indra-Sistemas-Logo.svg - Wikimedia Commons">
            <a:extLst>
              <a:ext uri="{FF2B5EF4-FFF2-40B4-BE49-F238E27FC236}">
                <a16:creationId xmlns:a16="http://schemas.microsoft.com/office/drawing/2014/main" id="{41989511-8870-AC95-9DE9-21FF36C1309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662991" y="6546875"/>
            <a:ext cx="1845364" cy="595418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E0609C9E-62B5-6EA3-D823-61D6F16588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563951" y="5505452"/>
            <a:ext cx="1904695" cy="448764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1E33F46C-CF45-44A6-BFA5-0908C03FD352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222945" y="6323178"/>
            <a:ext cx="2249913" cy="793329"/>
          </a:xfrm>
          <a:prstGeom prst="rect">
            <a:avLst/>
          </a:prstGeom>
        </p:spPr>
      </p:pic>
      <p:pic>
        <p:nvPicPr>
          <p:cNvPr id="65" name="Image 1" descr="gen-dedup-3fc9b6bd6bd01734c54b10a0f11af3f3.png">
            <a:extLst>
              <a:ext uri="{FF2B5EF4-FFF2-40B4-BE49-F238E27FC236}">
                <a16:creationId xmlns:a16="http://schemas.microsoft.com/office/drawing/2014/main" id="{F4550F69-04C5-F181-D413-CFB1BD512CFE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305" y="2286000"/>
            <a:ext cx="7810805" cy="3715207"/>
          </a:xfrm>
          <a:prstGeom prst="roundRect">
            <a:avLst>
              <a:gd name="adj" fmla="val 1551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525305" y="6286500"/>
            <a:ext cx="7810805" cy="3715207"/>
          </a:xfrm>
          <a:prstGeom prst="roundRect">
            <a:avLst>
              <a:gd name="adj" fmla="val 1551"/>
            </a:avLst>
          </a:prstGeom>
          <a:solidFill>
            <a:srgbClr val="FFFFFF"/>
          </a:solidFill>
          <a:ln w="12700">
            <a:solidFill>
              <a:srgbClr val="0A0F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1" descr="gen-dedup-07d4da1bf1910daef42c9babebc62b73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2286000"/>
            <a:ext cx="914400" cy="3840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we are · 03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1143000" y="2572207"/>
            <a:ext cx="5715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15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About MTi Group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3143707"/>
            <a:ext cx="7810805" cy="2648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600" b="1" kern="0" spc="-198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technology</a:t>
            </a:r>
            <a:endParaRPr lang="en-US" sz="6600" dirty="0"/>
          </a:p>
          <a:p>
            <a:pPr marL="0" indent="0" algn="l">
              <a:buNone/>
            </a:pPr>
            <a:r>
              <a:rPr lang="en-US" sz="6600" b="1" kern="0" spc="-198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integrator</a:t>
            </a:r>
            <a:endParaRPr lang="en-US" sz="6600" dirty="0"/>
          </a:p>
          <a:p>
            <a:pPr marL="0" indent="0" algn="l">
              <a:buNone/>
            </a:pPr>
            <a:r>
              <a:rPr lang="en-US" sz="6600" b="1" kern="0" spc="-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scale.</a:t>
            </a:r>
            <a:endParaRPr lang="en-US" sz="6600" dirty="0"/>
          </a:p>
        </p:txBody>
      </p:sp>
      <p:sp>
        <p:nvSpPr>
          <p:cNvPr id="9" name="Text 5"/>
          <p:cNvSpPr txBox="1"/>
          <p:nvPr/>
        </p:nvSpPr>
        <p:spPr>
          <a:xfrm>
            <a:off x="1143000" y="6858000"/>
            <a:ext cx="7810805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Founded in </a:t>
            </a:r>
            <a:r>
              <a:rPr lang="en-US" sz="16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2016</a:t>
            </a:r>
            <a:r>
              <a:rPr lang="en-US" sz="16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Barcelona, MTi delivers complex, mission-critical solutions for public and private sectors — engineering, technical office, project design, integration of innovative technologies and turnkey project management.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8953805"/>
            <a:ext cx="84966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Recently strengthened by the acquisition of Ingeco Vallès and Diprotech — now part of the MTi Group.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9905695" y="2667305"/>
            <a:ext cx="1905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Division · 01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9905695" y="3095244"/>
            <a:ext cx="7049110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</a:t>
            </a:r>
            <a:endParaRPr lang="en-US" sz="4200" dirty="0"/>
          </a:p>
        </p:txBody>
      </p:sp>
      <p:sp>
        <p:nvSpPr>
          <p:cNvPr id="13" name="Text 9"/>
          <p:cNvSpPr txBox="1"/>
          <p:nvPr/>
        </p:nvSpPr>
        <p:spPr>
          <a:xfrm>
            <a:off x="9905695" y="3905402"/>
            <a:ext cx="7049110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&amp; Engineering, Installation &amp; Integration, Certification &amp; Audit, Configuration &amp; Maintenance — for transport, airports, metro, security &amp; critical infrastructure.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9905695" y="5381244"/>
            <a:ext cx="7049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46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Multi-brand · ITxPT expert · Turnkey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9905695" y="6667805"/>
            <a:ext cx="1905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3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Division · 02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9905695" y="7095744"/>
            <a:ext cx="7049110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Solutions</a:t>
            </a:r>
            <a:endParaRPr lang="en-US" sz="4200" dirty="0"/>
          </a:p>
        </p:txBody>
      </p:sp>
      <p:sp>
        <p:nvSpPr>
          <p:cNvPr id="17" name="Text 13"/>
          <p:cNvSpPr txBox="1"/>
          <p:nvPr/>
        </p:nvSpPr>
        <p:spPr>
          <a:xfrm>
            <a:off x="9905695" y="7905902"/>
            <a:ext cx="704911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Proprietary platforms &amp; software — IoT, Digital Twin, Smart City OS and Agentic AI — deployed in production across cities, industry and utilities.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9905695" y="9381744"/>
            <a:ext cx="7049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4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MTi Hypervisor · thethings.io · Digital Twin · Agentic AI</a:t>
            </a:r>
            <a:endParaRPr lang="en-US" sz="900" dirty="0"/>
          </a:p>
        </p:txBody>
      </p:sp>
      <p:pic>
        <p:nvPicPr>
          <p:cNvPr id="20" name="Image 1" descr="gen-dedup-3fc9b6bd6bd01734c54b10a0f11af3f3.png">
            <a:extLst>
              <a:ext uri="{FF2B5EF4-FFF2-40B4-BE49-F238E27FC236}">
                <a16:creationId xmlns:a16="http://schemas.microsoft.com/office/drawing/2014/main" id="{7E2D010A-4536-4AE5-11F4-11D0487ED7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de91546ecaf4d0e3a3097926441929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07d4da1bf1910daef42c9babebc62b7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3238805" y="4143146"/>
            <a:ext cx="914400" cy="38405"/>
          </a:xfrm>
          <a:prstGeom prst="rect">
            <a:avLst/>
          </a:prstGeom>
        </p:spPr>
      </p:pic>
      <p:pic>
        <p:nvPicPr>
          <p:cNvPr id="4" name="Image 2" descr="gen-dedup-88517622ce00ba509b5675516fbb8565.png"/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16954805" y="1143000"/>
            <a:ext cx="19202" cy="8001000"/>
          </a:xfrm>
          <a:prstGeom prst="rect">
            <a:avLst/>
          </a:prstGeom>
        </p:spPr>
      </p:pic>
      <p:pic>
        <p:nvPicPr>
          <p:cNvPr id="5" name="Image 3" descr="gen-dedup-afefc27b05a5810df75dec6336b61f18.png"/>
          <p:cNvPicPr>
            <a:picLocks noChangeAspect="1"/>
          </p:cNvPicPr>
          <p:nvPr/>
        </p:nvPicPr>
        <p:blipFill>
          <a:blip r:embed="rId6"/>
          <a:srcRect l="-400" r="-400"/>
          <a:stretch/>
        </p:blipFill>
        <p:spPr>
          <a:xfrm>
            <a:off x="16935602" y="1143000"/>
            <a:ext cx="57607" cy="40005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1143000" y="761695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· Services</a:t>
            </a:r>
            <a:endParaRPr lang="en-US" sz="900" dirty="0"/>
          </a:p>
        </p:txBody>
      </p:sp>
      <p:sp>
        <p:nvSpPr>
          <p:cNvPr id="7" name="Text 1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30</a:t>
            </a:r>
            <a:endParaRPr lang="en-US" sz="900" dirty="0"/>
          </a:p>
        </p:txBody>
      </p:sp>
      <p:sp>
        <p:nvSpPr>
          <p:cNvPr id="8" name="Text 2"/>
          <p:cNvSpPr txBox="1"/>
          <p:nvPr/>
        </p:nvSpPr>
        <p:spPr>
          <a:xfrm>
            <a:off x="1143000" y="3619195"/>
            <a:ext cx="7620610" cy="293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0" b="1" kern="0" spc="-1050" dirty="0">
                <a:solidFill>
                  <a:srgbClr val="E6A817">
                    <a:alpha val="1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1000" dirty="0"/>
          </a:p>
        </p:txBody>
      </p:sp>
      <p:sp>
        <p:nvSpPr>
          <p:cNvPr id="9" name="Text 3"/>
          <p:cNvSpPr txBox="1"/>
          <p:nvPr/>
        </p:nvSpPr>
        <p:spPr>
          <a:xfrm>
            <a:off x="3238805" y="4429354"/>
            <a:ext cx="9525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3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do — Part one</a:t>
            </a:r>
            <a:endParaRPr lang="en-US" sz="1200" dirty="0"/>
          </a:p>
        </p:txBody>
      </p:sp>
      <p:sp>
        <p:nvSpPr>
          <p:cNvPr id="10" name="Text 4"/>
          <p:cNvSpPr txBox="1"/>
          <p:nvPr/>
        </p:nvSpPr>
        <p:spPr>
          <a:xfrm>
            <a:off x="3238805" y="4858207"/>
            <a:ext cx="13335610" cy="1429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0" b="1" kern="0" spc="-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Services.</a:t>
            </a:r>
            <a:endParaRPr lang="en-US" sz="11200" dirty="0"/>
          </a:p>
        </p:txBody>
      </p:sp>
      <p:sp>
        <p:nvSpPr>
          <p:cNvPr id="11" name="Text 5"/>
          <p:cNvSpPr txBox="1"/>
          <p:nvPr/>
        </p:nvSpPr>
        <p:spPr>
          <a:xfrm>
            <a:off x="3238805" y="6953098"/>
            <a:ext cx="12382805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Engineering, integration, installation, maintenance and 24/7 operation of the physical + digital systems that keep airports, metros, cities and industry running.</a:t>
            </a:r>
            <a:endParaRPr lang="en-US" sz="2200" dirty="0"/>
          </a:p>
        </p:txBody>
      </p:sp>
      <p:pic>
        <p:nvPicPr>
          <p:cNvPr id="12" name="Image 4" descr="gen-dedup-914f8ff607d4c0ec9fbc459057b5f81a.png"/>
          <p:cNvPicPr>
            <a:picLocks noChangeAspect="1"/>
          </p:cNvPicPr>
          <p:nvPr/>
        </p:nvPicPr>
        <p:blipFill>
          <a:blip r:embed="rId7"/>
          <a:srcRect l="-10" r="-10"/>
          <a:stretch/>
        </p:blipFill>
        <p:spPr>
          <a:xfrm>
            <a:off x="3238805" y="8762695"/>
            <a:ext cx="13334695" cy="666598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6097098" y="4953305"/>
            <a:ext cx="762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5048402"/>
            <a:ext cx="3810305" cy="2190902"/>
          </a:xfrm>
          <a:prstGeom prst="roundRect">
            <a:avLst>
              <a:gd name="adj" fmla="val 3464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143500" y="5048402"/>
            <a:ext cx="3810305" cy="2190902"/>
          </a:xfrm>
          <a:prstGeom prst="roundRect">
            <a:avLst>
              <a:gd name="adj" fmla="val 3464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0" y="5048402"/>
            <a:ext cx="3810305" cy="2190902"/>
          </a:xfrm>
          <a:prstGeom prst="roundRect">
            <a:avLst>
              <a:gd name="adj" fmla="val 3464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144500" y="5048402"/>
            <a:ext cx="4000500" cy="2190902"/>
          </a:xfrm>
          <a:prstGeom prst="roundRect">
            <a:avLst>
              <a:gd name="adj" fmla="val 3464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3000" y="7524598"/>
            <a:ext cx="3810305" cy="2190902"/>
          </a:xfrm>
          <a:prstGeom prst="roundRect">
            <a:avLst>
              <a:gd name="adj" fmla="val 3464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143500" y="7524598"/>
            <a:ext cx="3810305" cy="2190902"/>
          </a:xfrm>
          <a:prstGeom prst="roundRect">
            <a:avLst>
              <a:gd name="adj" fmla="val 3464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0" y="7524598"/>
            <a:ext cx="3810305" cy="2190902"/>
          </a:xfrm>
          <a:prstGeom prst="roundRect">
            <a:avLst>
              <a:gd name="adj" fmla="val 3464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144500" y="7524598"/>
            <a:ext cx="4000500" cy="2190902"/>
          </a:xfrm>
          <a:prstGeom prst="roundRect">
            <a:avLst>
              <a:gd name="adj" fmla="val 3464"/>
            </a:avLst>
          </a:prstGeom>
          <a:solidFill>
            <a:srgbClr val="FFFFFF"/>
          </a:solidFill>
          <a:ln w="254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gen-dedup-07d4da1bf1910daef42c9babebc62b73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2095805"/>
            <a:ext cx="914400" cy="384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429207" y="5333695"/>
            <a:ext cx="495605" cy="495605"/>
          </a:xfrm>
          <a:prstGeom prst="roundRect">
            <a:avLst>
              <a:gd name="adj" fmla="val 19188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5429707" y="5333695"/>
            <a:ext cx="495605" cy="495605"/>
          </a:xfrm>
          <a:prstGeom prst="roundRect">
            <a:avLst>
              <a:gd name="adj" fmla="val 19188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9430207" y="5333695"/>
            <a:ext cx="495605" cy="495605"/>
          </a:xfrm>
          <a:prstGeom prst="roundRect">
            <a:avLst>
              <a:gd name="adj" fmla="val 19188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13430707" y="5333695"/>
            <a:ext cx="495605" cy="495605"/>
          </a:xfrm>
          <a:prstGeom prst="roundRect">
            <a:avLst>
              <a:gd name="adj" fmla="val 19188"/>
            </a:avLst>
          </a:prstGeom>
          <a:solidFill>
            <a:srgbClr val="E6A817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1429207" y="7810805"/>
            <a:ext cx="495605" cy="495605"/>
          </a:xfrm>
          <a:prstGeom prst="roundRect">
            <a:avLst>
              <a:gd name="adj" fmla="val 19188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429707" y="7810805"/>
            <a:ext cx="495605" cy="495605"/>
          </a:xfrm>
          <a:prstGeom prst="roundRect">
            <a:avLst>
              <a:gd name="adj" fmla="val 19188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9430207" y="7810805"/>
            <a:ext cx="495605" cy="495605"/>
          </a:xfrm>
          <a:prstGeom prst="roundRect">
            <a:avLst>
              <a:gd name="adj" fmla="val 19188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13430707" y="7810805"/>
            <a:ext cx="495605" cy="495605"/>
          </a:xfrm>
          <a:prstGeom prst="roundRect">
            <a:avLst>
              <a:gd name="adj" fmla="val 19188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gen-dedup-fad06d2da4ad1b6f27dc289198600c9f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561795" y="5467198"/>
            <a:ext cx="228600" cy="228600"/>
          </a:xfrm>
          <a:prstGeom prst="rect">
            <a:avLst/>
          </a:prstGeom>
        </p:spPr>
      </p:pic>
      <p:pic>
        <p:nvPicPr>
          <p:cNvPr id="21" name="Image 3" descr="gen-dedup-3ffe43f82494ac1123448393d49d26f9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562295" y="5467198"/>
            <a:ext cx="228600" cy="228600"/>
          </a:xfrm>
          <a:prstGeom prst="rect">
            <a:avLst/>
          </a:prstGeom>
        </p:spPr>
      </p:pic>
      <p:pic>
        <p:nvPicPr>
          <p:cNvPr id="22" name="Image 4" descr="gen-dedup-90bc68f8b30fe0627bb179467d3b52a0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562795" y="5467198"/>
            <a:ext cx="228600" cy="228600"/>
          </a:xfrm>
          <a:prstGeom prst="rect">
            <a:avLst/>
          </a:prstGeom>
        </p:spPr>
      </p:pic>
      <p:pic>
        <p:nvPicPr>
          <p:cNvPr id="23" name="Image 5" descr="gen-dedup-631616b856b959a0d7b3cb3d93d6e4f8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3563295" y="5467198"/>
            <a:ext cx="228600" cy="228600"/>
          </a:xfrm>
          <a:prstGeom prst="rect">
            <a:avLst/>
          </a:prstGeom>
        </p:spPr>
      </p:pic>
      <p:pic>
        <p:nvPicPr>
          <p:cNvPr id="24" name="Image 6" descr="gen-dedup-6a631038798dc1edabfd0913072fd34c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561795" y="7944307"/>
            <a:ext cx="228600" cy="228600"/>
          </a:xfrm>
          <a:prstGeom prst="rect">
            <a:avLst/>
          </a:prstGeom>
        </p:spPr>
      </p:pic>
      <p:pic>
        <p:nvPicPr>
          <p:cNvPr id="25" name="Image 7" descr="gen-dedup-cc65a1391c5d7a516c845a29cd87bb3a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562295" y="7944307"/>
            <a:ext cx="228600" cy="228600"/>
          </a:xfrm>
          <a:prstGeom prst="rect">
            <a:avLst/>
          </a:prstGeom>
        </p:spPr>
      </p:pic>
      <p:pic>
        <p:nvPicPr>
          <p:cNvPr id="26" name="Image 8" descr="gen-dedup-bc557ffbe0b0f51f0f0e37bf857d8077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562795" y="7944307"/>
            <a:ext cx="228600" cy="228600"/>
          </a:xfrm>
          <a:prstGeom prst="rect">
            <a:avLst/>
          </a:prstGeom>
        </p:spPr>
      </p:pic>
      <p:pic>
        <p:nvPicPr>
          <p:cNvPr id="27" name="Image 9" descr="gen-dedup-0446cf20a29b9921c0b7f7cec6348f68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3563295" y="7944307"/>
            <a:ext cx="228600" cy="228600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do · 08</a:t>
            </a:r>
            <a:endParaRPr lang="en-US" sz="900" dirty="0"/>
          </a:p>
        </p:txBody>
      </p:sp>
      <p:sp>
        <p:nvSpPr>
          <p:cNvPr id="29" name="Text 17"/>
          <p:cNvSpPr txBox="1"/>
          <p:nvPr/>
        </p:nvSpPr>
        <p:spPr>
          <a:xfrm>
            <a:off x="1143000" y="2381098"/>
            <a:ext cx="5715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15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Eight service lines</a:t>
            </a:r>
            <a:endParaRPr lang="en-US" sz="1100" dirty="0"/>
          </a:p>
        </p:txBody>
      </p:sp>
      <p:sp>
        <p:nvSpPr>
          <p:cNvPr id="30" name="Text 18"/>
          <p:cNvSpPr txBox="1"/>
          <p:nvPr/>
        </p:nvSpPr>
        <p:spPr>
          <a:xfrm>
            <a:off x="1143000" y="2857500"/>
            <a:ext cx="15240305" cy="9244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900" b="1" kern="0" spc="-207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</a:t>
            </a:r>
            <a:r>
              <a:rPr lang="en-US" sz="6900" b="1" kern="0" spc="-20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expertise.</a:t>
            </a:r>
            <a:endParaRPr lang="en-US" sz="6900" dirty="0"/>
          </a:p>
        </p:txBody>
      </p:sp>
      <p:sp>
        <p:nvSpPr>
          <p:cNvPr id="31" name="Text 19"/>
          <p:cNvSpPr txBox="1"/>
          <p:nvPr/>
        </p:nvSpPr>
        <p:spPr>
          <a:xfrm>
            <a:off x="1143000" y="4143146"/>
            <a:ext cx="1168146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concept and engineering to AI deployment and 24/7 operations — one accountable partner.</a:t>
            </a:r>
            <a:endParaRPr lang="en-US" sz="1600" dirty="0"/>
          </a:p>
        </p:txBody>
      </p:sp>
      <p:sp>
        <p:nvSpPr>
          <p:cNvPr id="32" name="Text 20"/>
          <p:cNvSpPr txBox="1"/>
          <p:nvPr/>
        </p:nvSpPr>
        <p:spPr>
          <a:xfrm>
            <a:off x="1429207" y="6048756"/>
            <a:ext cx="3238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800" dirty="0"/>
          </a:p>
        </p:txBody>
      </p:sp>
      <p:sp>
        <p:nvSpPr>
          <p:cNvPr id="33" name="Text 21"/>
          <p:cNvSpPr txBox="1"/>
          <p:nvPr/>
        </p:nvSpPr>
        <p:spPr>
          <a:xfrm>
            <a:off x="1429207" y="6277356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&amp; Engineering</a:t>
            </a:r>
            <a:endParaRPr lang="en-US" sz="1800" dirty="0"/>
          </a:p>
        </p:txBody>
      </p:sp>
      <p:sp>
        <p:nvSpPr>
          <p:cNvPr id="34" name="Text 22"/>
          <p:cNvSpPr txBox="1"/>
          <p:nvPr/>
        </p:nvSpPr>
        <p:spPr>
          <a:xfrm>
            <a:off x="1429207" y="6615684"/>
            <a:ext cx="32388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design, technical office, electronics &amp; mechanical component design, prototyping.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5429707" y="6048756"/>
            <a:ext cx="3238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00" dirty="0"/>
          </a:p>
        </p:txBody>
      </p:sp>
      <p:sp>
        <p:nvSpPr>
          <p:cNvPr id="36" name="Text 24"/>
          <p:cNvSpPr txBox="1"/>
          <p:nvPr/>
        </p:nvSpPr>
        <p:spPr>
          <a:xfrm>
            <a:off x="5429707" y="6277356"/>
            <a:ext cx="379933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Installation &amp; Integration</a:t>
            </a:r>
            <a:endParaRPr lang="en-US" sz="1800" dirty="0"/>
          </a:p>
        </p:txBody>
      </p:sp>
      <p:sp>
        <p:nvSpPr>
          <p:cNvPr id="37" name="Text 25"/>
          <p:cNvSpPr txBox="1"/>
          <p:nvPr/>
        </p:nvSpPr>
        <p:spPr>
          <a:xfrm>
            <a:off x="5429707" y="6615684"/>
            <a:ext cx="32388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Multidisciplinary on-site teams: CCTV, ITS, ticketing, PIS/SIU across multi-brand hardware.</a:t>
            </a:r>
            <a:endParaRPr lang="en-US" sz="1000" dirty="0"/>
          </a:p>
        </p:txBody>
      </p:sp>
      <p:sp>
        <p:nvSpPr>
          <p:cNvPr id="38" name="Text 26"/>
          <p:cNvSpPr txBox="1"/>
          <p:nvPr/>
        </p:nvSpPr>
        <p:spPr>
          <a:xfrm>
            <a:off x="9430207" y="6048756"/>
            <a:ext cx="3238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00" dirty="0"/>
          </a:p>
        </p:txBody>
      </p:sp>
      <p:sp>
        <p:nvSpPr>
          <p:cNvPr id="39" name="Text 27"/>
          <p:cNvSpPr txBox="1"/>
          <p:nvPr/>
        </p:nvSpPr>
        <p:spPr>
          <a:xfrm>
            <a:off x="9430207" y="6277356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 &amp; Connectivity</a:t>
            </a:r>
            <a:endParaRPr lang="en-US" sz="1800" dirty="0"/>
          </a:p>
        </p:txBody>
      </p:sp>
      <p:sp>
        <p:nvSpPr>
          <p:cNvPr id="40" name="Text 28"/>
          <p:cNvSpPr txBox="1"/>
          <p:nvPr/>
        </p:nvSpPr>
        <p:spPr>
          <a:xfrm>
            <a:off x="9430207" y="6615684"/>
            <a:ext cx="32388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150K+ devices, real-time telemetry, alarms &amp; analytics via thethings.io.</a:t>
            </a:r>
            <a:endParaRPr lang="en-US" sz="1000" dirty="0"/>
          </a:p>
        </p:txBody>
      </p:sp>
      <p:sp>
        <p:nvSpPr>
          <p:cNvPr id="41" name="Text 29"/>
          <p:cNvSpPr txBox="1"/>
          <p:nvPr/>
        </p:nvSpPr>
        <p:spPr>
          <a:xfrm>
            <a:off x="13430707" y="6048756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00" dirty="0"/>
          </a:p>
        </p:txBody>
      </p:sp>
      <p:sp>
        <p:nvSpPr>
          <p:cNvPr id="42" name="Text 30"/>
          <p:cNvSpPr txBox="1"/>
          <p:nvPr/>
        </p:nvSpPr>
        <p:spPr>
          <a:xfrm>
            <a:off x="13430707" y="6277356"/>
            <a:ext cx="3429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AI</a:t>
            </a:r>
            <a:endParaRPr lang="en-US" sz="1800" dirty="0"/>
          </a:p>
        </p:txBody>
      </p:sp>
      <p:sp>
        <p:nvSpPr>
          <p:cNvPr id="43" name="Text 31"/>
          <p:cNvSpPr txBox="1"/>
          <p:nvPr/>
        </p:nvSpPr>
        <p:spPr>
          <a:xfrm>
            <a:off x="13430707" y="6615684"/>
            <a:ext cx="34290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Orchestrator + specialised agents connected to ERP, CRM, IoT and documents.</a:t>
            </a:r>
            <a:endParaRPr lang="en-US" sz="1000" dirty="0"/>
          </a:p>
        </p:txBody>
      </p:sp>
      <p:sp>
        <p:nvSpPr>
          <p:cNvPr id="44" name="Text 32"/>
          <p:cNvSpPr txBox="1"/>
          <p:nvPr/>
        </p:nvSpPr>
        <p:spPr>
          <a:xfrm>
            <a:off x="1429207" y="8524951"/>
            <a:ext cx="3238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800" dirty="0"/>
          </a:p>
        </p:txBody>
      </p:sp>
      <p:sp>
        <p:nvSpPr>
          <p:cNvPr id="45" name="Text 33"/>
          <p:cNvSpPr txBox="1"/>
          <p:nvPr/>
        </p:nvSpPr>
        <p:spPr>
          <a:xfrm>
            <a:off x="1429207" y="8753551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Twin &amp; BIM</a:t>
            </a:r>
            <a:endParaRPr lang="en-US" sz="1800" dirty="0"/>
          </a:p>
        </p:txBody>
      </p:sp>
      <p:sp>
        <p:nvSpPr>
          <p:cNvPr id="46" name="Text 34"/>
          <p:cNvSpPr txBox="1"/>
          <p:nvPr/>
        </p:nvSpPr>
        <p:spPr>
          <a:xfrm>
            <a:off x="1429207" y="9092794"/>
            <a:ext cx="32388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Building- and factory-scale twins for operations, maintenance, energy.</a:t>
            </a:r>
            <a:endParaRPr lang="en-US" sz="1000" dirty="0"/>
          </a:p>
        </p:txBody>
      </p:sp>
      <p:sp>
        <p:nvSpPr>
          <p:cNvPr id="47" name="Text 35"/>
          <p:cNvSpPr txBox="1"/>
          <p:nvPr/>
        </p:nvSpPr>
        <p:spPr>
          <a:xfrm>
            <a:off x="5429707" y="8524951"/>
            <a:ext cx="3238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800" dirty="0"/>
          </a:p>
        </p:txBody>
      </p:sp>
      <p:sp>
        <p:nvSpPr>
          <p:cNvPr id="48" name="Text 36"/>
          <p:cNvSpPr txBox="1"/>
          <p:nvPr/>
        </p:nvSpPr>
        <p:spPr>
          <a:xfrm>
            <a:off x="5429707" y="8753551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City Platforms</a:t>
            </a:r>
            <a:endParaRPr lang="en-US" sz="1800" dirty="0"/>
          </a:p>
        </p:txBody>
      </p:sp>
      <p:sp>
        <p:nvSpPr>
          <p:cNvPr id="49" name="Text 37"/>
          <p:cNvSpPr txBox="1"/>
          <p:nvPr/>
        </p:nvSpPr>
        <p:spPr>
          <a:xfrm>
            <a:off x="5429707" y="9092794"/>
            <a:ext cx="32388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MTi Hypervisor and city-scale command centres for districts and utilities.</a:t>
            </a:r>
            <a:endParaRPr lang="en-US" sz="1000" dirty="0"/>
          </a:p>
        </p:txBody>
      </p:sp>
      <p:sp>
        <p:nvSpPr>
          <p:cNvPr id="50" name="Text 38"/>
          <p:cNvSpPr txBox="1"/>
          <p:nvPr/>
        </p:nvSpPr>
        <p:spPr>
          <a:xfrm>
            <a:off x="9430207" y="8524951"/>
            <a:ext cx="3238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800" dirty="0"/>
          </a:p>
        </p:txBody>
      </p:sp>
      <p:sp>
        <p:nvSpPr>
          <p:cNvPr id="51" name="Text 39"/>
          <p:cNvSpPr txBox="1"/>
          <p:nvPr/>
        </p:nvSpPr>
        <p:spPr>
          <a:xfrm>
            <a:off x="9430207" y="8753551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Certification &amp; Audit</a:t>
            </a:r>
            <a:endParaRPr lang="en-US" sz="1800" dirty="0"/>
          </a:p>
        </p:txBody>
      </p:sp>
      <p:sp>
        <p:nvSpPr>
          <p:cNvPr id="52" name="Text 40"/>
          <p:cNvSpPr txBox="1"/>
          <p:nvPr/>
        </p:nvSpPr>
        <p:spPr>
          <a:xfrm>
            <a:off x="9430207" y="9092794"/>
            <a:ext cx="32388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certification, audits &amp; functional testing to ensure compliance.</a:t>
            </a:r>
            <a:endParaRPr lang="en-US" sz="1000" dirty="0"/>
          </a:p>
        </p:txBody>
      </p:sp>
      <p:sp>
        <p:nvSpPr>
          <p:cNvPr id="53" name="Text 41"/>
          <p:cNvSpPr txBox="1"/>
          <p:nvPr/>
        </p:nvSpPr>
        <p:spPr>
          <a:xfrm>
            <a:off x="13430707" y="8524951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800" dirty="0"/>
          </a:p>
        </p:txBody>
      </p:sp>
      <p:sp>
        <p:nvSpPr>
          <p:cNvPr id="54" name="Text 42"/>
          <p:cNvSpPr txBox="1"/>
          <p:nvPr/>
        </p:nvSpPr>
        <p:spPr>
          <a:xfrm>
            <a:off x="13430707" y="8753551"/>
            <a:ext cx="34290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 &amp; 24/7 O&amp;M</a:t>
            </a:r>
            <a:endParaRPr lang="en-US" sz="1800" dirty="0"/>
          </a:p>
        </p:txBody>
      </p:sp>
      <p:sp>
        <p:nvSpPr>
          <p:cNvPr id="55" name="Text 43"/>
          <p:cNvSpPr txBox="1"/>
          <p:nvPr/>
        </p:nvSpPr>
        <p:spPr>
          <a:xfrm>
            <a:off x="13430707" y="9092794"/>
            <a:ext cx="34290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Turnkey installs, commissioning, SLA-critical preventive &amp; corrective maintenance.</a:t>
            </a:r>
            <a:endParaRPr lang="en-US" sz="1000" dirty="0"/>
          </a:p>
        </p:txBody>
      </p:sp>
      <p:pic>
        <p:nvPicPr>
          <p:cNvPr id="57" name="Image 1" descr="gen-dedup-3fc9b6bd6bd01734c54b10a0f11af3f3.png">
            <a:extLst>
              <a:ext uri="{FF2B5EF4-FFF2-40B4-BE49-F238E27FC236}">
                <a16:creationId xmlns:a16="http://schemas.microsoft.com/office/drawing/2014/main" id="{2E9F8A46-FCE0-3531-4A2E-0BC11BFD3A9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fc06171d6159cbcf29094d461fa590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305" y="761695"/>
            <a:ext cx="7813177" cy="8762695"/>
          </a:xfrm>
          <a:prstGeom prst="rect">
            <a:avLst/>
          </a:prstGeom>
        </p:spPr>
      </p:pic>
      <p:pic>
        <p:nvPicPr>
          <p:cNvPr id="3" name="Image 1" descr="gen-dedup-597f5d924448b67741d682134ace221e.png"/>
          <p:cNvPicPr>
            <a:picLocks noChangeAspect="1"/>
          </p:cNvPicPr>
          <p:nvPr/>
        </p:nvPicPr>
        <p:blipFill>
          <a:blip r:embed="rId4"/>
          <a:srcRect l="-4" r="-4"/>
          <a:stretch/>
        </p:blipFill>
        <p:spPr>
          <a:xfrm>
            <a:off x="9525305" y="761695"/>
            <a:ext cx="7810805" cy="8762695"/>
          </a:xfrm>
          <a:prstGeom prst="rect">
            <a:avLst/>
          </a:prstGeom>
        </p:spPr>
      </p:pic>
      <p:pic>
        <p:nvPicPr>
          <p:cNvPr id="5" name="Image 3" descr="gen-dedup-07d4da1bf1910daef42c9babebc62b73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1143000" y="1904695"/>
            <a:ext cx="914400" cy="38405"/>
          </a:xfrm>
          <a:prstGeom prst="rect">
            <a:avLst/>
          </a:prstGeom>
        </p:spPr>
      </p:pic>
      <p:pic>
        <p:nvPicPr>
          <p:cNvPr id="6" name="Image 4" descr="gen-dedup-9fe474949740cab410eda89cde89f9eb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1143000" y="9430207"/>
            <a:ext cx="7810805" cy="9144"/>
          </a:xfrm>
          <a:prstGeom prst="rect">
            <a:avLst/>
          </a:prstGeom>
        </p:spPr>
      </p:pic>
      <p:sp>
        <p:nvSpPr>
          <p:cNvPr id="7" name="Shape 0"/>
          <p:cNvSpPr/>
          <p:nvPr/>
        </p:nvSpPr>
        <p:spPr>
          <a:xfrm>
            <a:off x="9905695" y="1143000"/>
            <a:ext cx="2667305" cy="533095"/>
          </a:xfrm>
          <a:prstGeom prst="roundRect">
            <a:avLst>
              <a:gd name="adj" fmla="val 3602"/>
            </a:avLst>
          </a:prstGeom>
          <a:solidFill>
            <a:srgbClr val="0A0F1E">
              <a:alpha val="85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1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· 10</a:t>
            </a:r>
            <a:endParaRPr lang="en-US" sz="900" dirty="0"/>
          </a:p>
        </p:txBody>
      </p:sp>
      <p:sp>
        <p:nvSpPr>
          <p:cNvPr id="9" name="Text 2"/>
          <p:cNvSpPr txBox="1"/>
          <p:nvPr/>
        </p:nvSpPr>
        <p:spPr>
          <a:xfrm>
            <a:off x="1143000" y="2190902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line · 01</a:t>
            </a:r>
            <a:endParaRPr lang="en-US" sz="1100" dirty="0"/>
          </a:p>
        </p:txBody>
      </p:sp>
      <p:sp>
        <p:nvSpPr>
          <p:cNvPr id="10" name="Text 3"/>
          <p:cNvSpPr txBox="1"/>
          <p:nvPr/>
        </p:nvSpPr>
        <p:spPr>
          <a:xfrm>
            <a:off x="1143000" y="2619756"/>
            <a:ext cx="8970264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0" b="1" kern="0" spc="-18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</a:t>
            </a:r>
            <a:r>
              <a:rPr lang="en-US" sz="6100" b="1" kern="0" spc="-18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Integration.</a:t>
            </a:r>
            <a:endParaRPr lang="en-US" sz="6100" dirty="0"/>
          </a:p>
        </p:txBody>
      </p:sp>
      <p:sp>
        <p:nvSpPr>
          <p:cNvPr id="11" name="Text 4"/>
          <p:cNvSpPr txBox="1"/>
          <p:nvPr/>
        </p:nvSpPr>
        <p:spPr>
          <a:xfrm>
            <a:off x="1143000" y="5048402"/>
            <a:ext cx="7810805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</a:t>
            </a:r>
            <a:r>
              <a:rPr lang="en-US" sz="16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 the technology</a:t>
            </a:r>
            <a:r>
              <a:rPr lang="en-US" sz="16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runs your operation — from the CCTV pole on the runway to the SCADA gateway inside the shipyard. Multi-brand, ITxPT-standard, turnkey.</a:t>
            </a:r>
            <a:endParaRPr lang="en-US" sz="1600" dirty="0"/>
          </a:p>
        </p:txBody>
      </p:sp>
      <p:sp>
        <p:nvSpPr>
          <p:cNvPr id="12" name="Text 5"/>
          <p:cNvSpPr txBox="1"/>
          <p:nvPr/>
        </p:nvSpPr>
        <p:spPr>
          <a:xfrm>
            <a:off x="1143000" y="6858000"/>
            <a:ext cx="7810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9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deliver</a:t>
            </a:r>
            <a:endParaRPr lang="en-US" sz="800" dirty="0"/>
          </a:p>
        </p:txBody>
      </p:sp>
      <p:sp>
        <p:nvSpPr>
          <p:cNvPr id="13" name="Shape 6"/>
          <p:cNvSpPr/>
          <p:nvPr/>
        </p:nvSpPr>
        <p:spPr>
          <a:xfrm>
            <a:off x="1143000" y="7125005"/>
            <a:ext cx="1733702" cy="4480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7"/>
          <p:cNvSpPr/>
          <p:nvPr/>
        </p:nvSpPr>
        <p:spPr>
          <a:xfrm>
            <a:off x="1143000" y="7125005"/>
            <a:ext cx="1733702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&amp; engineering</a:t>
            </a:r>
            <a:endParaRPr lang="en-US" sz="1100" dirty="0"/>
          </a:p>
        </p:txBody>
      </p:sp>
      <p:sp>
        <p:nvSpPr>
          <p:cNvPr id="15" name="Shape 8"/>
          <p:cNvSpPr/>
          <p:nvPr/>
        </p:nvSpPr>
        <p:spPr>
          <a:xfrm>
            <a:off x="2926080" y="7125005"/>
            <a:ext cx="1752905" cy="4480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9"/>
          <p:cNvSpPr/>
          <p:nvPr/>
        </p:nvSpPr>
        <p:spPr>
          <a:xfrm>
            <a:off x="2926080" y="7125005"/>
            <a:ext cx="1752905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Multi-brand hardware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4735678" y="7125005"/>
            <a:ext cx="1552651" cy="4480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1"/>
          <p:cNvSpPr/>
          <p:nvPr/>
        </p:nvSpPr>
        <p:spPr>
          <a:xfrm>
            <a:off x="4735678" y="7125005"/>
            <a:ext cx="1552651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On-site installation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6342278" y="7125005"/>
            <a:ext cx="1552651" cy="4480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3"/>
          <p:cNvSpPr/>
          <p:nvPr/>
        </p:nvSpPr>
        <p:spPr>
          <a:xfrm>
            <a:off x="6342278" y="7125005"/>
            <a:ext cx="1552651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Networking &amp; fibre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1143000" y="7572146"/>
            <a:ext cx="1324051" cy="448056"/>
          </a:xfrm>
          <a:prstGeom prst="roundRect">
            <a:avLst>
              <a:gd name="adj" fmla="val 50000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/>
          <p:nvPr/>
        </p:nvSpPr>
        <p:spPr>
          <a:xfrm>
            <a:off x="1143000" y="7572146"/>
            <a:ext cx="1324051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Commissioning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2520086" y="7572146"/>
            <a:ext cx="1943100" cy="4480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7"/>
          <p:cNvSpPr/>
          <p:nvPr/>
        </p:nvSpPr>
        <p:spPr>
          <a:xfrm>
            <a:off x="2520086" y="7572146"/>
            <a:ext cx="1943100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SLA-based maintenance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518965" y="7572146"/>
            <a:ext cx="952805" cy="4480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9"/>
          <p:cNvSpPr/>
          <p:nvPr/>
        </p:nvSpPr>
        <p:spPr>
          <a:xfrm>
            <a:off x="4518965" y="7572146"/>
            <a:ext cx="952805" cy="4480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24/7 O&amp;M</a:t>
            </a:r>
            <a:endParaRPr lang="en-US" sz="1100" dirty="0"/>
          </a:p>
        </p:txBody>
      </p:sp>
      <p:pic>
        <p:nvPicPr>
          <p:cNvPr id="27" name="Image 5" descr="gen-dedup-507df2eed2489cbf79219be8e5d576cc.png"/>
          <p:cNvPicPr>
            <a:picLocks noChangeAspect="1"/>
          </p:cNvPicPr>
          <p:nvPr/>
        </p:nvPicPr>
        <p:blipFill>
          <a:blip r:embed="rId7"/>
          <a:srcRect l="-2" r="-2" b="15845"/>
          <a:stretch>
            <a:fillRect/>
          </a:stretch>
        </p:blipFill>
        <p:spPr>
          <a:xfrm>
            <a:off x="1143000" y="8572500"/>
            <a:ext cx="7810805" cy="480949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143000" y="9620402"/>
            <a:ext cx="7810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1,900 cameras · 5,000 buses · 150K IoT devices</a:t>
            </a:r>
            <a:r>
              <a:rPr lang="en-US" sz="900" b="1" kern="0" spc="19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one turnkey partner</a:t>
            </a:r>
            <a:endParaRPr lang="en-US" sz="900" dirty="0"/>
          </a:p>
        </p:txBody>
      </p:sp>
      <p:sp>
        <p:nvSpPr>
          <p:cNvPr id="29" name="Text 21"/>
          <p:cNvSpPr txBox="1"/>
          <p:nvPr/>
        </p:nvSpPr>
        <p:spPr>
          <a:xfrm>
            <a:off x="10096805" y="1285646"/>
            <a:ext cx="22860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· Field team</a:t>
            </a:r>
            <a:endParaRPr lang="en-US" sz="800" dirty="0"/>
          </a:p>
        </p:txBody>
      </p:sp>
      <p:sp>
        <p:nvSpPr>
          <p:cNvPr id="30" name="Text 22"/>
          <p:cNvSpPr txBox="1"/>
          <p:nvPr/>
        </p:nvSpPr>
        <p:spPr>
          <a:xfrm>
            <a:off x="10096805" y="1419149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Certified engineers on-site</a:t>
            </a:r>
            <a:endParaRPr lang="en-US" sz="900" dirty="0"/>
          </a:p>
        </p:txBody>
      </p:sp>
      <p:sp>
        <p:nvSpPr>
          <p:cNvPr id="31" name="Text 23"/>
          <p:cNvSpPr txBox="1"/>
          <p:nvPr/>
        </p:nvSpPr>
        <p:spPr>
          <a:xfrm>
            <a:off x="9905695" y="7810805"/>
            <a:ext cx="7049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Vendor-agnostic</a:t>
            </a:r>
            <a:endParaRPr lang="en-US" sz="800" dirty="0"/>
          </a:p>
        </p:txBody>
      </p:sp>
      <p:sp>
        <p:nvSpPr>
          <p:cNvPr id="32" name="Text 24"/>
          <p:cNvSpPr txBox="1"/>
          <p:nvPr/>
        </p:nvSpPr>
        <p:spPr>
          <a:xfrm>
            <a:off x="9905695" y="8020202"/>
            <a:ext cx="7049110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kern="0" spc="-5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install </a:t>
            </a:r>
            <a:r>
              <a:rPr lang="en-US" sz="2700" b="1" kern="0" spc="-5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</a:t>
            </a:r>
            <a:endParaRPr lang="en-US" sz="2700" dirty="0"/>
          </a:p>
          <a:p>
            <a:pPr marL="0" indent="0" algn="l">
              <a:buNone/>
            </a:pPr>
            <a:r>
              <a:rPr lang="en-US" sz="2700" b="1" kern="0" spc="-5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 already works together.</a:t>
            </a:r>
            <a:endParaRPr lang="en-US" sz="2700" dirty="0"/>
          </a:p>
        </p:txBody>
      </p:sp>
      <p:sp>
        <p:nvSpPr>
          <p:cNvPr id="33" name="Text 25"/>
          <p:cNvSpPr txBox="1"/>
          <p:nvPr/>
        </p:nvSpPr>
        <p:spPr>
          <a:xfrm>
            <a:off x="9905695" y="8953805"/>
            <a:ext cx="704911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Bosch · Axis · Milestone · Genetec · Nedap · Siemens · Cisco · Advantech and more — chosen for the job, not the margin.</a:t>
            </a:r>
            <a:endParaRPr lang="en-US" sz="900" dirty="0"/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4D614BA6-2D07-E798-7E43-27D05867146E}"/>
              </a:ext>
            </a:extLst>
          </p:cNvPr>
          <p:cNvSpPr txBox="1"/>
          <p:nvPr/>
        </p:nvSpPr>
        <p:spPr>
          <a:xfrm>
            <a:off x="1064208" y="9019642"/>
            <a:ext cx="65852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DESIGN</a:t>
            </a:r>
            <a:endParaRPr lang="en-US" sz="1000" b="1" dirty="0"/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C912B260-FB8D-F1F8-DD82-427106F1B57D}"/>
              </a:ext>
            </a:extLst>
          </p:cNvPr>
          <p:cNvSpPr txBox="1"/>
          <p:nvPr/>
        </p:nvSpPr>
        <p:spPr>
          <a:xfrm>
            <a:off x="2926080" y="9019642"/>
            <a:ext cx="86487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DEPLOY</a:t>
            </a:r>
            <a:endParaRPr lang="en-US" sz="1000" b="1" dirty="0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0E8C486F-B000-77E9-823B-C50551ED52A2}"/>
              </a:ext>
            </a:extLst>
          </p:cNvPr>
          <p:cNvSpPr txBox="1"/>
          <p:nvPr/>
        </p:nvSpPr>
        <p:spPr>
          <a:xfrm>
            <a:off x="4716590" y="9015832"/>
            <a:ext cx="115176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INTEGRATE</a:t>
            </a:r>
            <a:endParaRPr lang="en-US" sz="1000" b="1" dirty="0"/>
          </a:p>
        </p:txBody>
      </p:sp>
      <p:sp>
        <p:nvSpPr>
          <p:cNvPr id="41" name="Text 4">
            <a:extLst>
              <a:ext uri="{FF2B5EF4-FFF2-40B4-BE49-F238E27FC236}">
                <a16:creationId xmlns:a16="http://schemas.microsoft.com/office/drawing/2014/main" id="{4FD15B8E-FDD4-92E6-7A19-3B0F3DD7B0F3}"/>
              </a:ext>
            </a:extLst>
          </p:cNvPr>
          <p:cNvSpPr txBox="1"/>
          <p:nvPr/>
        </p:nvSpPr>
        <p:spPr>
          <a:xfrm>
            <a:off x="6634429" y="9015832"/>
            <a:ext cx="115176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OPERATE</a:t>
            </a:r>
            <a:endParaRPr lang="en-US" sz="1000" b="1" dirty="0"/>
          </a:p>
        </p:txBody>
      </p:sp>
      <p:pic>
        <p:nvPicPr>
          <p:cNvPr id="43" name="Image 1" descr="gen-dedup-3fc9b6bd6bd01734c54b10a0f11af3f3.png">
            <a:extLst>
              <a:ext uri="{FF2B5EF4-FFF2-40B4-BE49-F238E27FC236}">
                <a16:creationId xmlns:a16="http://schemas.microsoft.com/office/drawing/2014/main" id="{C70BD3B3-AC2E-DA79-4504-5A5A746E59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05df3b4e6219e3ee9f89214aed41848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8715146"/>
            <a:ext cx="2476195" cy="1238098"/>
          </a:xfrm>
          <a:prstGeom prst="roundRect">
            <a:avLst>
              <a:gd name="adj" fmla="val 1551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1143000" y="8715146"/>
            <a:ext cx="28346" cy="1238098"/>
          </a:xfrm>
          <a:prstGeom prst="roundRect">
            <a:avLst>
              <a:gd name="adj" fmla="val 67743"/>
            </a:avLst>
          </a:prstGeom>
          <a:solidFill>
            <a:srgbClr val="E6A817"/>
          </a:solidFill>
          <a:ln w="12700">
            <a:solidFill>
              <a:srgbClr val="E6A8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3810305" y="8715146"/>
            <a:ext cx="2476195" cy="1238098"/>
          </a:xfrm>
          <a:prstGeom prst="roundRect">
            <a:avLst>
              <a:gd name="adj" fmla="val 1551"/>
            </a:avLst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810305" y="8715146"/>
            <a:ext cx="28346" cy="1238098"/>
          </a:xfrm>
          <a:prstGeom prst="roundRect">
            <a:avLst>
              <a:gd name="adj" fmla="val 67743"/>
            </a:avLst>
          </a:prstGeom>
          <a:solidFill>
            <a:srgbClr val="E6A817"/>
          </a:solidFill>
          <a:ln w="12700">
            <a:solidFill>
              <a:srgbClr val="E6A8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76695" y="8715146"/>
            <a:ext cx="2476195" cy="1238098"/>
          </a:xfrm>
          <a:prstGeom prst="roundRect">
            <a:avLst>
              <a:gd name="adj" fmla="val 1551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620402" y="2000707"/>
            <a:ext cx="7619695" cy="7810805"/>
          </a:xfrm>
          <a:prstGeom prst="roundRect">
            <a:avLst>
              <a:gd name="adj" fmla="val 50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gen-dedup-07d4da1bf1910daef42c9babebc62b7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43000" y="1904695"/>
            <a:ext cx="914400" cy="38405"/>
          </a:xfrm>
          <a:prstGeom prst="rect">
            <a:avLst/>
          </a:prstGeom>
        </p:spPr>
      </p:pic>
      <p:pic>
        <p:nvPicPr>
          <p:cNvPr id="11" name="Image 3" descr="gen-dedup-3bdbc32700a944b5d73f1255eb970a4c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143000" y="8096098"/>
            <a:ext cx="7810805" cy="9144"/>
          </a:xfrm>
          <a:prstGeom prst="rect">
            <a:avLst/>
          </a:prstGeom>
        </p:spPr>
      </p:pic>
      <p:pic>
        <p:nvPicPr>
          <p:cNvPr id="12" name="Image 4" descr="gen-dedup-07d4da1bf1910daef42c9babebc62b7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9620402" y="2000707"/>
            <a:ext cx="914400" cy="38405"/>
          </a:xfrm>
          <a:prstGeom prst="rect">
            <a:avLst/>
          </a:prstGeom>
        </p:spPr>
      </p:pic>
      <p:pic>
        <p:nvPicPr>
          <p:cNvPr id="13" name="Image 5" descr="gen-dedup-da2d3b8134a4328390434ecd60b5bd16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10001707" y="3381451"/>
            <a:ext cx="6858000" cy="9144"/>
          </a:xfrm>
          <a:prstGeom prst="rect">
            <a:avLst/>
          </a:prstGeom>
        </p:spPr>
      </p:pic>
      <p:pic>
        <p:nvPicPr>
          <p:cNvPr id="14" name="Image 6" descr="gen-dedup-da2d3b8134a4328390434ecd60b5bd16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10001707" y="4524451"/>
            <a:ext cx="6858000" cy="9144"/>
          </a:xfrm>
          <a:prstGeom prst="rect">
            <a:avLst/>
          </a:prstGeom>
        </p:spPr>
      </p:pic>
      <p:pic>
        <p:nvPicPr>
          <p:cNvPr id="15" name="Image 7" descr="gen-dedup-da2d3b8134a4328390434ecd60b5bd16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10001707" y="5667451"/>
            <a:ext cx="6858000" cy="9144"/>
          </a:xfrm>
          <a:prstGeom prst="rect">
            <a:avLst/>
          </a:prstGeom>
        </p:spPr>
      </p:pic>
      <p:pic>
        <p:nvPicPr>
          <p:cNvPr id="16" name="Image 8" descr="gen-dedup-da2d3b8134a4328390434ecd60b5bd16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10001707" y="6810451"/>
            <a:ext cx="6858000" cy="9144"/>
          </a:xfrm>
          <a:prstGeom prst="rect">
            <a:avLst/>
          </a:prstGeom>
        </p:spPr>
      </p:pic>
      <p:pic>
        <p:nvPicPr>
          <p:cNvPr id="17" name="Image 9" descr="gen-dedup-da2d3b8134a4328390434ecd60b5bd16.png"/>
          <p:cNvPicPr>
            <a:picLocks noChangeAspect="1"/>
          </p:cNvPicPr>
          <p:nvPr/>
        </p:nvPicPr>
        <p:blipFill>
          <a:blip r:embed="rId6"/>
          <a:srcRect l="-2083" r="-2083"/>
          <a:stretch/>
        </p:blipFill>
        <p:spPr>
          <a:xfrm>
            <a:off x="10001707" y="7953451"/>
            <a:ext cx="6858000" cy="9144"/>
          </a:xfrm>
          <a:prstGeom prst="rect">
            <a:avLst/>
          </a:prstGeom>
        </p:spPr>
      </p:pic>
      <p:sp>
        <p:nvSpPr>
          <p:cNvPr id="18" name="Text 6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· 11</a:t>
            </a:r>
            <a:endParaRPr lang="en-US" sz="900" dirty="0"/>
          </a:p>
        </p:txBody>
      </p:sp>
      <p:sp>
        <p:nvSpPr>
          <p:cNvPr id="19" name="Text 7"/>
          <p:cNvSpPr txBox="1"/>
          <p:nvPr/>
        </p:nvSpPr>
        <p:spPr>
          <a:xfrm>
            <a:off x="1143000" y="2190902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line · 02</a:t>
            </a:r>
            <a:endParaRPr lang="en-US" sz="1100" dirty="0"/>
          </a:p>
        </p:txBody>
      </p:sp>
      <p:sp>
        <p:nvSpPr>
          <p:cNvPr id="20" name="Text 8"/>
          <p:cNvSpPr txBox="1"/>
          <p:nvPr/>
        </p:nvSpPr>
        <p:spPr>
          <a:xfrm>
            <a:off x="1143000" y="2619756"/>
            <a:ext cx="9525305" cy="2438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100" b="1" kern="0" spc="-18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</a:t>
            </a:r>
            <a:endParaRPr lang="en-US" sz="6100" dirty="0"/>
          </a:p>
          <a:p>
            <a:pPr marL="0" indent="0" algn="l">
              <a:buNone/>
            </a:pPr>
            <a:r>
              <a:rPr lang="en-US" sz="6100" b="1" kern="0" spc="-18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Transformation</a:t>
            </a:r>
            <a:endParaRPr lang="en-US" sz="6100" dirty="0"/>
          </a:p>
          <a:p>
            <a:pPr marL="0" indent="0" algn="l">
              <a:buNone/>
            </a:pPr>
            <a:r>
              <a:rPr lang="en-US" sz="6100" b="1" kern="0" spc="-18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</a:t>
            </a:r>
            <a:r>
              <a:rPr lang="en-US" sz="6100" b="1" kern="0" spc="-18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Innovation.</a:t>
            </a:r>
            <a:endParaRPr lang="en-US" sz="6100" dirty="0"/>
          </a:p>
        </p:txBody>
      </p:sp>
      <p:sp>
        <p:nvSpPr>
          <p:cNvPr id="21" name="Text 9"/>
          <p:cNvSpPr txBox="1"/>
          <p:nvPr/>
        </p:nvSpPr>
        <p:spPr>
          <a:xfrm>
            <a:off x="1143000" y="6096305"/>
            <a:ext cx="8097012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help </a:t>
            </a:r>
            <a:r>
              <a:rPr lang="en-US" sz="1600" b="1" dirty="0">
                <a:solidFill>
                  <a:srgbClr val="FFFFFF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operational-heavy companies</a:t>
            </a:r>
            <a:r>
              <a:rPr lang="en-US" sz="1600" dirty="0">
                <a:solidFill>
                  <a:srgbClr val="FFFFFF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re-imagine how they run — mapping processes, prototyping AI use-cases, and building the roadmap that turns technology into </a:t>
            </a:r>
            <a:r>
              <a:rPr lang="en-US" sz="1600" b="1" dirty="0">
                <a:solidFill>
                  <a:srgbClr val="E6A817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measurable business outcomes.</a:t>
            </a:r>
            <a:endParaRPr lang="en-US" sz="1600" dirty="0"/>
          </a:p>
        </p:txBody>
      </p:sp>
      <p:sp>
        <p:nvSpPr>
          <p:cNvPr id="22" name="Text 10"/>
          <p:cNvSpPr txBox="1"/>
          <p:nvPr/>
        </p:nvSpPr>
        <p:spPr>
          <a:xfrm>
            <a:off x="1143000" y="8287207"/>
            <a:ext cx="7810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98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model</a:t>
            </a:r>
            <a:endParaRPr lang="en-US" sz="800" dirty="0"/>
          </a:p>
        </p:txBody>
      </p:sp>
      <p:sp>
        <p:nvSpPr>
          <p:cNvPr id="23" name="Text 11"/>
          <p:cNvSpPr txBox="1"/>
          <p:nvPr/>
        </p:nvSpPr>
        <p:spPr>
          <a:xfrm>
            <a:off x="1380744" y="8906256"/>
            <a:ext cx="2143354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Discover</a:t>
            </a:r>
            <a:endParaRPr lang="en-US" sz="800" dirty="0"/>
          </a:p>
        </p:txBody>
      </p:sp>
      <p:sp>
        <p:nvSpPr>
          <p:cNvPr id="24" name="Text 12"/>
          <p:cNvSpPr txBox="1"/>
          <p:nvPr/>
        </p:nvSpPr>
        <p:spPr>
          <a:xfrm>
            <a:off x="1380744" y="9115654"/>
            <a:ext cx="21433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Opportunity mapping</a:t>
            </a:r>
            <a:endParaRPr lang="en-US" sz="1100" dirty="0"/>
          </a:p>
        </p:txBody>
      </p:sp>
      <p:sp>
        <p:nvSpPr>
          <p:cNvPr id="25" name="Text 13"/>
          <p:cNvSpPr txBox="1"/>
          <p:nvPr/>
        </p:nvSpPr>
        <p:spPr>
          <a:xfrm>
            <a:off x="1380744" y="9353398"/>
            <a:ext cx="21433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Ops audit &amp; automation opportunity scoring</a:t>
            </a:r>
            <a:endParaRPr lang="en-US" sz="900" dirty="0"/>
          </a:p>
        </p:txBody>
      </p:sp>
      <p:sp>
        <p:nvSpPr>
          <p:cNvPr id="26" name="Text 14"/>
          <p:cNvSpPr txBox="1"/>
          <p:nvPr/>
        </p:nvSpPr>
        <p:spPr>
          <a:xfrm>
            <a:off x="4048049" y="8906256"/>
            <a:ext cx="2143354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Design</a:t>
            </a:r>
            <a:endParaRPr lang="en-US" sz="800" dirty="0"/>
          </a:p>
        </p:txBody>
      </p:sp>
      <p:sp>
        <p:nvSpPr>
          <p:cNvPr id="27" name="Text 15"/>
          <p:cNvSpPr txBox="1"/>
          <p:nvPr/>
        </p:nvSpPr>
        <p:spPr>
          <a:xfrm>
            <a:off x="4048049" y="9115654"/>
            <a:ext cx="21433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 &amp; ROI</a:t>
            </a:r>
            <a:endParaRPr lang="en-US" sz="1100" dirty="0"/>
          </a:p>
        </p:txBody>
      </p:sp>
      <p:sp>
        <p:nvSpPr>
          <p:cNvPr id="28" name="Text 16"/>
          <p:cNvSpPr txBox="1"/>
          <p:nvPr/>
        </p:nvSpPr>
        <p:spPr>
          <a:xfrm>
            <a:off x="4048049" y="9353398"/>
            <a:ext cx="21433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&amp; commercial plan with expected ROI</a:t>
            </a:r>
            <a:endParaRPr lang="en-US" sz="900" dirty="0"/>
          </a:p>
        </p:txBody>
      </p:sp>
      <p:sp>
        <p:nvSpPr>
          <p:cNvPr id="29" name="Text 17"/>
          <p:cNvSpPr txBox="1"/>
          <p:nvPr/>
        </p:nvSpPr>
        <p:spPr>
          <a:xfrm>
            <a:off x="6715354" y="9115654"/>
            <a:ext cx="214335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live &amp; scale</a:t>
            </a:r>
            <a:endParaRPr lang="en-US" sz="1100" dirty="0"/>
          </a:p>
        </p:txBody>
      </p:sp>
      <p:sp>
        <p:nvSpPr>
          <p:cNvPr id="30" name="Text 18"/>
          <p:cNvSpPr txBox="1"/>
          <p:nvPr/>
        </p:nvSpPr>
        <p:spPr>
          <a:xfrm>
            <a:off x="6715354" y="8906256"/>
            <a:ext cx="2143354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2" dirty="0">
                <a:solidFill>
                  <a:srgbClr val="0A0F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Deploy</a:t>
            </a:r>
            <a:endParaRPr lang="en-US" sz="800" dirty="0"/>
          </a:p>
        </p:txBody>
      </p:sp>
      <p:sp>
        <p:nvSpPr>
          <p:cNvPr id="31" name="Text 19"/>
          <p:cNvSpPr txBox="1"/>
          <p:nvPr/>
        </p:nvSpPr>
        <p:spPr>
          <a:xfrm>
            <a:off x="6715354" y="9353398"/>
            <a:ext cx="2417674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A0F1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→ production → team enablement</a:t>
            </a:r>
            <a:endParaRPr lang="en-US" sz="900" dirty="0"/>
          </a:p>
        </p:txBody>
      </p:sp>
      <p:sp>
        <p:nvSpPr>
          <p:cNvPr id="32" name="Text 20"/>
          <p:cNvSpPr txBox="1"/>
          <p:nvPr/>
        </p:nvSpPr>
        <p:spPr>
          <a:xfrm>
            <a:off x="10001707" y="2238451"/>
            <a:ext cx="6858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we intervene</a:t>
            </a:r>
            <a:endParaRPr lang="en-US" sz="900" dirty="0"/>
          </a:p>
        </p:txBody>
      </p:sp>
      <p:sp>
        <p:nvSpPr>
          <p:cNvPr id="33" name="Text 21"/>
          <p:cNvSpPr txBox="1"/>
          <p:nvPr/>
        </p:nvSpPr>
        <p:spPr>
          <a:xfrm>
            <a:off x="10001707" y="2476195"/>
            <a:ext cx="68580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levers, one plan.</a:t>
            </a:r>
            <a:endParaRPr lang="en-US" sz="2400" dirty="0"/>
          </a:p>
        </p:txBody>
      </p:sp>
      <p:pic>
        <p:nvPicPr>
          <p:cNvPr id="34" name="Image 10" descr="gen-dedup-56c703b6eeb878d1ad1d28c7b0ebc7bc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001707" y="3524098"/>
            <a:ext cx="571500" cy="571500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10858500" y="3600907"/>
            <a:ext cx="60012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 re-engineering</a:t>
            </a:r>
            <a:endParaRPr lang="en-US" sz="1500" dirty="0"/>
          </a:p>
        </p:txBody>
      </p:sp>
      <p:sp>
        <p:nvSpPr>
          <p:cNvPr id="36" name="Text 23"/>
          <p:cNvSpPr txBox="1"/>
          <p:nvPr/>
        </p:nvSpPr>
        <p:spPr>
          <a:xfrm>
            <a:off x="10858500" y="3866998"/>
            <a:ext cx="60012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current ops, remove hand-offs, sequence quick wins.</a:t>
            </a:r>
            <a:endParaRPr lang="en-US" sz="900" dirty="0"/>
          </a:p>
        </p:txBody>
      </p:sp>
      <p:pic>
        <p:nvPicPr>
          <p:cNvPr id="37" name="Image 11" descr="gen-dedup-050f07cc52741b91cace1f74652292e4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001707" y="4667098"/>
            <a:ext cx="571500" cy="571500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10858500" y="4743907"/>
            <a:ext cx="60012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foundations</a:t>
            </a:r>
            <a:endParaRPr lang="en-US" sz="1500" dirty="0"/>
          </a:p>
        </p:txBody>
      </p:sp>
      <p:sp>
        <p:nvSpPr>
          <p:cNvPr id="39" name="Text 25"/>
          <p:cNvSpPr txBox="1"/>
          <p:nvPr/>
        </p:nvSpPr>
        <p:spPr>
          <a:xfrm>
            <a:off x="10858500" y="5009998"/>
            <a:ext cx="60012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data model across ERP, IoT, CRM, documents — ready for AI.</a:t>
            </a:r>
            <a:endParaRPr lang="en-US" sz="900" dirty="0"/>
          </a:p>
        </p:txBody>
      </p:sp>
      <p:pic>
        <p:nvPicPr>
          <p:cNvPr id="40" name="Image 12" descr="gen-dedup-8813790075825fd515d2c8db82b20947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001707" y="5810098"/>
            <a:ext cx="571500" cy="571500"/>
          </a:xfrm>
          <a:prstGeom prst="rect">
            <a:avLst/>
          </a:prstGeom>
        </p:spPr>
      </p:pic>
      <p:sp>
        <p:nvSpPr>
          <p:cNvPr id="41" name="Text 26"/>
          <p:cNvSpPr txBox="1"/>
          <p:nvPr/>
        </p:nvSpPr>
        <p:spPr>
          <a:xfrm>
            <a:off x="10858500" y="5886907"/>
            <a:ext cx="60012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use-case activation</a:t>
            </a:r>
            <a:endParaRPr lang="en-US" sz="1500" dirty="0"/>
          </a:p>
        </p:txBody>
      </p:sp>
      <p:sp>
        <p:nvSpPr>
          <p:cNvPr id="42" name="Text 27"/>
          <p:cNvSpPr txBox="1"/>
          <p:nvPr/>
        </p:nvSpPr>
        <p:spPr>
          <a:xfrm>
            <a:off x="10858500" y="6152998"/>
            <a:ext cx="60012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Prototype an Agentic AI use-case in 6 weeks — the fastest path to ROI.</a:t>
            </a:r>
            <a:endParaRPr lang="en-US" sz="900" dirty="0"/>
          </a:p>
        </p:txBody>
      </p:sp>
      <p:pic>
        <p:nvPicPr>
          <p:cNvPr id="43" name="Image 13" descr="gen-dedup-75bcdc1fcbcc2f5a5c1ccbda4b9f5c4a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001707" y="6953098"/>
            <a:ext cx="571500" cy="571500"/>
          </a:xfrm>
          <a:prstGeom prst="rect">
            <a:avLst/>
          </a:prstGeom>
        </p:spPr>
      </p:pic>
      <p:sp>
        <p:nvSpPr>
          <p:cNvPr id="44" name="Text 28"/>
          <p:cNvSpPr txBox="1"/>
          <p:nvPr/>
        </p:nvSpPr>
        <p:spPr>
          <a:xfrm>
            <a:off x="10858500" y="7029907"/>
            <a:ext cx="60012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&amp; adoption</a:t>
            </a:r>
            <a:endParaRPr lang="en-US" sz="1500" dirty="0"/>
          </a:p>
        </p:txBody>
      </p:sp>
      <p:sp>
        <p:nvSpPr>
          <p:cNvPr id="45" name="Text 29"/>
          <p:cNvSpPr txBox="1"/>
          <p:nvPr/>
        </p:nvSpPr>
        <p:spPr>
          <a:xfrm>
            <a:off x="10858500" y="7295998"/>
            <a:ext cx="60012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ops teams, define governance, own the change curve.</a:t>
            </a:r>
            <a:endParaRPr lang="en-US" sz="900" dirty="0"/>
          </a:p>
        </p:txBody>
      </p:sp>
      <p:pic>
        <p:nvPicPr>
          <p:cNvPr id="46" name="Image 14" descr="gen-dedup-0f4b7202eb345ad89b0f75c39d58acc1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001707" y="8096098"/>
            <a:ext cx="571500" cy="571500"/>
          </a:xfrm>
          <a:prstGeom prst="rect">
            <a:avLst/>
          </a:prstGeom>
        </p:spPr>
      </p:pic>
      <p:sp>
        <p:nvSpPr>
          <p:cNvPr id="47" name="Text 30"/>
          <p:cNvSpPr txBox="1"/>
          <p:nvPr/>
        </p:nvSpPr>
        <p:spPr>
          <a:xfrm>
            <a:off x="10858500" y="8172907"/>
            <a:ext cx="600120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&amp; security</a:t>
            </a:r>
            <a:endParaRPr lang="en-US" sz="1500" dirty="0"/>
          </a:p>
        </p:txBody>
      </p:sp>
      <p:sp>
        <p:nvSpPr>
          <p:cNvPr id="48" name="Text 31"/>
          <p:cNvSpPr txBox="1"/>
          <p:nvPr/>
        </p:nvSpPr>
        <p:spPr>
          <a:xfrm>
            <a:off x="10858500" y="8438998"/>
            <a:ext cx="60012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GDPR · NIS2 · ISO 27001 built into every solution, not bolted on.</a:t>
            </a:r>
            <a:endParaRPr lang="en-US" sz="900" dirty="0"/>
          </a:p>
        </p:txBody>
      </p:sp>
      <p:sp>
        <p:nvSpPr>
          <p:cNvPr id="49" name="Text 32"/>
          <p:cNvSpPr txBox="1"/>
          <p:nvPr/>
        </p:nvSpPr>
        <p:spPr>
          <a:xfrm>
            <a:off x="10001707" y="9239098"/>
            <a:ext cx="6858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98" dirty="0">
                <a:solidFill>
                  <a:srgbClr val="E6A817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r>
              <a:rPr lang="en-US" sz="800" b="1" kern="0" spc="198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Proven at Navantia · FERRI · Merchant Union · Hospital Álvaro Cunqueiro</a:t>
            </a:r>
            <a:endParaRPr lang="en-US" sz="800" dirty="0"/>
          </a:p>
        </p:txBody>
      </p:sp>
      <p:pic>
        <p:nvPicPr>
          <p:cNvPr id="51" name="Image 1" descr="gen-dedup-3fc9b6bd6bd01734c54b10a0f11af3f3.png">
            <a:extLst>
              <a:ext uri="{FF2B5EF4-FFF2-40B4-BE49-F238E27FC236}">
                <a16:creationId xmlns:a16="http://schemas.microsoft.com/office/drawing/2014/main" id="{9E8B4DCF-4DF4-8DF4-2CA0-4E115035E0D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5667a6e6b3fb3d9c3c2bd4514f68333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ace2343c5ad8f80ffd6f1e62e8af738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9144000" cy="10289512"/>
          </a:xfrm>
          <a:prstGeom prst="rect">
            <a:avLst/>
          </a:prstGeom>
        </p:spPr>
      </p:pic>
      <p:pic>
        <p:nvPicPr>
          <p:cNvPr id="4" name="Image 2" descr="gen-dedup-6f22af37898e92a091493cf14d90a429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44000" y="0"/>
            <a:ext cx="2286000" cy="10287000"/>
          </a:xfrm>
          <a:prstGeom prst="rect">
            <a:avLst/>
          </a:prstGeom>
        </p:spPr>
      </p:pic>
      <p:pic>
        <p:nvPicPr>
          <p:cNvPr id="5" name="Image 3" descr="gen-dedup-e10e55b66df8628cdc70c95c997561ab.png"/>
          <p:cNvPicPr>
            <a:picLocks noChangeAspect="1"/>
          </p:cNvPicPr>
          <p:nvPr/>
        </p:nvPicPr>
        <p:blipFill>
          <a:blip r:embed="rId6"/>
          <a:srcRect l="-10" r="-10"/>
          <a:stretch/>
        </p:blipFill>
        <p:spPr>
          <a:xfrm>
            <a:off x="9525305" y="7810805"/>
            <a:ext cx="7810805" cy="1904695"/>
          </a:xfrm>
          <a:prstGeom prst="rect">
            <a:avLst/>
          </a:prstGeom>
        </p:spPr>
      </p:pic>
      <p:pic>
        <p:nvPicPr>
          <p:cNvPr id="7" name="Image 5" descr="gen-dedup-07d4da1bf1910daef42c9babebc62b73.png"/>
          <p:cNvPicPr>
            <a:picLocks noChangeAspect="1"/>
          </p:cNvPicPr>
          <p:nvPr/>
        </p:nvPicPr>
        <p:blipFill>
          <a:blip r:embed="rId7"/>
          <a:srcRect t="-400" b="-400"/>
          <a:stretch/>
        </p:blipFill>
        <p:spPr>
          <a:xfrm>
            <a:off x="1143000" y="1904695"/>
            <a:ext cx="914400" cy="38405"/>
          </a:xfrm>
          <a:prstGeom prst="rect">
            <a:avLst/>
          </a:prstGeom>
        </p:spPr>
      </p:pic>
      <p:pic>
        <p:nvPicPr>
          <p:cNvPr id="8" name="Image 6" descr="gen-dedup-9f057872d646962813f4d01df0b18364.png"/>
          <p:cNvPicPr>
            <a:picLocks noChangeAspect="1"/>
          </p:cNvPicPr>
          <p:nvPr/>
        </p:nvPicPr>
        <p:blipFill>
          <a:blip r:embed="rId8"/>
          <a:srcRect l="-2083" r="-2083"/>
          <a:stretch/>
        </p:blipFill>
        <p:spPr>
          <a:xfrm>
            <a:off x="1143000" y="6953098"/>
            <a:ext cx="7810805" cy="9144"/>
          </a:xfrm>
          <a:prstGeom prst="rect">
            <a:avLst/>
          </a:prstGeom>
        </p:spPr>
      </p:pic>
      <p:pic>
        <p:nvPicPr>
          <p:cNvPr id="9" name="Image 7" descr="gen-dedup-3bdbc32700a944b5d73f1255eb970a4c.png"/>
          <p:cNvPicPr>
            <a:picLocks noChangeAspect="1"/>
          </p:cNvPicPr>
          <p:nvPr/>
        </p:nvPicPr>
        <p:blipFill>
          <a:blip r:embed="rId9"/>
          <a:srcRect l="-2083" r="-2083"/>
          <a:stretch/>
        </p:blipFill>
        <p:spPr>
          <a:xfrm>
            <a:off x="1143000" y="9810598"/>
            <a:ext cx="7810805" cy="9144"/>
          </a:xfrm>
          <a:prstGeom prst="rect">
            <a:avLst/>
          </a:prstGeom>
        </p:spPr>
      </p:pic>
      <p:sp>
        <p:nvSpPr>
          <p:cNvPr id="10" name="Shape 0"/>
          <p:cNvSpPr/>
          <p:nvPr/>
        </p:nvSpPr>
        <p:spPr>
          <a:xfrm>
            <a:off x="13525805" y="1143000"/>
            <a:ext cx="3810305" cy="609905"/>
          </a:xfrm>
          <a:prstGeom prst="roundRect">
            <a:avLst>
              <a:gd name="adj" fmla="val 3148"/>
            </a:avLst>
          </a:prstGeom>
          <a:solidFill>
            <a:srgbClr val="0A0F1E">
              <a:alpha val="85000"/>
            </a:srgbClr>
          </a:solidFill>
          <a:ln w="12700">
            <a:solidFill>
              <a:srgbClr val="E6A81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1"/>
          <p:cNvSpPr txBox="1"/>
          <p:nvPr/>
        </p:nvSpPr>
        <p:spPr>
          <a:xfrm>
            <a:off x="666780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· 12</a:t>
            </a:r>
            <a:endParaRPr lang="en-US" sz="900" dirty="0"/>
          </a:p>
        </p:txBody>
      </p:sp>
      <p:sp>
        <p:nvSpPr>
          <p:cNvPr id="12" name="Text 2"/>
          <p:cNvSpPr txBox="1"/>
          <p:nvPr/>
        </p:nvSpPr>
        <p:spPr>
          <a:xfrm>
            <a:off x="1143000" y="2190902"/>
            <a:ext cx="78108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line · 03</a:t>
            </a:r>
            <a:endParaRPr lang="en-US" sz="1100" dirty="0"/>
          </a:p>
        </p:txBody>
      </p:sp>
      <p:sp>
        <p:nvSpPr>
          <p:cNvPr id="13" name="Text 3"/>
          <p:cNvSpPr txBox="1"/>
          <p:nvPr/>
        </p:nvSpPr>
        <p:spPr>
          <a:xfrm>
            <a:off x="1143000" y="2619756"/>
            <a:ext cx="781080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100" b="1" kern="0" spc="-18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CCTV &amp;</a:t>
            </a:r>
            <a:endParaRPr lang="en-US" sz="6100" dirty="0"/>
          </a:p>
          <a:p>
            <a:pPr marL="0" indent="0" algn="l">
              <a:buNone/>
            </a:pPr>
            <a:r>
              <a:rPr lang="en-US" sz="6100" b="1" kern="0" spc="-18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</a:t>
            </a:r>
            <a:r>
              <a:rPr lang="en-US" sz="6100" b="1" kern="0" spc="-18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Systems.</a:t>
            </a:r>
            <a:endParaRPr lang="en-US" sz="6100" dirty="0"/>
          </a:p>
        </p:txBody>
      </p:sp>
      <p:sp>
        <p:nvSpPr>
          <p:cNvPr id="14" name="Text 4"/>
          <p:cNvSpPr txBox="1"/>
          <p:nvPr/>
        </p:nvSpPr>
        <p:spPr>
          <a:xfrm>
            <a:off x="1143000" y="5143500"/>
            <a:ext cx="7620610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decade designing, installing and operating </a:t>
            </a:r>
            <a:r>
              <a:rPr lang="en-US" sz="1600" b="1" dirty="0">
                <a:solidFill>
                  <a:srgbClr val="FFFFFF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mission-critical surveillance</a:t>
            </a:r>
            <a:r>
              <a:rPr lang="en-US" sz="1600" dirty="0">
                <a:solidFill>
                  <a:srgbClr val="FFFFFF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airports, metros, cities, industrial sites and stadiums. From single-camera pilots to </a:t>
            </a:r>
            <a:r>
              <a:rPr lang="en-US" sz="1600" b="1" dirty="0">
                <a:solidFill>
                  <a:srgbClr val="E6A817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multi-thousand-camera national deployments.</a:t>
            </a:r>
            <a:endParaRPr lang="en-US" sz="1600" dirty="0"/>
          </a:p>
        </p:txBody>
      </p:sp>
      <p:sp>
        <p:nvSpPr>
          <p:cNvPr id="15" name="Text 5"/>
          <p:cNvSpPr txBox="1"/>
          <p:nvPr/>
        </p:nvSpPr>
        <p:spPr>
          <a:xfrm>
            <a:off x="1143000" y="7239305"/>
            <a:ext cx="190561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12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1,900</a:t>
            </a:r>
            <a:endParaRPr lang="en-US" sz="4200" dirty="0"/>
          </a:p>
        </p:txBody>
      </p:sp>
      <p:sp>
        <p:nvSpPr>
          <p:cNvPr id="16" name="Text 6"/>
          <p:cNvSpPr txBox="1"/>
          <p:nvPr/>
        </p:nvSpPr>
        <p:spPr>
          <a:xfrm>
            <a:off x="1143000" y="7848295"/>
            <a:ext cx="1905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2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Cameras at AENA T1</a:t>
            </a:r>
            <a:endParaRPr lang="en-US" sz="800" dirty="0"/>
          </a:p>
        </p:txBody>
      </p:sp>
      <p:sp>
        <p:nvSpPr>
          <p:cNvPr id="17" name="Text 7"/>
          <p:cNvSpPr txBox="1"/>
          <p:nvPr/>
        </p:nvSpPr>
        <p:spPr>
          <a:xfrm>
            <a:off x="3238805" y="7239305"/>
            <a:ext cx="190561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1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5,000</a:t>
            </a:r>
            <a:endParaRPr lang="en-US" sz="4200" dirty="0"/>
          </a:p>
        </p:txBody>
      </p:sp>
      <p:sp>
        <p:nvSpPr>
          <p:cNvPr id="18" name="Text 8"/>
          <p:cNvSpPr txBox="1"/>
          <p:nvPr/>
        </p:nvSpPr>
        <p:spPr>
          <a:xfrm>
            <a:off x="3238805" y="7848295"/>
            <a:ext cx="1905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2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Buses on-board CCTV</a:t>
            </a:r>
            <a:endParaRPr lang="en-US" sz="800" dirty="0"/>
          </a:p>
        </p:txBody>
      </p:sp>
      <p:sp>
        <p:nvSpPr>
          <p:cNvPr id="19" name="Text 9"/>
          <p:cNvSpPr txBox="1"/>
          <p:nvPr/>
        </p:nvSpPr>
        <p:spPr>
          <a:xfrm>
            <a:off x="5333695" y="7239305"/>
            <a:ext cx="2686507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1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L9 / L10</a:t>
            </a:r>
            <a:endParaRPr lang="en-US" sz="4200" dirty="0"/>
          </a:p>
        </p:txBody>
      </p:sp>
      <p:sp>
        <p:nvSpPr>
          <p:cNvPr id="20" name="Text 10"/>
          <p:cNvSpPr txBox="1"/>
          <p:nvPr/>
        </p:nvSpPr>
        <p:spPr>
          <a:xfrm>
            <a:off x="5333695" y="7848295"/>
            <a:ext cx="1905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2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Metro CCTV since 2005</a:t>
            </a:r>
            <a:endParaRPr lang="en-US" sz="800" dirty="0"/>
          </a:p>
        </p:txBody>
      </p:sp>
      <p:sp>
        <p:nvSpPr>
          <p:cNvPr id="21" name="Text 11"/>
          <p:cNvSpPr txBox="1"/>
          <p:nvPr/>
        </p:nvSpPr>
        <p:spPr>
          <a:xfrm>
            <a:off x="7429500" y="7239305"/>
            <a:ext cx="190561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1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24/7</a:t>
            </a:r>
            <a:endParaRPr lang="en-US" sz="4200" dirty="0"/>
          </a:p>
        </p:txBody>
      </p:sp>
      <p:sp>
        <p:nvSpPr>
          <p:cNvPr id="22" name="Text 12"/>
          <p:cNvSpPr txBox="1"/>
          <p:nvPr/>
        </p:nvSpPr>
        <p:spPr>
          <a:xfrm>
            <a:off x="7429500" y="7848295"/>
            <a:ext cx="1905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2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room ops</a:t>
            </a:r>
            <a:endParaRPr lang="en-US" sz="800" dirty="0"/>
          </a:p>
        </p:txBody>
      </p:sp>
      <p:sp>
        <p:nvSpPr>
          <p:cNvPr id="23" name="Text 13"/>
          <p:cNvSpPr txBox="1"/>
          <p:nvPr/>
        </p:nvSpPr>
        <p:spPr>
          <a:xfrm>
            <a:off x="1143000" y="8572500"/>
            <a:ext cx="7810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98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Full-stack CCTV expertise</a:t>
            </a:r>
            <a:endParaRPr lang="en-US" sz="800" dirty="0"/>
          </a:p>
        </p:txBody>
      </p:sp>
      <p:pic>
        <p:nvPicPr>
          <p:cNvPr id="24" name="Image 8" descr="gen-dedup-8f05b3d3dc3040f1b5b26aa3370c540e.png"/>
          <p:cNvPicPr>
            <a:picLocks noChangeAspect="1"/>
          </p:cNvPicPr>
          <p:nvPr/>
        </p:nvPicPr>
        <p:blipFill>
          <a:blip r:embed="rId10"/>
          <a:srcRect l="-2" r="-2"/>
          <a:stretch/>
        </p:blipFill>
        <p:spPr>
          <a:xfrm>
            <a:off x="1143000" y="8953805"/>
            <a:ext cx="7810805" cy="571500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1143000" y="9953244"/>
            <a:ext cx="7810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2" dirty="0">
                <a:solidFill>
                  <a:srgbClr val="E6A817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r>
              <a:rPr lang="en-US" sz="800" b="1" kern="0" spc="182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Bosch · Axis · Hikvision · Milestone · Genetec · Nedap</a:t>
            </a:r>
            <a:endParaRPr lang="en-US" sz="800" dirty="0"/>
          </a:p>
        </p:txBody>
      </p:sp>
      <p:sp>
        <p:nvSpPr>
          <p:cNvPr id="26" name="Text 15"/>
          <p:cNvSpPr txBox="1"/>
          <p:nvPr/>
        </p:nvSpPr>
        <p:spPr>
          <a:xfrm>
            <a:off x="13716000" y="1314907"/>
            <a:ext cx="34290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1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client</a:t>
            </a:r>
            <a:endParaRPr lang="en-US" sz="800" dirty="0"/>
          </a:p>
        </p:txBody>
      </p:sp>
      <p:sp>
        <p:nvSpPr>
          <p:cNvPr id="27" name="Text 16"/>
          <p:cNvSpPr txBox="1"/>
          <p:nvPr/>
        </p:nvSpPr>
        <p:spPr>
          <a:xfrm>
            <a:off x="13716000" y="1447495"/>
            <a:ext cx="3429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AENA · Barcelona-El Prat · SIPA</a:t>
            </a:r>
            <a:endParaRPr lang="en-US" sz="900" dirty="0"/>
          </a:p>
        </p:txBody>
      </p:sp>
      <p:sp>
        <p:nvSpPr>
          <p:cNvPr id="28" name="Text 17"/>
          <p:cNvSpPr txBox="1"/>
          <p:nvPr/>
        </p:nvSpPr>
        <p:spPr>
          <a:xfrm>
            <a:off x="9905695" y="8191195"/>
            <a:ext cx="7049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· Design → Install → Operate</a:t>
            </a:r>
            <a:endParaRPr lang="en-US" sz="800" dirty="0"/>
          </a:p>
        </p:txBody>
      </p:sp>
      <p:sp>
        <p:nvSpPr>
          <p:cNvPr id="29" name="Text 18"/>
          <p:cNvSpPr txBox="1"/>
          <p:nvPr/>
        </p:nvSpPr>
        <p:spPr>
          <a:xfrm>
            <a:off x="9905695" y="8401507"/>
            <a:ext cx="70491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kern="0" spc="-5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build the surveillance layer</a:t>
            </a:r>
            <a:endParaRPr lang="en-US" sz="2700" dirty="0"/>
          </a:p>
          <a:p>
            <a:pPr marL="0" indent="0" algn="l">
              <a:buNone/>
            </a:pPr>
            <a:r>
              <a:rPr lang="en-US" sz="2700" b="1" kern="0" spc="-5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operation can trust.</a:t>
            </a:r>
            <a:endParaRPr lang="en-US" sz="2700" dirty="0"/>
          </a:p>
        </p:txBody>
      </p:sp>
      <p:pic>
        <p:nvPicPr>
          <p:cNvPr id="31" name="Image 1" descr="gen-dedup-3fc9b6bd6bd01734c54b10a0f11af3f3.png">
            <a:extLst>
              <a:ext uri="{FF2B5EF4-FFF2-40B4-BE49-F238E27FC236}">
                <a16:creationId xmlns:a16="http://schemas.microsoft.com/office/drawing/2014/main" id="{AE4AD1BE-0217-4BD4-07E9-A06F70C2ED1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d9b49baf38a329d1f0c799efd2fe894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19695" cy="10292275"/>
          </a:xfrm>
          <a:prstGeom prst="rect">
            <a:avLst/>
          </a:prstGeom>
        </p:spPr>
      </p:pic>
      <p:pic>
        <p:nvPicPr>
          <p:cNvPr id="3" name="Image 1" descr="gen-dedup-f883001e75f270c996d942c0c92a8666.png"/>
          <p:cNvPicPr>
            <a:picLocks noChangeAspect="1"/>
          </p:cNvPicPr>
          <p:nvPr/>
        </p:nvPicPr>
        <p:blipFill>
          <a:blip r:embed="rId4"/>
          <a:srcRect t="-8" b="-8"/>
          <a:stretch/>
        </p:blipFill>
        <p:spPr>
          <a:xfrm>
            <a:off x="6096305" y="0"/>
            <a:ext cx="1904695" cy="102870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571500" y="8001000"/>
            <a:ext cx="4953305" cy="1714500"/>
          </a:xfrm>
          <a:prstGeom prst="roundRect">
            <a:avLst>
              <a:gd name="adj" fmla="val 1120"/>
            </a:avLst>
          </a:prstGeom>
          <a:solidFill>
            <a:srgbClr val="0A0F1E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1"/>
          <p:cNvSpPr/>
          <p:nvPr/>
        </p:nvSpPr>
        <p:spPr>
          <a:xfrm>
            <a:off x="571500" y="8001000"/>
            <a:ext cx="38405" cy="1714500"/>
          </a:xfrm>
          <a:prstGeom prst="roundRect">
            <a:avLst>
              <a:gd name="adj" fmla="val 50000"/>
            </a:avLst>
          </a:prstGeom>
          <a:solidFill>
            <a:srgbClr val="E6A817"/>
          </a:solidFill>
          <a:ln w="12700">
            <a:solidFill>
              <a:srgbClr val="E6A8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3" descr="gen-dedup-07d4da1bf1910daef42c9babebc62b73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8001000" y="1904695"/>
            <a:ext cx="914400" cy="38405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8001000" y="6858000"/>
            <a:ext cx="4381805" cy="1333195"/>
          </a:xfrm>
          <a:prstGeom prst="roundRect">
            <a:avLst>
              <a:gd name="adj" fmla="val 144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3"/>
          <p:cNvSpPr/>
          <p:nvPr/>
        </p:nvSpPr>
        <p:spPr>
          <a:xfrm>
            <a:off x="8001000" y="6858000"/>
            <a:ext cx="4381805" cy="28346"/>
          </a:xfrm>
          <a:prstGeom prst="roundRect">
            <a:avLst>
              <a:gd name="adj" fmla="val 67743"/>
            </a:avLst>
          </a:prstGeom>
          <a:solidFill>
            <a:srgbClr val="E6A817"/>
          </a:solidFill>
          <a:ln w="12700">
            <a:solidFill>
              <a:srgbClr val="E6A8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4"/>
          <p:cNvSpPr/>
          <p:nvPr/>
        </p:nvSpPr>
        <p:spPr>
          <a:xfrm>
            <a:off x="12573000" y="6858000"/>
            <a:ext cx="4381805" cy="1333195"/>
          </a:xfrm>
          <a:prstGeom prst="roundRect">
            <a:avLst>
              <a:gd name="adj" fmla="val 144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5"/>
          <p:cNvSpPr/>
          <p:nvPr/>
        </p:nvSpPr>
        <p:spPr>
          <a:xfrm>
            <a:off x="12573000" y="6858000"/>
            <a:ext cx="4381805" cy="28346"/>
          </a:xfrm>
          <a:prstGeom prst="roundRect">
            <a:avLst>
              <a:gd name="adj" fmla="val 67743"/>
            </a:avLst>
          </a:prstGeom>
          <a:solidFill>
            <a:srgbClr val="E6A817"/>
          </a:solidFill>
          <a:ln w="12700">
            <a:solidFill>
              <a:srgbClr val="E6A8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6"/>
          <p:cNvSpPr/>
          <p:nvPr/>
        </p:nvSpPr>
        <p:spPr>
          <a:xfrm>
            <a:off x="8001000" y="8382305"/>
            <a:ext cx="4381805" cy="1333195"/>
          </a:xfrm>
          <a:prstGeom prst="roundRect">
            <a:avLst>
              <a:gd name="adj" fmla="val 1440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7"/>
          <p:cNvSpPr/>
          <p:nvPr/>
        </p:nvSpPr>
        <p:spPr>
          <a:xfrm>
            <a:off x="12573000" y="8382305"/>
            <a:ext cx="4381805" cy="1333195"/>
          </a:xfrm>
          <a:prstGeom prst="roundRect">
            <a:avLst>
              <a:gd name="adj" fmla="val 1440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8"/>
          <p:cNvSpPr/>
          <p:nvPr/>
        </p:nvSpPr>
        <p:spPr>
          <a:xfrm>
            <a:off x="12573000" y="8382305"/>
            <a:ext cx="4381805" cy="28346"/>
          </a:xfrm>
          <a:prstGeom prst="roundRect">
            <a:avLst>
              <a:gd name="adj" fmla="val 67743"/>
            </a:avLst>
          </a:prstGeom>
          <a:solidFill>
            <a:srgbClr val="E6A817"/>
          </a:solidFill>
          <a:ln w="12700">
            <a:solidFill>
              <a:srgbClr val="E6A8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4" descr="gen-dedup-8a987ce91674202751c8a46ebcbe7c67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8001000" y="10001707"/>
            <a:ext cx="914400" cy="1920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· 13</a:t>
            </a:r>
            <a:endParaRPr lang="en-US" sz="900" dirty="0"/>
          </a:p>
        </p:txBody>
      </p:sp>
      <p:sp>
        <p:nvSpPr>
          <p:cNvPr id="17" name="Text 10"/>
          <p:cNvSpPr txBox="1"/>
          <p:nvPr/>
        </p:nvSpPr>
        <p:spPr>
          <a:xfrm>
            <a:off x="838505" y="8238744"/>
            <a:ext cx="44769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3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 SLA</a:t>
            </a:r>
            <a:endParaRPr lang="en-US" sz="800" dirty="0"/>
          </a:p>
        </p:txBody>
      </p:sp>
      <p:sp>
        <p:nvSpPr>
          <p:cNvPr id="18" name="Text 11"/>
          <p:cNvSpPr txBox="1"/>
          <p:nvPr/>
        </p:nvSpPr>
        <p:spPr>
          <a:xfrm>
            <a:off x="838505" y="8429854"/>
            <a:ext cx="4476902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kern="0" spc="-6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On-site in &lt;4h.</a:t>
            </a:r>
            <a:endParaRPr lang="en-US" sz="3300" dirty="0"/>
          </a:p>
          <a:p>
            <a:pPr marL="0" indent="0" algn="l">
              <a:buNone/>
            </a:pPr>
            <a:r>
              <a:rPr lang="en-US" sz="3300" b="1" kern="0" spc="-6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Anywhere in Spain.</a:t>
            </a:r>
            <a:endParaRPr lang="en-US" sz="3300" dirty="0"/>
          </a:p>
        </p:txBody>
      </p:sp>
      <p:sp>
        <p:nvSpPr>
          <p:cNvPr id="19" name="Text 12"/>
          <p:cNvSpPr txBox="1"/>
          <p:nvPr/>
        </p:nvSpPr>
        <p:spPr>
          <a:xfrm>
            <a:off x="838505" y="9423806"/>
            <a:ext cx="44769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62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24/7 · 365 · Spare-parts warehouse in HQ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8001000" y="2190902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line · 04</a:t>
            </a:r>
            <a:endParaRPr lang="en-US" sz="1100" dirty="0"/>
          </a:p>
        </p:txBody>
      </p:sp>
      <p:sp>
        <p:nvSpPr>
          <p:cNvPr id="21" name="Text 14"/>
          <p:cNvSpPr txBox="1"/>
          <p:nvPr/>
        </p:nvSpPr>
        <p:spPr>
          <a:xfrm>
            <a:off x="8001000" y="2619756"/>
            <a:ext cx="10352837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100" b="1" kern="0" spc="-18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Maintenance </a:t>
            </a:r>
            <a:r>
              <a:rPr lang="en-US" sz="6100" b="1" kern="0" spc="-18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Support.</a:t>
            </a:r>
            <a:endParaRPr lang="en-US" sz="61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048402"/>
            <a:ext cx="914400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Installation is only day one. We keep your systems running for the </a:t>
            </a:r>
            <a:r>
              <a:rPr lang="en-US" sz="16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ten years</a:t>
            </a:r>
            <a:r>
              <a:rPr lang="en-US" sz="16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with contracted SLAs, preventive plans and a spare-parts stock ready to move.</a:t>
            </a:r>
            <a:endParaRPr lang="en-US" sz="1600" dirty="0"/>
          </a:p>
        </p:txBody>
      </p:sp>
      <p:pic>
        <p:nvPicPr>
          <p:cNvPr id="23" name="Image 5" descr="gen-dedup-a1084eb8f065923622f931f4520b8fbb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238744" y="7048195"/>
            <a:ext cx="418795" cy="41879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8810244" y="7095744"/>
            <a:ext cx="338145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800" dirty="0"/>
          </a:p>
        </p:txBody>
      </p:sp>
      <p:sp>
        <p:nvSpPr>
          <p:cNvPr id="25" name="Text 17"/>
          <p:cNvSpPr txBox="1"/>
          <p:nvPr/>
        </p:nvSpPr>
        <p:spPr>
          <a:xfrm>
            <a:off x="8810244" y="7248449"/>
            <a:ext cx="338145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33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Preventive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8810244" y="7552944"/>
            <a:ext cx="400324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Scheduled inspections, firmware &amp; calibration cycles.</a:t>
            </a:r>
            <a:endParaRPr lang="en-US" sz="900" dirty="0"/>
          </a:p>
        </p:txBody>
      </p:sp>
      <p:pic>
        <p:nvPicPr>
          <p:cNvPr id="27" name="Image 6" descr="gen-dedup-83743046f7aab264e616a41646b5dcda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2810744" y="7048195"/>
            <a:ext cx="418795" cy="418795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3382244" y="7095744"/>
            <a:ext cx="338145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00" dirty="0"/>
          </a:p>
        </p:txBody>
      </p:sp>
      <p:sp>
        <p:nvSpPr>
          <p:cNvPr id="29" name="Text 20"/>
          <p:cNvSpPr txBox="1"/>
          <p:nvPr/>
        </p:nvSpPr>
        <p:spPr>
          <a:xfrm>
            <a:off x="13382244" y="7248449"/>
            <a:ext cx="338145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33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Corrective</a:t>
            </a:r>
            <a:endParaRPr lang="en-US" sz="1600" dirty="0"/>
          </a:p>
        </p:txBody>
      </p:sp>
      <p:sp>
        <p:nvSpPr>
          <p:cNvPr id="30" name="Text 21"/>
          <p:cNvSpPr txBox="1"/>
          <p:nvPr/>
        </p:nvSpPr>
        <p:spPr>
          <a:xfrm>
            <a:off x="13382244" y="7552944"/>
            <a:ext cx="338145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On-site &amp; remote diagnosis, hot-swap, full spare-parts stock.</a:t>
            </a:r>
            <a:endParaRPr lang="en-US" sz="900" dirty="0"/>
          </a:p>
        </p:txBody>
      </p:sp>
      <p:pic>
        <p:nvPicPr>
          <p:cNvPr id="31" name="Image 7" descr="gen-dedup-f8bb7d0fb51b9281a80a74b4a9f7cb1e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238744" y="8572500"/>
            <a:ext cx="418795" cy="418795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8810244" y="8620049"/>
            <a:ext cx="338145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AI-powered</a:t>
            </a:r>
            <a:endParaRPr lang="en-US" sz="800" dirty="0"/>
          </a:p>
        </p:txBody>
      </p:sp>
      <p:sp>
        <p:nvSpPr>
          <p:cNvPr id="33" name="Text 23"/>
          <p:cNvSpPr txBox="1"/>
          <p:nvPr/>
        </p:nvSpPr>
        <p:spPr>
          <a:xfrm>
            <a:off x="8810244" y="8772754"/>
            <a:ext cx="338145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3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</a:t>
            </a:r>
            <a:endParaRPr lang="en-US" sz="1600" dirty="0"/>
          </a:p>
        </p:txBody>
      </p:sp>
      <p:sp>
        <p:nvSpPr>
          <p:cNvPr id="34" name="Text 24"/>
          <p:cNvSpPr txBox="1"/>
          <p:nvPr/>
        </p:nvSpPr>
        <p:spPr>
          <a:xfrm>
            <a:off x="8810244" y="9077249"/>
            <a:ext cx="338145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thethings.io telemetry + AI anomaly detection — fix before failure.</a:t>
            </a:r>
            <a:endParaRPr lang="en-US" sz="900" dirty="0"/>
          </a:p>
        </p:txBody>
      </p:sp>
      <p:pic>
        <p:nvPicPr>
          <p:cNvPr id="35" name="Image 8" descr="gen-dedup-3352e8e0991eb04a4f017de1f645dc8e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2810744" y="8572500"/>
            <a:ext cx="418795" cy="418795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13382244" y="8620049"/>
            <a:ext cx="338145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00" dirty="0"/>
          </a:p>
        </p:txBody>
      </p:sp>
      <p:sp>
        <p:nvSpPr>
          <p:cNvPr id="37" name="Text 26"/>
          <p:cNvSpPr txBox="1"/>
          <p:nvPr/>
        </p:nvSpPr>
        <p:spPr>
          <a:xfrm>
            <a:off x="13382244" y="8772754"/>
            <a:ext cx="3381451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33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Extended warranty</a:t>
            </a:r>
            <a:endParaRPr lang="en-US" sz="1600" dirty="0"/>
          </a:p>
        </p:txBody>
      </p:sp>
      <p:sp>
        <p:nvSpPr>
          <p:cNvPr id="38" name="Text 27"/>
          <p:cNvSpPr txBox="1"/>
          <p:nvPr/>
        </p:nvSpPr>
        <p:spPr>
          <a:xfrm>
            <a:off x="13382244" y="9077249"/>
            <a:ext cx="338145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Multi-year contracts backed by our own field team, not resellers.</a:t>
            </a:r>
            <a:endParaRPr lang="en-US" sz="900" dirty="0"/>
          </a:p>
        </p:txBody>
      </p:sp>
      <p:sp>
        <p:nvSpPr>
          <p:cNvPr id="39" name="Text 28"/>
          <p:cNvSpPr txBox="1"/>
          <p:nvPr/>
        </p:nvSpPr>
        <p:spPr>
          <a:xfrm>
            <a:off x="9048902" y="9953244"/>
            <a:ext cx="7620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10+ years</a:t>
            </a:r>
            <a:r>
              <a:rPr lang="en-US" sz="900" b="1" kern="0" spc="19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maintaining TMB · AENA · KAFD · Hospitalet</a:t>
            </a:r>
            <a:endParaRPr lang="en-US" sz="900" dirty="0"/>
          </a:p>
        </p:txBody>
      </p:sp>
      <p:pic>
        <p:nvPicPr>
          <p:cNvPr id="41" name="Image 1" descr="gen-dedup-3fc9b6bd6bd01734c54b10a0f11af3f3.png">
            <a:extLst>
              <a:ext uri="{FF2B5EF4-FFF2-40B4-BE49-F238E27FC236}">
                <a16:creationId xmlns:a16="http://schemas.microsoft.com/office/drawing/2014/main" id="{BB17274B-BB2D-E120-41B7-A2EB49AB4DD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de91546ecaf4d0e3a3097926441929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38805" y="8572500"/>
            <a:ext cx="3143707" cy="1047902"/>
          </a:xfrm>
          <a:prstGeom prst="roundRect">
            <a:avLst>
              <a:gd name="adj" fmla="val 183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572707" y="8572500"/>
            <a:ext cx="3143707" cy="1047902"/>
          </a:xfrm>
          <a:prstGeom prst="roundRect">
            <a:avLst>
              <a:gd name="adj" fmla="val 183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905695" y="8572500"/>
            <a:ext cx="3143707" cy="1047902"/>
          </a:xfrm>
          <a:prstGeom prst="roundRect">
            <a:avLst>
              <a:gd name="adj" fmla="val 183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E6A81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3239598" y="8572500"/>
            <a:ext cx="3143707" cy="1047902"/>
          </a:xfrm>
          <a:prstGeom prst="roundRect">
            <a:avLst>
              <a:gd name="adj" fmla="val 1832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gen-dedup-07d4da1bf1910daef42c9babebc62b7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3238805" y="4143146"/>
            <a:ext cx="914400" cy="38405"/>
          </a:xfrm>
          <a:prstGeom prst="rect">
            <a:avLst/>
          </a:prstGeom>
        </p:spPr>
      </p:pic>
      <p:pic>
        <p:nvPicPr>
          <p:cNvPr id="8" name="Image 2" descr="gen-dedup-88517622ce00ba509b5675516fbb8565.png"/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16954805" y="1143000"/>
            <a:ext cx="19202" cy="8001000"/>
          </a:xfrm>
          <a:prstGeom prst="rect">
            <a:avLst/>
          </a:prstGeom>
        </p:spPr>
      </p:pic>
      <p:pic>
        <p:nvPicPr>
          <p:cNvPr id="9" name="Image 3" descr="gen-dedup-1c42b03e835e3c669076da18850c908c.png"/>
          <p:cNvPicPr>
            <a:picLocks noChangeAspect="1"/>
          </p:cNvPicPr>
          <p:nvPr/>
        </p:nvPicPr>
        <p:blipFill>
          <a:blip r:embed="rId6"/>
          <a:srcRect l="-400" r="-400"/>
          <a:stretch/>
        </p:blipFill>
        <p:spPr>
          <a:xfrm>
            <a:off x="16935602" y="1143000"/>
            <a:ext cx="57607" cy="80010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143000" y="928914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· Products</a:t>
            </a:r>
            <a:endParaRPr lang="en-US" sz="900" dirty="0"/>
          </a:p>
        </p:txBody>
      </p:sp>
      <p:sp>
        <p:nvSpPr>
          <p:cNvPr id="11" name="Text 5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30</a:t>
            </a:r>
            <a:endParaRPr lang="en-US" sz="900" dirty="0"/>
          </a:p>
        </p:txBody>
      </p:sp>
      <p:sp>
        <p:nvSpPr>
          <p:cNvPr id="12" name="Text 6"/>
          <p:cNvSpPr txBox="1"/>
          <p:nvPr/>
        </p:nvSpPr>
        <p:spPr>
          <a:xfrm>
            <a:off x="1143000" y="3619195"/>
            <a:ext cx="7620610" cy="293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0" b="1" kern="0" spc="-1050" dirty="0">
                <a:solidFill>
                  <a:srgbClr val="E6A817">
                    <a:alpha val="1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1000" dirty="0"/>
          </a:p>
        </p:txBody>
      </p:sp>
      <p:sp>
        <p:nvSpPr>
          <p:cNvPr id="13" name="Text 7"/>
          <p:cNvSpPr txBox="1"/>
          <p:nvPr/>
        </p:nvSpPr>
        <p:spPr>
          <a:xfrm>
            <a:off x="3238805" y="4429354"/>
            <a:ext cx="95253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3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do — Part two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3238805" y="4858207"/>
            <a:ext cx="13335610" cy="1429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200" b="1" kern="0" spc="-4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Products.</a:t>
            </a:r>
            <a:endParaRPr lang="en-US" sz="11200" dirty="0"/>
          </a:p>
        </p:txBody>
      </p:sp>
      <p:sp>
        <p:nvSpPr>
          <p:cNvPr id="15" name="Text 9"/>
          <p:cNvSpPr txBox="1"/>
          <p:nvPr/>
        </p:nvSpPr>
        <p:spPr>
          <a:xfrm>
            <a:off x="3238805" y="6953098"/>
            <a:ext cx="1333561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FFFFFF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proprietary platforms built from a decade of field deployments — the software that runs behind every MTi delivery.</a:t>
            </a:r>
            <a:endParaRPr lang="en-US" sz="2200" dirty="0"/>
          </a:p>
        </p:txBody>
      </p:sp>
      <p:sp>
        <p:nvSpPr>
          <p:cNvPr id="16" name="Text 10"/>
          <p:cNvSpPr txBox="1"/>
          <p:nvPr/>
        </p:nvSpPr>
        <p:spPr>
          <a:xfrm>
            <a:off x="3429000" y="8762695"/>
            <a:ext cx="27624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Command &amp; Control</a:t>
            </a:r>
            <a:endParaRPr lang="en-US" sz="800" dirty="0"/>
          </a:p>
        </p:txBody>
      </p:sp>
      <p:sp>
        <p:nvSpPr>
          <p:cNvPr id="17" name="Text 11"/>
          <p:cNvSpPr txBox="1"/>
          <p:nvPr/>
        </p:nvSpPr>
        <p:spPr>
          <a:xfrm>
            <a:off x="3429000" y="8973007"/>
            <a:ext cx="276240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MTi Hypervisor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3429000" y="9277502"/>
            <a:ext cx="27624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Smart-city intelligence layer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6762902" y="8762695"/>
            <a:ext cx="27624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 Platform</a:t>
            </a:r>
            <a:endParaRPr lang="en-US" sz="800" dirty="0"/>
          </a:p>
        </p:txBody>
      </p:sp>
      <p:sp>
        <p:nvSpPr>
          <p:cNvPr id="20" name="Text 14"/>
          <p:cNvSpPr txBox="1"/>
          <p:nvPr/>
        </p:nvSpPr>
        <p:spPr>
          <a:xfrm>
            <a:off x="6762902" y="8973007"/>
            <a:ext cx="276240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thethings.io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6762902" y="9277502"/>
            <a:ext cx="27624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150K+ devices connected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10096805" y="8762695"/>
            <a:ext cx="27624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Twin Platform</a:t>
            </a:r>
            <a:endParaRPr lang="en-US" sz="800" dirty="0"/>
          </a:p>
        </p:txBody>
      </p:sp>
      <p:sp>
        <p:nvSpPr>
          <p:cNvPr id="23" name="Text 17"/>
          <p:cNvSpPr txBox="1"/>
          <p:nvPr/>
        </p:nvSpPr>
        <p:spPr>
          <a:xfrm>
            <a:off x="10096805" y="8973007"/>
            <a:ext cx="276240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Twin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10096805" y="9277502"/>
            <a:ext cx="27624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facility · LOD 100–500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3430707" y="8973007"/>
            <a:ext cx="276240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AI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13430707" y="8762695"/>
            <a:ext cx="27624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2" dirty="0">
                <a:solidFill>
                  <a:srgbClr val="0A0F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ops</a:t>
            </a:r>
            <a:endParaRPr lang="en-US" sz="800" dirty="0"/>
          </a:p>
        </p:txBody>
      </p:sp>
      <p:sp>
        <p:nvSpPr>
          <p:cNvPr id="27" name="Text 21"/>
          <p:cNvSpPr txBox="1"/>
          <p:nvPr/>
        </p:nvSpPr>
        <p:spPr>
          <a:xfrm>
            <a:off x="13430707" y="9277502"/>
            <a:ext cx="276240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A0F1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productised agents</a:t>
            </a:r>
            <a:endParaRPr lang="en-US" sz="900" dirty="0"/>
          </a:p>
        </p:txBody>
      </p:sp>
      <p:pic>
        <p:nvPicPr>
          <p:cNvPr id="30" name="Image 1" descr="gen-dedup-3fc9b6bd6bd01734c54b10a0f11af3f3.png">
            <a:extLst>
              <a:ext uri="{FF2B5EF4-FFF2-40B4-BE49-F238E27FC236}">
                <a16:creationId xmlns:a16="http://schemas.microsoft.com/office/drawing/2014/main" id="{1A02B050-825B-4005-AA46-FC30A370C0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4762195"/>
            <a:ext cx="3905402" cy="4953305"/>
          </a:xfrm>
          <a:prstGeom prst="roundRect">
            <a:avLst>
              <a:gd name="adj" fmla="val 492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3000" y="4762195"/>
            <a:ext cx="3905402" cy="57607"/>
          </a:xfrm>
          <a:prstGeom prst="roundRect">
            <a:avLst>
              <a:gd name="adj" fmla="val 33333"/>
            </a:avLst>
          </a:prstGeom>
          <a:solidFill>
            <a:srgbClr val="E6A817"/>
          </a:solidFill>
          <a:ln w="12700">
            <a:solidFill>
              <a:srgbClr val="E6A8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238598" y="4762195"/>
            <a:ext cx="3905402" cy="4953305"/>
          </a:xfrm>
          <a:prstGeom prst="roundRect">
            <a:avLst>
              <a:gd name="adj" fmla="val 492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238598" y="4762195"/>
            <a:ext cx="3905402" cy="57607"/>
          </a:xfrm>
          <a:prstGeom prst="roundRect">
            <a:avLst>
              <a:gd name="adj" fmla="val 33333"/>
            </a:avLst>
          </a:prstGeom>
          <a:solidFill>
            <a:srgbClr val="E6A817"/>
          </a:solidFill>
          <a:ln w="12700">
            <a:solidFill>
              <a:srgbClr val="E6A8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334195" y="4762195"/>
            <a:ext cx="3905402" cy="4953305"/>
          </a:xfrm>
          <a:prstGeom prst="roundRect">
            <a:avLst>
              <a:gd name="adj" fmla="val 492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334195" y="4762195"/>
            <a:ext cx="3905402" cy="57607"/>
          </a:xfrm>
          <a:prstGeom prst="roundRect">
            <a:avLst>
              <a:gd name="adj" fmla="val 33333"/>
            </a:avLst>
          </a:prstGeom>
          <a:solidFill>
            <a:srgbClr val="E6A817"/>
          </a:solidFill>
          <a:ln w="12700">
            <a:solidFill>
              <a:srgbClr val="E6A8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430707" y="4762195"/>
            <a:ext cx="3715207" cy="4953305"/>
          </a:xfrm>
          <a:prstGeom prst="roundRect">
            <a:avLst>
              <a:gd name="adj" fmla="val 517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gen-dedup-48e3782bee961d119109ddce5e2ef27b.png"/>
          <p:cNvPicPr>
            <a:picLocks noChangeAspect="1"/>
          </p:cNvPicPr>
          <p:nvPr/>
        </p:nvPicPr>
        <p:blipFill>
          <a:blip r:embed="rId3"/>
          <a:srcRect l="-3" r="-3"/>
          <a:stretch/>
        </p:blipFill>
        <p:spPr>
          <a:xfrm>
            <a:off x="13430707" y="4762195"/>
            <a:ext cx="3715207" cy="4953305"/>
          </a:xfrm>
          <a:prstGeom prst="rect">
            <a:avLst/>
          </a:prstGeom>
        </p:spPr>
      </p:pic>
      <p:pic>
        <p:nvPicPr>
          <p:cNvPr id="11" name="Image 2" descr="gen-dedup-07d4da1bf1910daef42c9babebc62b7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43000" y="1904695"/>
            <a:ext cx="914400" cy="38405"/>
          </a:xfrm>
          <a:prstGeom prst="rect">
            <a:avLst/>
          </a:prstGeom>
        </p:spPr>
      </p:pic>
      <p:pic>
        <p:nvPicPr>
          <p:cNvPr id="12" name="Image 3" descr="gen-dedup-15a73e749e0a7d8b2774d77c55981ad9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143000" y="9953244"/>
            <a:ext cx="16002000" cy="91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· 16</a:t>
            </a:r>
            <a:endParaRPr lang="en-US" sz="900" dirty="0"/>
          </a:p>
        </p:txBody>
      </p:sp>
      <p:sp>
        <p:nvSpPr>
          <p:cNvPr id="14" name="Text 8"/>
          <p:cNvSpPr txBox="1"/>
          <p:nvPr/>
        </p:nvSpPr>
        <p:spPr>
          <a:xfrm>
            <a:off x="1143000" y="2190902"/>
            <a:ext cx="9525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proprietary platforms</a:t>
            </a:r>
            <a:endParaRPr lang="en-US" sz="1100" dirty="0"/>
          </a:p>
        </p:txBody>
      </p:sp>
      <p:sp>
        <p:nvSpPr>
          <p:cNvPr id="15" name="Text 9"/>
          <p:cNvSpPr txBox="1"/>
          <p:nvPr/>
        </p:nvSpPr>
        <p:spPr>
          <a:xfrm>
            <a:off x="1143000" y="2619756"/>
            <a:ext cx="14287500" cy="724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6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software behind </a:t>
            </a:r>
            <a:r>
              <a:rPr lang="en-US" sz="5400" b="1" kern="0" spc="-16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delivery.</a:t>
            </a:r>
            <a:endParaRPr lang="en-US" sz="5400" dirty="0"/>
          </a:p>
        </p:txBody>
      </p:sp>
      <p:sp>
        <p:nvSpPr>
          <p:cNvPr id="16" name="Text 10"/>
          <p:cNvSpPr txBox="1"/>
          <p:nvPr/>
        </p:nvSpPr>
        <p:spPr>
          <a:xfrm>
            <a:off x="1143000" y="3762756"/>
            <a:ext cx="149733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product solves a specific problem. Together they form </a:t>
            </a:r>
            <a:r>
              <a:rPr lang="en-US" sz="15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integrated stack</a:t>
            </a:r>
            <a:r>
              <a:rPr lang="en-US" sz="15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from the sensor on the pole to the AI agent making the decision.</a:t>
            </a:r>
            <a:endParaRPr lang="en-US" sz="1500" dirty="0"/>
          </a:p>
        </p:txBody>
      </p:sp>
      <p:pic>
        <p:nvPicPr>
          <p:cNvPr id="17" name="Image 4" descr="gen-dedup-a1d5e84a62f64687283160cb0bb6b102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429207" y="5048402"/>
            <a:ext cx="666598" cy="66659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429207" y="5857646"/>
            <a:ext cx="33339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Command &amp; Control</a:t>
            </a:r>
            <a:endParaRPr lang="en-US" sz="800" dirty="0"/>
          </a:p>
        </p:txBody>
      </p:sp>
      <p:sp>
        <p:nvSpPr>
          <p:cNvPr id="19" name="Text 12"/>
          <p:cNvSpPr txBox="1"/>
          <p:nvPr/>
        </p:nvSpPr>
        <p:spPr>
          <a:xfrm>
            <a:off x="1429207" y="6086246"/>
            <a:ext cx="333390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MTi Hypervisor</a:t>
            </a:r>
            <a:endParaRPr lang="en-US" sz="2400" dirty="0"/>
          </a:p>
        </p:txBody>
      </p:sp>
      <p:sp>
        <p:nvSpPr>
          <p:cNvPr id="20" name="Text 13"/>
          <p:cNvSpPr txBox="1"/>
          <p:nvPr/>
        </p:nvSpPr>
        <p:spPr>
          <a:xfrm>
            <a:off x="1429207" y="6590995"/>
            <a:ext cx="33339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control room for every city system. Fuses CCTV, transit, safety, utilities and emergency feeds into a single real-time picture with automated response protocols.</a:t>
            </a:r>
            <a:endParaRPr lang="en-US" sz="1000" dirty="0"/>
          </a:p>
        </p:txBody>
      </p:sp>
      <p:sp>
        <p:nvSpPr>
          <p:cNvPr id="21" name="Text 14"/>
          <p:cNvSpPr txBox="1"/>
          <p:nvPr/>
        </p:nvSpPr>
        <p:spPr>
          <a:xfrm>
            <a:off x="1429207" y="7646213"/>
            <a:ext cx="33339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24" dirty="0">
                <a:solidFill>
                  <a:srgbClr val="0A0F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 · Cities · Airports · Metros</a:t>
            </a:r>
            <a:endParaRPr lang="en-US" sz="800" dirty="0"/>
          </a:p>
        </p:txBody>
      </p:sp>
      <p:sp>
        <p:nvSpPr>
          <p:cNvPr id="22" name="Text 15"/>
          <p:cNvSpPr txBox="1"/>
          <p:nvPr/>
        </p:nvSpPr>
        <p:spPr>
          <a:xfrm>
            <a:off x="1429207" y="9144000"/>
            <a:ext cx="351038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9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25+ cities · &lt;1s response · 99.99% uptime</a:t>
            </a:r>
            <a:endParaRPr lang="en-US" sz="900" dirty="0"/>
          </a:p>
        </p:txBody>
      </p:sp>
      <p:pic>
        <p:nvPicPr>
          <p:cNvPr id="23" name="Image 5" descr="gen-dedup-5f619e93df95659581a80669df2be704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524805" y="5048402"/>
            <a:ext cx="666598" cy="66659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5524805" y="5857646"/>
            <a:ext cx="33339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IoT Platform</a:t>
            </a:r>
            <a:endParaRPr lang="en-US" sz="800" dirty="0"/>
          </a:p>
        </p:txBody>
      </p:sp>
      <p:sp>
        <p:nvSpPr>
          <p:cNvPr id="25" name="Text 17"/>
          <p:cNvSpPr txBox="1"/>
          <p:nvPr/>
        </p:nvSpPr>
        <p:spPr>
          <a:xfrm>
            <a:off x="5524805" y="6086246"/>
            <a:ext cx="333390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thethings.io</a:t>
            </a:r>
            <a:endParaRPr lang="en-US" sz="2400" dirty="0"/>
          </a:p>
        </p:txBody>
      </p:sp>
      <p:sp>
        <p:nvSpPr>
          <p:cNvPr id="26" name="Text 18"/>
          <p:cNvSpPr txBox="1"/>
          <p:nvPr/>
        </p:nvSpPr>
        <p:spPr>
          <a:xfrm>
            <a:off x="5524805" y="6590995"/>
            <a:ext cx="33339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sensor, meter and gateway — connected, normalised and analysed. Rules engine, dashboards and API surface for any downstream system to consume live data.</a:t>
            </a:r>
            <a:endParaRPr lang="en-US" sz="1000" dirty="0"/>
          </a:p>
        </p:txBody>
      </p:sp>
      <p:sp>
        <p:nvSpPr>
          <p:cNvPr id="27" name="Text 19"/>
          <p:cNvSpPr txBox="1"/>
          <p:nvPr/>
        </p:nvSpPr>
        <p:spPr>
          <a:xfrm>
            <a:off x="5524805" y="7646213"/>
            <a:ext cx="3810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24" dirty="0">
                <a:solidFill>
                  <a:srgbClr val="0A0F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 · Utilities · Smart cities · Industry</a:t>
            </a:r>
            <a:endParaRPr lang="en-US" sz="800" dirty="0"/>
          </a:p>
        </p:txBody>
      </p:sp>
      <p:sp>
        <p:nvSpPr>
          <p:cNvPr id="28" name="Text 20"/>
          <p:cNvSpPr txBox="1"/>
          <p:nvPr/>
        </p:nvSpPr>
        <p:spPr>
          <a:xfrm>
            <a:off x="5524805" y="9144000"/>
            <a:ext cx="333390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9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150K+ devices · 10 years · 25+ countries</a:t>
            </a:r>
            <a:endParaRPr lang="en-US" sz="900" dirty="0"/>
          </a:p>
        </p:txBody>
      </p:sp>
      <p:pic>
        <p:nvPicPr>
          <p:cNvPr id="29" name="Image 6" descr="gen-dedup-23f0add17cd76992bd0fd12c22e0bf38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620402" y="5048402"/>
            <a:ext cx="666598" cy="666598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9620402" y="5857646"/>
            <a:ext cx="33339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Digital Twin</a:t>
            </a:r>
            <a:endParaRPr lang="en-US" sz="800" dirty="0"/>
          </a:p>
        </p:txBody>
      </p:sp>
      <p:sp>
        <p:nvSpPr>
          <p:cNvPr id="31" name="Text 22"/>
          <p:cNvSpPr txBox="1"/>
          <p:nvPr/>
        </p:nvSpPr>
        <p:spPr>
          <a:xfrm>
            <a:off x="9620402" y="6086246"/>
            <a:ext cx="333390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Twin</a:t>
            </a:r>
            <a:endParaRPr lang="en-US" sz="2400" dirty="0"/>
          </a:p>
        </p:txBody>
      </p:sp>
      <p:sp>
        <p:nvSpPr>
          <p:cNvPr id="32" name="Text 23"/>
          <p:cNvSpPr txBox="1"/>
          <p:nvPr/>
        </p:nvSpPr>
        <p:spPr>
          <a:xfrm>
            <a:off x="9620402" y="6590995"/>
            <a:ext cx="3333902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living 3D model of your facility. Combines BIM, IoT sensor data, point clouds and GIS into one interactive view — from a single room to a whole city.</a:t>
            </a:r>
            <a:endParaRPr lang="en-US" sz="1000" dirty="0"/>
          </a:p>
        </p:txBody>
      </p:sp>
      <p:sp>
        <p:nvSpPr>
          <p:cNvPr id="33" name="Text 24"/>
          <p:cNvSpPr txBox="1"/>
          <p:nvPr/>
        </p:nvSpPr>
        <p:spPr>
          <a:xfrm>
            <a:off x="9620402" y="7646213"/>
            <a:ext cx="3333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24" dirty="0">
                <a:solidFill>
                  <a:srgbClr val="0A0F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 · Naval · Industry · Buildings · Cities</a:t>
            </a:r>
            <a:endParaRPr lang="en-US" sz="800" dirty="0"/>
          </a:p>
        </p:txBody>
      </p:sp>
      <p:sp>
        <p:nvSpPr>
          <p:cNvPr id="34" name="Text 25"/>
          <p:cNvSpPr txBox="1"/>
          <p:nvPr/>
        </p:nvSpPr>
        <p:spPr>
          <a:xfrm>
            <a:off x="9620402" y="9144000"/>
            <a:ext cx="333390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9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50+ projects · LOD 500 · Dell NativeEdge</a:t>
            </a:r>
            <a:endParaRPr lang="en-US" sz="900" dirty="0"/>
          </a:p>
        </p:txBody>
      </p:sp>
      <p:pic>
        <p:nvPicPr>
          <p:cNvPr id="35" name="Image 7" descr="gen-dedup-fa859856378b4869934137a1c41958aa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3716000" y="5048402"/>
            <a:ext cx="666598" cy="666598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13716000" y="5857646"/>
            <a:ext cx="3238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Autonomous Ops</a:t>
            </a:r>
            <a:endParaRPr lang="en-US" sz="800" dirty="0"/>
          </a:p>
        </p:txBody>
      </p:sp>
      <p:sp>
        <p:nvSpPr>
          <p:cNvPr id="37" name="Text 27"/>
          <p:cNvSpPr txBox="1"/>
          <p:nvPr/>
        </p:nvSpPr>
        <p:spPr>
          <a:xfrm>
            <a:off x="13716000" y="6086246"/>
            <a:ext cx="3238805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4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AI</a:t>
            </a:r>
            <a:endParaRPr lang="en-US" sz="2400" dirty="0"/>
          </a:p>
        </p:txBody>
      </p:sp>
      <p:sp>
        <p:nvSpPr>
          <p:cNvPr id="38" name="Text 28"/>
          <p:cNvSpPr txBox="1"/>
          <p:nvPr/>
        </p:nvSpPr>
        <p:spPr>
          <a:xfrm>
            <a:off x="13716000" y="6590995"/>
            <a:ext cx="32388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Eight productised agents connected to your ERP, IoT, documents and CRM. From reading emails to closing deals — real autonomy, with full traceability.</a:t>
            </a:r>
            <a:endParaRPr lang="en-US" sz="1000" dirty="0"/>
          </a:p>
        </p:txBody>
      </p:sp>
      <p:sp>
        <p:nvSpPr>
          <p:cNvPr id="39" name="Text 29"/>
          <p:cNvSpPr txBox="1"/>
          <p:nvPr/>
        </p:nvSpPr>
        <p:spPr>
          <a:xfrm>
            <a:off x="13716000" y="7646213"/>
            <a:ext cx="3238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2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for · Any ops-heavy company</a:t>
            </a:r>
            <a:endParaRPr lang="en-US" sz="800" dirty="0"/>
          </a:p>
        </p:txBody>
      </p:sp>
      <p:sp>
        <p:nvSpPr>
          <p:cNvPr id="40" name="Text 30"/>
          <p:cNvSpPr txBox="1"/>
          <p:nvPr/>
        </p:nvSpPr>
        <p:spPr>
          <a:xfrm>
            <a:off x="13716000" y="9144000"/>
            <a:ext cx="359267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9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agents · 30+ cases · Full explainability</a:t>
            </a:r>
            <a:endParaRPr lang="en-US" sz="900" dirty="0"/>
          </a:p>
        </p:txBody>
      </p:sp>
      <p:pic>
        <p:nvPicPr>
          <p:cNvPr id="42" name="Image 1" descr="gen-dedup-3fc9b6bd6bd01734c54b10a0f11af3f3.png">
            <a:extLst>
              <a:ext uri="{FF2B5EF4-FFF2-40B4-BE49-F238E27FC236}">
                <a16:creationId xmlns:a16="http://schemas.microsoft.com/office/drawing/2014/main" id="{D73D8709-AAB0-5E89-F744-282EC434751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2000707"/>
            <a:ext cx="7810805" cy="7810805"/>
          </a:xfrm>
          <a:prstGeom prst="roundRect">
            <a:avLst>
              <a:gd name="adj" fmla="val 246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1" descr="gen-dedup-07d4da1bf1910daef42c9babebc62b73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2000707"/>
            <a:ext cx="914400" cy="38405"/>
          </a:xfrm>
          <a:prstGeom prst="rect">
            <a:avLst/>
          </a:prstGeom>
        </p:spPr>
      </p:pic>
      <p:pic>
        <p:nvPicPr>
          <p:cNvPr id="5" name="Image 2" descr="gen-dedup-9fe474949740cab410eda89cde89f9eb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7048195"/>
            <a:ext cx="7810805" cy="9144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10286085" y="7144207"/>
            <a:ext cx="2190902" cy="619049"/>
          </a:xfrm>
          <a:prstGeom prst="roundRect">
            <a:avLst>
              <a:gd name="adj" fmla="val 310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4" descr="gen-dedup-75edbd96e501109818e37843ce7b8729.png"/>
          <p:cNvPicPr>
            <a:picLocks noChangeAspect="1"/>
          </p:cNvPicPr>
          <p:nvPr/>
        </p:nvPicPr>
        <p:blipFill>
          <a:blip r:embed="rId5"/>
          <a:srcRect t="-481" b="-481"/>
          <a:stretch/>
        </p:blipFill>
        <p:spPr>
          <a:xfrm>
            <a:off x="12476988" y="7429500"/>
            <a:ext cx="142646" cy="19202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12619634" y="7144207"/>
            <a:ext cx="2190902" cy="619049"/>
          </a:xfrm>
          <a:prstGeom prst="roundRect">
            <a:avLst>
              <a:gd name="adj" fmla="val 3102"/>
            </a:avLst>
          </a:prstGeom>
          <a:solidFill>
            <a:srgbClr val="E6A817">
              <a:alpha val="20000"/>
            </a:srgbClr>
          </a:solidFill>
          <a:ln w="12700">
            <a:solidFill>
              <a:srgbClr val="E6A8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5" descr="gen-dedup-75edbd96e501109818e37843ce7b8729.png"/>
          <p:cNvPicPr>
            <a:picLocks noChangeAspect="1"/>
          </p:cNvPicPr>
          <p:nvPr/>
        </p:nvPicPr>
        <p:blipFill>
          <a:blip r:embed="rId5"/>
          <a:srcRect t="-481" b="-481"/>
          <a:stretch/>
        </p:blipFill>
        <p:spPr>
          <a:xfrm>
            <a:off x="14810536" y="7429500"/>
            <a:ext cx="142646" cy="19202"/>
          </a:xfrm>
          <a:prstGeom prst="rect">
            <a:avLst/>
          </a:prstGeom>
        </p:spPr>
      </p:pic>
      <p:sp>
        <p:nvSpPr>
          <p:cNvPr id="11" name="Shape 3"/>
          <p:cNvSpPr/>
          <p:nvPr/>
        </p:nvSpPr>
        <p:spPr>
          <a:xfrm>
            <a:off x="14954097" y="7144207"/>
            <a:ext cx="2381098" cy="619049"/>
          </a:xfrm>
          <a:prstGeom prst="roundRect">
            <a:avLst>
              <a:gd name="adj" fmla="val 310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4"/>
          <p:cNvSpPr/>
          <p:nvPr/>
        </p:nvSpPr>
        <p:spPr>
          <a:xfrm>
            <a:off x="10286085" y="8096098"/>
            <a:ext cx="7048195" cy="1429207"/>
          </a:xfrm>
          <a:prstGeom prst="roundRect">
            <a:avLst>
              <a:gd name="adj" fmla="val 1344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5"/>
          <p:cNvSpPr/>
          <p:nvPr/>
        </p:nvSpPr>
        <p:spPr>
          <a:xfrm>
            <a:off x="10286085" y="2381098"/>
            <a:ext cx="114300" cy="114300"/>
          </a:xfrm>
          <a:prstGeom prst="ellipse">
            <a:avLst/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6"/>
          <p:cNvSpPr txBox="1"/>
          <p:nvPr/>
        </p:nvSpPr>
        <p:spPr>
          <a:xfrm>
            <a:off x="10524744" y="2361895"/>
            <a:ext cx="3810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3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· 150,000+ Devices Reporting</a:t>
            </a:r>
            <a:endParaRPr lang="en-US" sz="800" dirty="0"/>
          </a:p>
        </p:txBody>
      </p:sp>
      <p:sp>
        <p:nvSpPr>
          <p:cNvPr id="15" name="Text 7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product · 18</a:t>
            </a:r>
            <a:endParaRPr lang="en-US" sz="900" dirty="0"/>
          </a:p>
        </p:txBody>
      </p:sp>
      <p:sp>
        <p:nvSpPr>
          <p:cNvPr id="16" name="Shape 8"/>
          <p:cNvSpPr/>
          <p:nvPr/>
        </p:nvSpPr>
        <p:spPr>
          <a:xfrm>
            <a:off x="1143000" y="2286000"/>
            <a:ext cx="1419149" cy="314554"/>
          </a:xfrm>
          <a:prstGeom prst="roundRect">
            <a:avLst>
              <a:gd name="adj" fmla="val 50000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9"/>
          <p:cNvSpPr/>
          <p:nvPr/>
        </p:nvSpPr>
        <p:spPr>
          <a:xfrm>
            <a:off x="1143000" y="2286000"/>
            <a:ext cx="1420063" cy="3145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76200" rIns="177800" bIns="76200" rtlCol="0" anchor="ctr"/>
          <a:lstStyle/>
          <a:p>
            <a:pPr marL="0" indent="0" algn="ctr">
              <a:buNone/>
            </a:pPr>
            <a:r>
              <a:rPr lang="en-US" sz="1000" b="1" kern="0" spc="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thethings.io</a:t>
            </a:r>
            <a:endParaRPr lang="en-US" sz="1000" dirty="0"/>
          </a:p>
        </p:txBody>
      </p:sp>
      <p:sp>
        <p:nvSpPr>
          <p:cNvPr id="18" name="Text 10"/>
          <p:cNvSpPr txBox="1"/>
          <p:nvPr/>
        </p:nvSpPr>
        <p:spPr>
          <a:xfrm>
            <a:off x="2713025" y="2371954"/>
            <a:ext cx="4426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7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 PLATFORM · 10 YEARS · 25+ COUNTRIES</a:t>
            </a:r>
            <a:endParaRPr lang="en-US" sz="900" dirty="0"/>
          </a:p>
        </p:txBody>
      </p:sp>
      <p:sp>
        <p:nvSpPr>
          <p:cNvPr id="19" name="Text 11"/>
          <p:cNvSpPr txBox="1"/>
          <p:nvPr/>
        </p:nvSpPr>
        <p:spPr>
          <a:xfrm>
            <a:off x="1143000" y="2905049"/>
            <a:ext cx="85725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700" b="1" kern="0" spc="-17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device.</a:t>
            </a:r>
            <a:endParaRPr lang="en-US" sz="5700" dirty="0"/>
          </a:p>
          <a:p>
            <a:pPr marL="0" indent="0" algn="l">
              <a:buNone/>
            </a:pPr>
            <a:r>
              <a:rPr lang="en-US" sz="5700" b="1" kern="0" spc="-17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reading. </a:t>
            </a:r>
            <a:r>
              <a:rPr lang="en-US" sz="5700" b="1" kern="0" spc="-17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layer.</a:t>
            </a:r>
            <a:endParaRPr lang="en-US" sz="5700" dirty="0"/>
          </a:p>
        </p:txBody>
      </p:sp>
      <p:sp>
        <p:nvSpPr>
          <p:cNvPr id="20" name="Text 12"/>
          <p:cNvSpPr txBox="1"/>
          <p:nvPr/>
        </p:nvSpPr>
        <p:spPr>
          <a:xfrm>
            <a:off x="1143000" y="5191049"/>
            <a:ext cx="7810805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thethings.io is MTi's IoT ingestion layer — a rules-engine, dashboards and API surface that consolidates every sensor, meter, gateway and controller into a single normalised data model.</a:t>
            </a:r>
            <a:endParaRPr lang="en-US" sz="1500" dirty="0"/>
          </a:p>
        </p:txBody>
      </p:sp>
      <p:sp>
        <p:nvSpPr>
          <p:cNvPr id="21" name="Text 13"/>
          <p:cNvSpPr txBox="1"/>
          <p:nvPr/>
        </p:nvSpPr>
        <p:spPr>
          <a:xfrm>
            <a:off x="1143000" y="7286854"/>
            <a:ext cx="190561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7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150K+</a:t>
            </a:r>
            <a:endParaRPr lang="en-US" sz="3900" dirty="0"/>
          </a:p>
        </p:txBody>
      </p:sp>
      <p:sp>
        <p:nvSpPr>
          <p:cNvPr id="22" name="Text 14"/>
          <p:cNvSpPr txBox="1"/>
          <p:nvPr/>
        </p:nvSpPr>
        <p:spPr>
          <a:xfrm>
            <a:off x="1143000" y="7858354"/>
            <a:ext cx="190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Devices connected</a:t>
            </a:r>
            <a:endParaRPr lang="en-US" sz="900" dirty="0"/>
          </a:p>
        </p:txBody>
      </p:sp>
      <p:sp>
        <p:nvSpPr>
          <p:cNvPr id="23" name="Text 15"/>
          <p:cNvSpPr txBox="1"/>
          <p:nvPr/>
        </p:nvSpPr>
        <p:spPr>
          <a:xfrm>
            <a:off x="3143707" y="7286854"/>
            <a:ext cx="190561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r>
              <a:rPr lang="en-US" sz="2400" b="1" kern="0" spc="-11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</a:t>
            </a:r>
            <a:endParaRPr lang="en-US" sz="3900" dirty="0"/>
          </a:p>
        </p:txBody>
      </p:sp>
      <p:sp>
        <p:nvSpPr>
          <p:cNvPr id="24" name="Text 16"/>
          <p:cNvSpPr txBox="1"/>
          <p:nvPr/>
        </p:nvSpPr>
        <p:spPr>
          <a:xfrm>
            <a:off x="3143707" y="7858354"/>
            <a:ext cx="190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production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5143500" y="7286854"/>
            <a:ext cx="190561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7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MQTT</a:t>
            </a:r>
            <a:endParaRPr lang="en-US" sz="3900" dirty="0"/>
          </a:p>
        </p:txBody>
      </p:sp>
      <p:sp>
        <p:nvSpPr>
          <p:cNvPr id="26" name="Text 18"/>
          <p:cNvSpPr txBox="1"/>
          <p:nvPr/>
        </p:nvSpPr>
        <p:spPr>
          <a:xfrm>
            <a:off x="5143500" y="7858354"/>
            <a:ext cx="1905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 · CoAP · LoRaWAN</a:t>
            </a:r>
            <a:endParaRPr lang="en-US" sz="900" dirty="0"/>
          </a:p>
        </p:txBody>
      </p:sp>
      <p:sp>
        <p:nvSpPr>
          <p:cNvPr id="27" name="Text 19"/>
          <p:cNvSpPr txBox="1"/>
          <p:nvPr/>
        </p:nvSpPr>
        <p:spPr>
          <a:xfrm>
            <a:off x="7144207" y="7286854"/>
            <a:ext cx="190561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7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24/7</a:t>
            </a:r>
            <a:endParaRPr lang="en-US" sz="3900" dirty="0"/>
          </a:p>
        </p:txBody>
      </p:sp>
      <p:sp>
        <p:nvSpPr>
          <p:cNvPr id="28" name="Text 20"/>
          <p:cNvSpPr txBox="1"/>
          <p:nvPr/>
        </p:nvSpPr>
        <p:spPr>
          <a:xfrm>
            <a:off x="7144207" y="7858354"/>
            <a:ext cx="190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Managed service</a:t>
            </a:r>
            <a:endParaRPr lang="en-US" sz="900" dirty="0"/>
          </a:p>
        </p:txBody>
      </p:sp>
      <p:pic>
        <p:nvPicPr>
          <p:cNvPr id="29" name="Image 6" descr="gen-dedup-8c4fac1d97010afc9ac83537508763b8.png"/>
          <p:cNvPicPr>
            <a:picLocks noChangeAspect="1"/>
          </p:cNvPicPr>
          <p:nvPr/>
        </p:nvPicPr>
        <p:blipFill>
          <a:blip r:embed="rId6"/>
          <a:srcRect l="-2" r="-2"/>
          <a:stretch/>
        </p:blipFill>
        <p:spPr>
          <a:xfrm>
            <a:off x="1143000" y="8524951"/>
            <a:ext cx="7810805" cy="57150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0286085" y="6667805"/>
            <a:ext cx="7049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73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stack</a:t>
            </a:r>
            <a:endParaRPr lang="en-US" sz="1000" dirty="0"/>
          </a:p>
        </p:txBody>
      </p:sp>
      <p:sp>
        <p:nvSpPr>
          <p:cNvPr id="31" name="Text 22"/>
          <p:cNvSpPr txBox="1"/>
          <p:nvPr/>
        </p:nvSpPr>
        <p:spPr>
          <a:xfrm>
            <a:off x="10429646" y="7258507"/>
            <a:ext cx="1905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Devices</a:t>
            </a:r>
            <a:endParaRPr lang="en-US" sz="800" dirty="0"/>
          </a:p>
        </p:txBody>
      </p:sp>
      <p:sp>
        <p:nvSpPr>
          <p:cNvPr id="32" name="Text 23"/>
          <p:cNvSpPr txBox="1"/>
          <p:nvPr/>
        </p:nvSpPr>
        <p:spPr>
          <a:xfrm>
            <a:off x="10429646" y="7429500"/>
            <a:ext cx="2149754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Sensors · Gateways · Meters</a:t>
            </a:r>
            <a:endParaRPr lang="en-US" sz="900" dirty="0"/>
          </a:p>
        </p:txBody>
      </p:sp>
      <p:sp>
        <p:nvSpPr>
          <p:cNvPr id="33" name="Text 24"/>
          <p:cNvSpPr txBox="1"/>
          <p:nvPr/>
        </p:nvSpPr>
        <p:spPr>
          <a:xfrm>
            <a:off x="12763195" y="7258507"/>
            <a:ext cx="1905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Platform</a:t>
            </a:r>
            <a:endParaRPr lang="en-US" sz="800" dirty="0"/>
          </a:p>
        </p:txBody>
      </p:sp>
      <p:sp>
        <p:nvSpPr>
          <p:cNvPr id="34" name="Text 25"/>
          <p:cNvSpPr txBox="1"/>
          <p:nvPr/>
        </p:nvSpPr>
        <p:spPr>
          <a:xfrm>
            <a:off x="12763195" y="7429500"/>
            <a:ext cx="1905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thethings.io</a:t>
            </a:r>
            <a:endParaRPr lang="en-US" sz="900" dirty="0"/>
          </a:p>
        </p:txBody>
      </p:sp>
      <p:sp>
        <p:nvSpPr>
          <p:cNvPr id="35" name="Text 26"/>
          <p:cNvSpPr txBox="1"/>
          <p:nvPr/>
        </p:nvSpPr>
        <p:spPr>
          <a:xfrm>
            <a:off x="15096744" y="7258507"/>
            <a:ext cx="2095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Consumers</a:t>
            </a:r>
            <a:endParaRPr lang="en-US" sz="800" dirty="0"/>
          </a:p>
        </p:txBody>
      </p:sp>
      <p:sp>
        <p:nvSpPr>
          <p:cNvPr id="36" name="Text 27"/>
          <p:cNvSpPr txBox="1"/>
          <p:nvPr/>
        </p:nvSpPr>
        <p:spPr>
          <a:xfrm>
            <a:off x="15096744" y="7429500"/>
            <a:ext cx="246430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ERP · SCADA · Hypervisor · Twin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0477195" y="8287207"/>
            <a:ext cx="6667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deployments</a:t>
            </a:r>
            <a:endParaRPr lang="en-US" sz="800" dirty="0"/>
          </a:p>
        </p:txBody>
      </p:sp>
      <p:sp>
        <p:nvSpPr>
          <p:cNvPr id="38" name="Text 29"/>
          <p:cNvSpPr txBox="1"/>
          <p:nvPr/>
        </p:nvSpPr>
        <p:spPr>
          <a:xfrm>
            <a:off x="10477195" y="8517636"/>
            <a:ext cx="6667805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Hospitalet · 157 metering boxes · 30 data sources</a:t>
            </a:r>
            <a:endParaRPr lang="en-US" sz="1100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Navantia · Real-time acquisition from 80+ industrial machines</a:t>
            </a:r>
            <a:endParaRPr lang="en-US" sz="1100" dirty="0"/>
          </a:p>
          <a:p>
            <a:pPr marL="0" indent="0" algn="l">
              <a:lnSpc>
                <a:spcPts val="1913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Smart-city districts</a:t>
            </a:r>
            <a:endParaRPr lang="en-US" sz="1100" dirty="0"/>
          </a:p>
        </p:txBody>
      </p:sp>
      <p:pic>
        <p:nvPicPr>
          <p:cNvPr id="40" name="Google Shape;1191;p6" title="TTIO_Logo_Horizontal_Colors.png">
            <a:extLst>
              <a:ext uri="{FF2B5EF4-FFF2-40B4-BE49-F238E27FC236}">
                <a16:creationId xmlns:a16="http://schemas.microsoft.com/office/drawing/2014/main" id="{F2E7D786-1EF9-7FF7-EC9F-F223BA12C0E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43000" y="1103737"/>
            <a:ext cx="3269343" cy="769433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41" name="Google Shape;1160;p6">
            <a:extLst>
              <a:ext uri="{FF2B5EF4-FFF2-40B4-BE49-F238E27FC236}">
                <a16:creationId xmlns:a16="http://schemas.microsoft.com/office/drawing/2014/main" id="{521F7FAC-7954-5ED3-E604-90EC08C70164}"/>
              </a:ext>
            </a:extLst>
          </p:cNvPr>
          <p:cNvGrpSpPr/>
          <p:nvPr/>
        </p:nvGrpSpPr>
        <p:grpSpPr>
          <a:xfrm>
            <a:off x="10700616" y="2789920"/>
            <a:ext cx="6101484" cy="3877884"/>
            <a:chOff x="4844323" y="1728875"/>
            <a:chExt cx="3904551" cy="2548624"/>
          </a:xfrm>
        </p:grpSpPr>
        <p:pic>
          <p:nvPicPr>
            <p:cNvPr id="42" name="Google Shape;1161;p6">
              <a:extLst>
                <a:ext uri="{FF2B5EF4-FFF2-40B4-BE49-F238E27FC236}">
                  <a16:creationId xmlns:a16="http://schemas.microsoft.com/office/drawing/2014/main" id="{EF79A19D-DD4F-DD19-1171-A2AAD274B4EF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 t="83" r="1077" b="7244"/>
            <a:stretch/>
          </p:blipFill>
          <p:spPr>
            <a:xfrm>
              <a:off x="5249319" y="1813144"/>
              <a:ext cx="3085326" cy="20657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" name="Google Shape;1162;p6" descr="A flat screen television&#10;&#10;Description automatically generated">
              <a:extLst>
                <a:ext uri="{FF2B5EF4-FFF2-40B4-BE49-F238E27FC236}">
                  <a16:creationId xmlns:a16="http://schemas.microsoft.com/office/drawing/2014/main" id="{493FAC5D-BDD8-9B2D-22E7-4408FFC71071}"/>
                </a:ext>
              </a:extLst>
            </p:cNvPr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4844323" y="1728875"/>
              <a:ext cx="3904551" cy="2548624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5" name="Image 1" descr="gen-dedup-3fc9b6bd6bd01734c54b10a0f11af3f3.png">
            <a:extLst>
              <a:ext uri="{FF2B5EF4-FFF2-40B4-BE49-F238E27FC236}">
                <a16:creationId xmlns:a16="http://schemas.microsoft.com/office/drawing/2014/main" id="{B5AF17D5-5448-2787-5C36-18B078888F8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305" y="2000707"/>
            <a:ext cx="7810805" cy="7810805"/>
          </a:xfrm>
          <a:prstGeom prst="roundRect">
            <a:avLst>
              <a:gd name="adj" fmla="val 246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gen-dedup-e777009816ebe218abe657b6c5d4ecc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25305" y="2000707"/>
            <a:ext cx="7810805" cy="7810805"/>
          </a:xfrm>
          <a:prstGeom prst="rect">
            <a:avLst/>
          </a:prstGeom>
        </p:spPr>
      </p:pic>
      <p:pic>
        <p:nvPicPr>
          <p:cNvPr id="5" name="Image 2" descr="gen-dedup-07d4da1bf1910daef42c9babebc62b7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43000" y="2000707"/>
            <a:ext cx="914400" cy="38405"/>
          </a:xfrm>
          <a:prstGeom prst="rect">
            <a:avLst/>
          </a:prstGeom>
        </p:spPr>
      </p:pic>
      <p:pic>
        <p:nvPicPr>
          <p:cNvPr id="6" name="Image 3" descr="gen-dedup-9fe474949740cab410eda89cde89f9eb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143000" y="6858000"/>
            <a:ext cx="7810805" cy="9144"/>
          </a:xfrm>
          <a:prstGeom prst="rect">
            <a:avLst/>
          </a:prstGeom>
        </p:spPr>
      </p:pic>
      <p:pic>
        <p:nvPicPr>
          <p:cNvPr id="7" name="Image 4" descr="gen-dedup-6cd975764c56c1a34a19732a356b019a.jpg"/>
          <p:cNvPicPr>
            <a:picLocks noChangeAspect="1"/>
          </p:cNvPicPr>
          <p:nvPr/>
        </p:nvPicPr>
        <p:blipFill>
          <a:blip r:embed="rId6">
            <a:alphaModFix amt="90000"/>
          </a:blip>
          <a:stretch>
            <a:fillRect/>
          </a:stretch>
        </p:blipFill>
        <p:spPr>
          <a:xfrm>
            <a:off x="9715500" y="2190902"/>
            <a:ext cx="7429500" cy="2668429"/>
          </a:xfrm>
          <a:prstGeom prst="rect">
            <a:avLst/>
          </a:prstGeom>
        </p:spPr>
      </p:pic>
      <p:sp>
        <p:nvSpPr>
          <p:cNvPr id="8" name="Shape 1"/>
          <p:cNvSpPr/>
          <p:nvPr/>
        </p:nvSpPr>
        <p:spPr>
          <a:xfrm>
            <a:off x="9905695" y="5619902"/>
            <a:ext cx="7048195" cy="571500"/>
          </a:xfrm>
          <a:prstGeom prst="rect">
            <a:avLst/>
          </a:prstGeom>
          <a:solidFill>
            <a:srgbClr val="E6A817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2"/>
          <p:cNvSpPr/>
          <p:nvPr/>
        </p:nvSpPr>
        <p:spPr>
          <a:xfrm>
            <a:off x="9905695" y="5619902"/>
            <a:ext cx="28346" cy="57150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3"/>
          <p:cNvSpPr/>
          <p:nvPr/>
        </p:nvSpPr>
        <p:spPr>
          <a:xfrm>
            <a:off x="9905695" y="6286500"/>
            <a:ext cx="7048195" cy="5715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4"/>
          <p:cNvSpPr/>
          <p:nvPr/>
        </p:nvSpPr>
        <p:spPr>
          <a:xfrm>
            <a:off x="9905695" y="6286500"/>
            <a:ext cx="28346" cy="571500"/>
          </a:xfrm>
          <a:prstGeom prst="rect">
            <a:avLst/>
          </a:prstGeom>
          <a:solidFill>
            <a:srgbClr val="E6A817">
              <a:alpha val="50000"/>
            </a:srgbClr>
          </a:solidFill>
          <a:ln w="12700">
            <a:solidFill>
              <a:srgbClr val="E6A8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5"/>
          <p:cNvSpPr/>
          <p:nvPr/>
        </p:nvSpPr>
        <p:spPr>
          <a:xfrm>
            <a:off x="9905695" y="6953098"/>
            <a:ext cx="7048195" cy="571500"/>
          </a:xfrm>
          <a:prstGeom prst="rect">
            <a:avLst/>
          </a:prstGeom>
          <a:solidFill>
            <a:srgbClr val="E6A817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6"/>
          <p:cNvSpPr/>
          <p:nvPr/>
        </p:nvSpPr>
        <p:spPr>
          <a:xfrm>
            <a:off x="9905695" y="6953098"/>
            <a:ext cx="28346" cy="571500"/>
          </a:xfrm>
          <a:prstGeom prst="rect">
            <a:avLst/>
          </a:prstGeom>
          <a:solidFill>
            <a:srgbClr val="E6A817"/>
          </a:solidFill>
          <a:ln w="12700">
            <a:solidFill>
              <a:srgbClr val="E6A8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7"/>
          <p:cNvSpPr/>
          <p:nvPr/>
        </p:nvSpPr>
        <p:spPr>
          <a:xfrm>
            <a:off x="9905695" y="7619695"/>
            <a:ext cx="7048195" cy="5715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8"/>
          <p:cNvSpPr/>
          <p:nvPr/>
        </p:nvSpPr>
        <p:spPr>
          <a:xfrm>
            <a:off x="9905695" y="7619695"/>
            <a:ext cx="28346" cy="571500"/>
          </a:xfrm>
          <a:prstGeom prst="rect">
            <a:avLst/>
          </a:prstGeom>
          <a:solidFill>
            <a:srgbClr val="E6A817">
              <a:alpha val="50000"/>
            </a:srgbClr>
          </a:solidFill>
          <a:ln w="12700">
            <a:solidFill>
              <a:srgbClr val="E6A8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9"/>
          <p:cNvSpPr/>
          <p:nvPr/>
        </p:nvSpPr>
        <p:spPr>
          <a:xfrm>
            <a:off x="9905695" y="8287207"/>
            <a:ext cx="7048195" cy="5715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0"/>
          <p:cNvSpPr/>
          <p:nvPr/>
        </p:nvSpPr>
        <p:spPr>
          <a:xfrm>
            <a:off x="9905695" y="8287207"/>
            <a:ext cx="28346" cy="571500"/>
          </a:xfrm>
          <a:prstGeom prst="rect">
            <a:avLst/>
          </a:prstGeom>
          <a:solidFill>
            <a:srgbClr val="E6A817">
              <a:alpha val="50000"/>
            </a:srgbClr>
          </a:solidFill>
          <a:ln w="12700">
            <a:solidFill>
              <a:srgbClr val="E6A8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1"/>
          <p:cNvSpPr txBox="1"/>
          <p:nvPr/>
        </p:nvSpPr>
        <p:spPr>
          <a:xfrm>
            <a:off x="9905695" y="4286707"/>
            <a:ext cx="3810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· Control room</a:t>
            </a:r>
            <a:endParaRPr lang="en-US" sz="900" dirty="0"/>
          </a:p>
        </p:txBody>
      </p:sp>
      <p:sp>
        <p:nvSpPr>
          <p:cNvPr id="19" name="Text 12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product · 17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1143000" y="2286000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MTi Hypervisor · Unified command &amp; control</a:t>
            </a:r>
            <a:endParaRPr lang="en-US" sz="1100" dirty="0"/>
          </a:p>
        </p:txBody>
      </p:sp>
      <p:sp>
        <p:nvSpPr>
          <p:cNvPr id="21" name="Text 14"/>
          <p:cNvSpPr txBox="1"/>
          <p:nvPr/>
        </p:nvSpPr>
        <p:spPr>
          <a:xfrm>
            <a:off x="1143000" y="2762402"/>
            <a:ext cx="85725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700" b="1" kern="0" spc="-17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brain for</a:t>
            </a:r>
            <a:endParaRPr lang="en-US" sz="5700" dirty="0"/>
          </a:p>
          <a:p>
            <a:pPr marL="0" indent="0" algn="l">
              <a:buNone/>
            </a:pPr>
            <a:r>
              <a:rPr lang="en-US" sz="5700" b="1" kern="0" spc="-17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city </a:t>
            </a:r>
            <a:r>
              <a:rPr lang="en-US" sz="5700" b="1" kern="0" spc="-17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system.</a:t>
            </a:r>
            <a:endParaRPr lang="en-US" sz="5700" dirty="0"/>
          </a:p>
        </p:txBody>
      </p:sp>
      <p:sp>
        <p:nvSpPr>
          <p:cNvPr id="22" name="Text 15"/>
          <p:cNvSpPr txBox="1"/>
          <p:nvPr/>
        </p:nvSpPr>
        <p:spPr>
          <a:xfrm>
            <a:off x="1143000" y="5048402"/>
            <a:ext cx="7810805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MTi Hypervisor is our command &amp; control intelligence layer — ingests data from every urban system, fuses it in real time and drives automated responses across traffic, transit, safety, utilities and emergency services.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1143000" y="7095744"/>
            <a:ext cx="190561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7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25+</a:t>
            </a:r>
            <a:endParaRPr lang="en-US" sz="3900" dirty="0"/>
          </a:p>
        </p:txBody>
      </p:sp>
      <p:sp>
        <p:nvSpPr>
          <p:cNvPr id="24" name="Text 17"/>
          <p:cNvSpPr txBox="1"/>
          <p:nvPr/>
        </p:nvSpPr>
        <p:spPr>
          <a:xfrm>
            <a:off x="1143000" y="7667244"/>
            <a:ext cx="190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Cities deployed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3143707" y="7095744"/>
            <a:ext cx="190561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7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100+</a:t>
            </a:r>
            <a:endParaRPr lang="en-US" sz="3900" dirty="0"/>
          </a:p>
        </p:txBody>
      </p:sp>
      <p:sp>
        <p:nvSpPr>
          <p:cNvPr id="26" name="Text 19"/>
          <p:cNvSpPr txBox="1"/>
          <p:nvPr/>
        </p:nvSpPr>
        <p:spPr>
          <a:xfrm>
            <a:off x="3143707" y="7667244"/>
            <a:ext cx="190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5143500" y="7095744"/>
            <a:ext cx="190561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&lt;1s</a:t>
            </a:r>
            <a:endParaRPr lang="en-US" sz="3900" dirty="0"/>
          </a:p>
        </p:txBody>
      </p:sp>
      <p:sp>
        <p:nvSpPr>
          <p:cNvPr id="28" name="Text 21"/>
          <p:cNvSpPr txBox="1"/>
          <p:nvPr/>
        </p:nvSpPr>
        <p:spPr>
          <a:xfrm>
            <a:off x="5143500" y="7667244"/>
            <a:ext cx="190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 response</a:t>
            </a:r>
            <a:endParaRPr lang="en-US" sz="900" dirty="0"/>
          </a:p>
        </p:txBody>
      </p:sp>
      <p:sp>
        <p:nvSpPr>
          <p:cNvPr id="29" name="Text 22"/>
          <p:cNvSpPr txBox="1"/>
          <p:nvPr/>
        </p:nvSpPr>
        <p:spPr>
          <a:xfrm>
            <a:off x="7144207" y="7095744"/>
            <a:ext cx="190561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7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99.99%</a:t>
            </a:r>
            <a:endParaRPr lang="en-US" sz="3900" dirty="0"/>
          </a:p>
        </p:txBody>
      </p:sp>
      <p:sp>
        <p:nvSpPr>
          <p:cNvPr id="30" name="Text 23"/>
          <p:cNvSpPr txBox="1"/>
          <p:nvPr/>
        </p:nvSpPr>
        <p:spPr>
          <a:xfrm>
            <a:off x="7144207" y="7667244"/>
            <a:ext cx="190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 uptime SLA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1143000" y="8382305"/>
            <a:ext cx="7810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16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control rooms · Proven in cities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1143000" y="8639251"/>
            <a:ext cx="1647749" cy="41879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6"/>
          <p:cNvSpPr/>
          <p:nvPr/>
        </p:nvSpPr>
        <p:spPr>
          <a:xfrm>
            <a:off x="1143000" y="8639251"/>
            <a:ext cx="1648663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Management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2843784" y="8639251"/>
            <a:ext cx="1828800" cy="41879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8"/>
          <p:cNvSpPr/>
          <p:nvPr/>
        </p:nvSpPr>
        <p:spPr>
          <a:xfrm>
            <a:off x="2843784" y="8639251"/>
            <a:ext cx="1828800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Emergency Operations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4727448" y="8639251"/>
            <a:ext cx="1390802" cy="418795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0"/>
          <p:cNvSpPr/>
          <p:nvPr/>
        </p:nvSpPr>
        <p:spPr>
          <a:xfrm>
            <a:off x="4727448" y="8639251"/>
            <a:ext cx="1390802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Transport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6174029" y="8639251"/>
            <a:ext cx="1733702" cy="418795"/>
          </a:xfrm>
          <a:prstGeom prst="roundRect">
            <a:avLst>
              <a:gd name="adj" fmla="val 50000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2"/>
          <p:cNvSpPr/>
          <p:nvPr/>
        </p:nvSpPr>
        <p:spPr>
          <a:xfrm>
            <a:off x="6174029" y="8639251"/>
            <a:ext cx="1733702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City Command</a:t>
            </a:r>
            <a:endParaRPr lang="en-US" sz="1100" dirty="0"/>
          </a:p>
        </p:txBody>
      </p:sp>
      <p:sp>
        <p:nvSpPr>
          <p:cNvPr id="40" name="Text 33"/>
          <p:cNvSpPr txBox="1"/>
          <p:nvPr/>
        </p:nvSpPr>
        <p:spPr>
          <a:xfrm>
            <a:off x="9905695" y="5143500"/>
            <a:ext cx="7049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73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architecture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10096805" y="5724144"/>
            <a:ext cx="66678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Presentation Layer</a:t>
            </a:r>
            <a:endParaRPr lang="en-US" sz="1100" dirty="0"/>
          </a:p>
        </p:txBody>
      </p:sp>
      <p:sp>
        <p:nvSpPr>
          <p:cNvPr id="42" name="Text 35"/>
          <p:cNvSpPr txBox="1"/>
          <p:nvPr/>
        </p:nvSpPr>
        <p:spPr>
          <a:xfrm>
            <a:off x="10096805" y="5924398"/>
            <a:ext cx="6667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room UI · Mobile app · Public APIs</a:t>
            </a:r>
            <a:endParaRPr lang="en-US" sz="900" dirty="0"/>
          </a:p>
        </p:txBody>
      </p:sp>
      <p:sp>
        <p:nvSpPr>
          <p:cNvPr id="43" name="Text 36"/>
          <p:cNvSpPr txBox="1"/>
          <p:nvPr/>
        </p:nvSpPr>
        <p:spPr>
          <a:xfrm>
            <a:off x="10096805" y="6391656"/>
            <a:ext cx="66678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Layer</a:t>
            </a:r>
            <a:endParaRPr lang="en-US" sz="1100" dirty="0"/>
          </a:p>
        </p:txBody>
      </p:sp>
      <p:sp>
        <p:nvSpPr>
          <p:cNvPr id="44" name="Text 37"/>
          <p:cNvSpPr txBox="1"/>
          <p:nvPr/>
        </p:nvSpPr>
        <p:spPr>
          <a:xfrm>
            <a:off x="10096805" y="6590995"/>
            <a:ext cx="6667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 mgmt · Protocols · Analytics · Reporting</a:t>
            </a:r>
            <a:endParaRPr lang="en-US" sz="900" dirty="0"/>
          </a:p>
        </p:txBody>
      </p:sp>
      <p:sp>
        <p:nvSpPr>
          <p:cNvPr id="45" name="Text 38"/>
          <p:cNvSpPr txBox="1"/>
          <p:nvPr/>
        </p:nvSpPr>
        <p:spPr>
          <a:xfrm>
            <a:off x="10096805" y="7058254"/>
            <a:ext cx="66678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Intelligence Layer</a:t>
            </a:r>
            <a:endParaRPr lang="en-US" sz="1100" dirty="0"/>
          </a:p>
        </p:txBody>
      </p:sp>
      <p:sp>
        <p:nvSpPr>
          <p:cNvPr id="46" name="Text 39"/>
          <p:cNvSpPr txBox="1"/>
          <p:nvPr/>
        </p:nvSpPr>
        <p:spPr>
          <a:xfrm>
            <a:off x="10096805" y="7258507"/>
            <a:ext cx="6667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CEP engine · AI models · Correlation rules</a:t>
            </a:r>
            <a:endParaRPr lang="en-US" sz="900" dirty="0"/>
          </a:p>
        </p:txBody>
      </p:sp>
      <p:sp>
        <p:nvSpPr>
          <p:cNvPr id="47" name="Text 40"/>
          <p:cNvSpPr txBox="1"/>
          <p:nvPr/>
        </p:nvSpPr>
        <p:spPr>
          <a:xfrm>
            <a:off x="10096805" y="7724851"/>
            <a:ext cx="66678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Layer</a:t>
            </a:r>
            <a:endParaRPr lang="en-US" sz="1100" dirty="0"/>
          </a:p>
        </p:txBody>
      </p:sp>
      <p:sp>
        <p:nvSpPr>
          <p:cNvPr id="48" name="Text 41"/>
          <p:cNvSpPr txBox="1"/>
          <p:nvPr/>
        </p:nvSpPr>
        <p:spPr>
          <a:xfrm>
            <a:off x="10096805" y="7925105"/>
            <a:ext cx="6667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100+ connectors · Normalisation · Event bus</a:t>
            </a:r>
            <a:endParaRPr lang="en-US" sz="900" dirty="0"/>
          </a:p>
        </p:txBody>
      </p:sp>
      <p:sp>
        <p:nvSpPr>
          <p:cNvPr id="49" name="Text 42"/>
          <p:cNvSpPr txBox="1"/>
          <p:nvPr/>
        </p:nvSpPr>
        <p:spPr>
          <a:xfrm>
            <a:off x="10096805" y="8391449"/>
            <a:ext cx="66678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 Layer</a:t>
            </a:r>
            <a:endParaRPr lang="en-US" sz="1100" dirty="0"/>
          </a:p>
        </p:txBody>
      </p:sp>
      <p:sp>
        <p:nvSpPr>
          <p:cNvPr id="50" name="Text 43"/>
          <p:cNvSpPr txBox="1"/>
          <p:nvPr/>
        </p:nvSpPr>
        <p:spPr>
          <a:xfrm>
            <a:off x="10096805" y="8591702"/>
            <a:ext cx="6667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 cluster · Edge nodes · Encrypted data fabric</a:t>
            </a:r>
            <a:endParaRPr lang="en-US" sz="900" dirty="0"/>
          </a:p>
        </p:txBody>
      </p:sp>
      <p:sp>
        <p:nvSpPr>
          <p:cNvPr id="51" name="Text 44"/>
          <p:cNvSpPr txBox="1"/>
          <p:nvPr/>
        </p:nvSpPr>
        <p:spPr>
          <a:xfrm>
            <a:off x="9905695" y="9048902"/>
            <a:ext cx="7049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2" dirty="0">
                <a:solidFill>
                  <a:srgbClr val="E6A817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r>
              <a:rPr lang="en-US" sz="800" b="1" kern="0" spc="182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On-premise · Private cloud · Hybrid · Edge nodes for low-latency processing</a:t>
            </a:r>
            <a:endParaRPr lang="en-US" sz="800" dirty="0"/>
          </a:p>
        </p:txBody>
      </p:sp>
      <p:pic>
        <p:nvPicPr>
          <p:cNvPr id="53" name="Image 1" descr="gen-dedup-3fc9b6bd6bd01734c54b10a0f11af3f3.png">
            <a:extLst>
              <a:ext uri="{FF2B5EF4-FFF2-40B4-BE49-F238E27FC236}">
                <a16:creationId xmlns:a16="http://schemas.microsoft.com/office/drawing/2014/main" id="{C69C941D-ACDC-C56D-4010-68A88BDB42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525305" y="2000707"/>
            <a:ext cx="7810805" cy="7810805"/>
          </a:xfrm>
          <a:prstGeom prst="roundRect">
            <a:avLst>
              <a:gd name="adj" fmla="val 246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1" descr="gen-dedup-07d4da1bf1910daef42c9babebc62b73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2000707"/>
            <a:ext cx="914400" cy="38405"/>
          </a:xfrm>
          <a:prstGeom prst="rect">
            <a:avLst/>
          </a:prstGeom>
        </p:spPr>
      </p:pic>
      <p:pic>
        <p:nvPicPr>
          <p:cNvPr id="6" name="Image 2" descr="gen-dedup-9fe474949740cab410eda89cde89f9eb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6858000"/>
            <a:ext cx="7810805" cy="9144"/>
          </a:xfrm>
          <a:prstGeom prst="rect">
            <a:avLst/>
          </a:prstGeom>
        </p:spPr>
      </p:pic>
      <p:pic>
        <p:nvPicPr>
          <p:cNvPr id="7" name="Image 3" descr="gen-dedup-07d4da1bf1910daef42c9babebc62b73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9525305" y="2000707"/>
            <a:ext cx="914400" cy="38405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9905695" y="3238805"/>
            <a:ext cx="3381451" cy="1904695"/>
          </a:xfrm>
          <a:prstGeom prst="roundRect">
            <a:avLst>
              <a:gd name="adj" fmla="val 1008"/>
            </a:avLst>
          </a:prstGeom>
          <a:solidFill>
            <a:srgbClr val="FFFFFF"/>
          </a:solidFill>
          <a:ln w="12700">
            <a:solidFill>
              <a:srgbClr val="0A0F1E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3"/>
          <p:cNvSpPr/>
          <p:nvPr/>
        </p:nvSpPr>
        <p:spPr>
          <a:xfrm>
            <a:off x="13478256" y="3238805"/>
            <a:ext cx="3381451" cy="1904695"/>
          </a:xfrm>
          <a:prstGeom prst="roundRect">
            <a:avLst>
              <a:gd name="adj" fmla="val 1008"/>
            </a:avLst>
          </a:prstGeom>
          <a:solidFill>
            <a:srgbClr val="FFFFFF"/>
          </a:solidFill>
          <a:ln w="12700">
            <a:solidFill>
              <a:srgbClr val="0A0F1E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4"/>
          <p:cNvSpPr/>
          <p:nvPr/>
        </p:nvSpPr>
        <p:spPr>
          <a:xfrm>
            <a:off x="9905695" y="5333695"/>
            <a:ext cx="3381451" cy="1904695"/>
          </a:xfrm>
          <a:prstGeom prst="roundRect">
            <a:avLst>
              <a:gd name="adj" fmla="val 1008"/>
            </a:avLst>
          </a:prstGeom>
          <a:solidFill>
            <a:srgbClr val="FFFFFF"/>
          </a:solidFill>
          <a:ln w="12700">
            <a:solidFill>
              <a:srgbClr val="0A0F1E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5"/>
          <p:cNvSpPr/>
          <p:nvPr/>
        </p:nvSpPr>
        <p:spPr>
          <a:xfrm>
            <a:off x="13478256" y="5333695"/>
            <a:ext cx="3381451" cy="1904695"/>
          </a:xfrm>
          <a:prstGeom prst="roundRect">
            <a:avLst>
              <a:gd name="adj" fmla="val 1008"/>
            </a:avLst>
          </a:prstGeom>
          <a:solidFill>
            <a:srgbClr val="FFFFFF"/>
          </a:solidFill>
          <a:ln w="12700">
            <a:solidFill>
              <a:srgbClr val="0A0F1E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6"/>
          <p:cNvSpPr/>
          <p:nvPr/>
        </p:nvSpPr>
        <p:spPr>
          <a:xfrm>
            <a:off x="9905695" y="7429500"/>
            <a:ext cx="3381451" cy="1904695"/>
          </a:xfrm>
          <a:prstGeom prst="roundRect">
            <a:avLst>
              <a:gd name="adj" fmla="val 1008"/>
            </a:avLst>
          </a:prstGeom>
          <a:solidFill>
            <a:srgbClr val="FFFFFF"/>
          </a:solidFill>
          <a:ln w="12700">
            <a:solidFill>
              <a:srgbClr val="0A0F1E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7"/>
          <p:cNvSpPr/>
          <p:nvPr/>
        </p:nvSpPr>
        <p:spPr>
          <a:xfrm>
            <a:off x="13478256" y="7429500"/>
            <a:ext cx="3381451" cy="1904695"/>
          </a:xfrm>
          <a:prstGeom prst="roundRect">
            <a:avLst>
              <a:gd name="adj" fmla="val 1008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8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product · 19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1143000" y="2286000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Twin platform · Any facility</a:t>
            </a:r>
            <a:endParaRPr lang="en-US" sz="1100" dirty="0"/>
          </a:p>
        </p:txBody>
      </p:sp>
      <p:sp>
        <p:nvSpPr>
          <p:cNvPr id="16" name="Text 10"/>
          <p:cNvSpPr txBox="1"/>
          <p:nvPr/>
        </p:nvSpPr>
        <p:spPr>
          <a:xfrm>
            <a:off x="1143000" y="2762402"/>
            <a:ext cx="85725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700" b="1" kern="0" spc="-17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assets, alive </a:t>
            </a:r>
            <a:r>
              <a:rPr lang="en-US" sz="5700" b="1" kern="0" spc="-17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the cloud.</a:t>
            </a:r>
            <a:endParaRPr lang="en-US" sz="5700" dirty="0"/>
          </a:p>
        </p:txBody>
      </p:sp>
      <p:sp>
        <p:nvSpPr>
          <p:cNvPr id="17" name="Text 11"/>
          <p:cNvSpPr txBox="1"/>
          <p:nvPr/>
        </p:nvSpPr>
        <p:spPr>
          <a:xfrm>
            <a:off x="1143000" y="5048402"/>
            <a:ext cx="7810805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Digital Twin platform connects BIM geometry, IoT sensor data, point clouds and operational documents into a single living model — from a single room to an entire city.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143000" y="7095744"/>
            <a:ext cx="190561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7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50+</a:t>
            </a:r>
            <a:endParaRPr lang="en-US" sz="3900" dirty="0"/>
          </a:p>
        </p:txBody>
      </p:sp>
      <p:sp>
        <p:nvSpPr>
          <p:cNvPr id="19" name="Text 13"/>
          <p:cNvSpPr txBox="1"/>
          <p:nvPr/>
        </p:nvSpPr>
        <p:spPr>
          <a:xfrm>
            <a:off x="1143000" y="7667244"/>
            <a:ext cx="190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projects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3143707" y="7095744"/>
            <a:ext cx="1905610" cy="991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LOD 500</a:t>
            </a:r>
            <a:endParaRPr lang="en-US" sz="3900" dirty="0"/>
          </a:p>
        </p:txBody>
      </p:sp>
      <p:sp>
        <p:nvSpPr>
          <p:cNvPr id="21" name="Text 15"/>
          <p:cNvSpPr txBox="1"/>
          <p:nvPr/>
        </p:nvSpPr>
        <p:spPr>
          <a:xfrm>
            <a:off x="3143707" y="8162849"/>
            <a:ext cx="190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fidelity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5143500" y="7095744"/>
            <a:ext cx="190561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7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IFC 4</a:t>
            </a:r>
            <a:endParaRPr lang="en-US" sz="3900" dirty="0"/>
          </a:p>
        </p:txBody>
      </p:sp>
      <p:sp>
        <p:nvSpPr>
          <p:cNvPr id="23" name="Text 17"/>
          <p:cNvSpPr txBox="1"/>
          <p:nvPr/>
        </p:nvSpPr>
        <p:spPr>
          <a:xfrm>
            <a:off x="5143500" y="7667244"/>
            <a:ext cx="190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standard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7144207" y="7095744"/>
            <a:ext cx="1905610" cy="4956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900" b="1" kern="0" spc="-117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20+</a:t>
            </a:r>
            <a:endParaRPr lang="en-US" sz="3900" dirty="0"/>
          </a:p>
        </p:txBody>
      </p:sp>
      <p:sp>
        <p:nvSpPr>
          <p:cNvPr id="25" name="Text 19"/>
          <p:cNvSpPr txBox="1"/>
          <p:nvPr/>
        </p:nvSpPr>
        <p:spPr>
          <a:xfrm>
            <a:off x="7144207" y="7667244"/>
            <a:ext cx="1905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connectors</a:t>
            </a:r>
            <a:endParaRPr lang="en-US" sz="900" dirty="0"/>
          </a:p>
        </p:txBody>
      </p:sp>
      <p:sp>
        <p:nvSpPr>
          <p:cNvPr id="29" name="Text 22"/>
          <p:cNvSpPr txBox="1"/>
          <p:nvPr/>
        </p:nvSpPr>
        <p:spPr>
          <a:xfrm>
            <a:off x="2381098" y="9038844"/>
            <a:ext cx="63825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Deployed at Navantia · Freire Shipyard · Hospitalet · Industrial facilities.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9905695" y="2238451"/>
            <a:ext cx="6858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cases — one platform, every asset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9905695" y="2457907"/>
            <a:ext cx="68580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kern="0" spc="-39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Buildings. Industry. Cities.</a:t>
            </a:r>
            <a:endParaRPr lang="en-US" sz="1900" dirty="0"/>
          </a:p>
        </p:txBody>
      </p:sp>
      <p:pic>
        <p:nvPicPr>
          <p:cNvPr id="32" name="Image 5" descr="gen-dedup-2aa286b6419e5617b4a9b9e60d448086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096805" y="3429000"/>
            <a:ext cx="381305" cy="38130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0096805" y="3905402"/>
            <a:ext cx="30010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800" dirty="0"/>
          </a:p>
        </p:txBody>
      </p:sp>
      <p:sp>
        <p:nvSpPr>
          <p:cNvPr id="34" name="Text 26"/>
          <p:cNvSpPr txBox="1"/>
          <p:nvPr/>
        </p:nvSpPr>
        <p:spPr>
          <a:xfrm>
            <a:off x="10096805" y="4095598"/>
            <a:ext cx="300106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Buildings &amp; Facilities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10096805" y="4381805"/>
            <a:ext cx="30010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Energy, predictive FM, space &amp; occupancy management.</a:t>
            </a:r>
            <a:endParaRPr lang="en-US" sz="900" dirty="0"/>
          </a:p>
        </p:txBody>
      </p:sp>
      <p:pic>
        <p:nvPicPr>
          <p:cNvPr id="36" name="Image 6" descr="gen-dedup-5b8a14b858a15fb3fc09d45053cf56d0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668451" y="3429000"/>
            <a:ext cx="381305" cy="381305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3668451" y="3905402"/>
            <a:ext cx="30010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00" dirty="0"/>
          </a:p>
        </p:txBody>
      </p:sp>
      <p:sp>
        <p:nvSpPr>
          <p:cNvPr id="38" name="Text 29"/>
          <p:cNvSpPr txBox="1"/>
          <p:nvPr/>
        </p:nvSpPr>
        <p:spPr>
          <a:xfrm>
            <a:off x="13668451" y="4095598"/>
            <a:ext cx="300106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Centers</a:t>
            </a:r>
            <a:endParaRPr lang="en-US" sz="1500" dirty="0"/>
          </a:p>
        </p:txBody>
      </p:sp>
      <p:sp>
        <p:nvSpPr>
          <p:cNvPr id="39" name="Text 30"/>
          <p:cNvSpPr txBox="1"/>
          <p:nvPr/>
        </p:nvSpPr>
        <p:spPr>
          <a:xfrm>
            <a:off x="13668451" y="4381805"/>
            <a:ext cx="30010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rack model, PUE tracking, cooling &amp; load simulation.</a:t>
            </a:r>
            <a:endParaRPr lang="en-US" sz="900" dirty="0"/>
          </a:p>
        </p:txBody>
      </p:sp>
      <p:pic>
        <p:nvPicPr>
          <p:cNvPr id="40" name="Image 7" descr="gen-dedup-51728d26a357ee2a440dfe3c8aec4c21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096805" y="5524805"/>
            <a:ext cx="381305" cy="381305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10096805" y="6001207"/>
            <a:ext cx="30010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00" dirty="0"/>
          </a:p>
        </p:txBody>
      </p:sp>
      <p:sp>
        <p:nvSpPr>
          <p:cNvPr id="42" name="Text 32"/>
          <p:cNvSpPr txBox="1"/>
          <p:nvPr/>
        </p:nvSpPr>
        <p:spPr>
          <a:xfrm>
            <a:off x="10096805" y="6191402"/>
            <a:ext cx="300106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&amp; Naval</a:t>
            </a:r>
            <a:endParaRPr lang="en-US" sz="1500" dirty="0"/>
          </a:p>
        </p:txBody>
      </p:sp>
      <p:sp>
        <p:nvSpPr>
          <p:cNvPr id="43" name="Text 33"/>
          <p:cNvSpPr txBox="1"/>
          <p:nvPr/>
        </p:nvSpPr>
        <p:spPr>
          <a:xfrm>
            <a:off x="10096805" y="6476695"/>
            <a:ext cx="30010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SCADA, PLC, predictive maintenance, digital factories.</a:t>
            </a:r>
            <a:endParaRPr lang="en-US" sz="900" dirty="0"/>
          </a:p>
        </p:txBody>
      </p:sp>
      <p:pic>
        <p:nvPicPr>
          <p:cNvPr id="44" name="Image 8" descr="gen-dedup-539454d0056f49240b6db70c80540907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3668451" y="5524805"/>
            <a:ext cx="381305" cy="381305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13668451" y="6001207"/>
            <a:ext cx="30010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00" dirty="0"/>
          </a:p>
        </p:txBody>
      </p:sp>
      <p:sp>
        <p:nvSpPr>
          <p:cNvPr id="46" name="Text 35"/>
          <p:cNvSpPr txBox="1"/>
          <p:nvPr/>
        </p:nvSpPr>
        <p:spPr>
          <a:xfrm>
            <a:off x="13668451" y="6191402"/>
            <a:ext cx="300106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Sports Venues</a:t>
            </a:r>
            <a:endParaRPr lang="en-US" sz="1500" dirty="0"/>
          </a:p>
        </p:txBody>
      </p:sp>
      <p:sp>
        <p:nvSpPr>
          <p:cNvPr id="47" name="Text 36"/>
          <p:cNvSpPr txBox="1"/>
          <p:nvPr/>
        </p:nvSpPr>
        <p:spPr>
          <a:xfrm>
            <a:off x="13668451" y="6476695"/>
            <a:ext cx="356524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Stadium twin, crowd flow, ops during matchdays.</a:t>
            </a:r>
            <a:endParaRPr lang="en-US" sz="900" dirty="0"/>
          </a:p>
        </p:txBody>
      </p:sp>
      <p:pic>
        <p:nvPicPr>
          <p:cNvPr id="48" name="Image 9" descr="gen-dedup-901bb43309b21759490fcb1e95d739e3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096805" y="7619695"/>
            <a:ext cx="381305" cy="381305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10096805" y="8096098"/>
            <a:ext cx="30010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800" dirty="0"/>
          </a:p>
        </p:txBody>
      </p:sp>
      <p:sp>
        <p:nvSpPr>
          <p:cNvPr id="50" name="Text 38"/>
          <p:cNvSpPr txBox="1"/>
          <p:nvPr/>
        </p:nvSpPr>
        <p:spPr>
          <a:xfrm>
            <a:off x="10096805" y="8287207"/>
            <a:ext cx="300106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Cities</a:t>
            </a:r>
            <a:endParaRPr lang="en-US" sz="1500" dirty="0"/>
          </a:p>
        </p:txBody>
      </p:sp>
      <p:sp>
        <p:nvSpPr>
          <p:cNvPr id="51" name="Text 39"/>
          <p:cNvSpPr txBox="1"/>
          <p:nvPr/>
        </p:nvSpPr>
        <p:spPr>
          <a:xfrm>
            <a:off x="10096805" y="8572500"/>
            <a:ext cx="30010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3D city model (LOD 1–3), utility overlays, planning simulation.</a:t>
            </a:r>
            <a:endParaRPr lang="en-US" sz="900" dirty="0"/>
          </a:p>
        </p:txBody>
      </p:sp>
      <p:pic>
        <p:nvPicPr>
          <p:cNvPr id="52" name="Image 10" descr="gen-dedup-9c019755580a9db8c7471c8a83e9c783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3668451" y="7619695"/>
            <a:ext cx="381305" cy="381305"/>
          </a:xfrm>
          <a:prstGeom prst="rect">
            <a:avLst/>
          </a:prstGeom>
        </p:spPr>
      </p:pic>
      <p:sp>
        <p:nvSpPr>
          <p:cNvPr id="53" name="Text 40"/>
          <p:cNvSpPr txBox="1"/>
          <p:nvPr/>
        </p:nvSpPr>
        <p:spPr>
          <a:xfrm>
            <a:off x="13668451" y="8287207"/>
            <a:ext cx="300106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</a:t>
            </a:r>
            <a:endParaRPr lang="en-US" sz="1500" dirty="0"/>
          </a:p>
        </p:txBody>
      </p:sp>
      <p:sp>
        <p:nvSpPr>
          <p:cNvPr id="54" name="Text 41"/>
          <p:cNvSpPr txBox="1"/>
          <p:nvPr/>
        </p:nvSpPr>
        <p:spPr>
          <a:xfrm>
            <a:off x="13668451" y="8096098"/>
            <a:ext cx="30010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2" dirty="0">
                <a:solidFill>
                  <a:srgbClr val="0A0F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800" dirty="0"/>
          </a:p>
        </p:txBody>
      </p:sp>
      <p:sp>
        <p:nvSpPr>
          <p:cNvPr id="55" name="Text 42"/>
          <p:cNvSpPr txBox="1"/>
          <p:nvPr/>
        </p:nvSpPr>
        <p:spPr>
          <a:xfrm>
            <a:off x="13668451" y="8572500"/>
            <a:ext cx="30010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A0F1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Bridges, roads, tunnels — structural health monitoring.</a:t>
            </a:r>
            <a:endParaRPr lang="en-US" sz="900" dirty="0"/>
          </a:p>
        </p:txBody>
      </p:sp>
      <p:pic>
        <p:nvPicPr>
          <p:cNvPr id="57" name="Image 1" descr="gen-dedup-3fc9b6bd6bd01734c54b10a0f11af3f3.png">
            <a:extLst>
              <a:ext uri="{FF2B5EF4-FFF2-40B4-BE49-F238E27FC236}">
                <a16:creationId xmlns:a16="http://schemas.microsoft.com/office/drawing/2014/main" id="{FDAE4131-E66F-9293-53E4-D4F8307FF4B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10d0fe0888b031dad92d17b1642eb2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620402" y="2000707"/>
            <a:ext cx="7619695" cy="7810805"/>
          </a:xfrm>
          <a:prstGeom prst="roundRect">
            <a:avLst>
              <a:gd name="adj" fmla="val 504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2" descr="gen-dedup-07d4da1bf1910daef42c9babebc62b7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43000" y="2000707"/>
            <a:ext cx="914400" cy="38405"/>
          </a:xfrm>
          <a:prstGeom prst="rect">
            <a:avLst/>
          </a:prstGeom>
        </p:spPr>
      </p:pic>
      <p:pic>
        <p:nvPicPr>
          <p:cNvPr id="6" name="Image 3" descr="gen-dedup-3bdbc32700a944b5d73f1255eb970a4c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1143000" y="7048195"/>
            <a:ext cx="7810805" cy="9144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product · 20</a:t>
            </a:r>
            <a:endParaRPr lang="en-US" sz="900" dirty="0"/>
          </a:p>
        </p:txBody>
      </p:sp>
      <p:sp>
        <p:nvSpPr>
          <p:cNvPr id="8" name="Text 2"/>
          <p:cNvSpPr txBox="1"/>
          <p:nvPr/>
        </p:nvSpPr>
        <p:spPr>
          <a:xfrm>
            <a:off x="1143000" y="2286000"/>
            <a:ext cx="78108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AI</a:t>
            </a:r>
            <a:endParaRPr lang="en-US" sz="1100" dirty="0"/>
          </a:p>
        </p:txBody>
      </p:sp>
      <p:sp>
        <p:nvSpPr>
          <p:cNvPr id="9" name="Text 3"/>
          <p:cNvSpPr txBox="1"/>
          <p:nvPr/>
        </p:nvSpPr>
        <p:spPr>
          <a:xfrm>
            <a:off x="1143000" y="2762402"/>
            <a:ext cx="8572500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800" b="1" kern="0" spc="-1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autonomy </a:t>
            </a:r>
            <a:r>
              <a:rPr lang="en-US" sz="5800" b="1" kern="0" spc="-17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your operations.</a:t>
            </a:r>
            <a:endParaRPr lang="en-US" sz="5800" dirty="0"/>
          </a:p>
        </p:txBody>
      </p:sp>
      <p:sp>
        <p:nvSpPr>
          <p:cNvPr id="10" name="Text 4"/>
          <p:cNvSpPr txBox="1"/>
          <p:nvPr/>
        </p:nvSpPr>
        <p:spPr>
          <a:xfrm>
            <a:off x="1143000" y="5143500"/>
            <a:ext cx="7810805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prototypes — solutions in production with measurable outcomes. An </a:t>
            </a:r>
            <a:r>
              <a:rPr lang="en-US" sz="1500" b="1" dirty="0">
                <a:solidFill>
                  <a:srgbClr val="E6A817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Orchestrator Agent</a:t>
            </a:r>
            <a:r>
              <a:rPr lang="en-US" sz="1500" dirty="0">
                <a:solidFill>
                  <a:srgbClr val="FFFFFF">
                    <a:alpha val="7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coordinates specialised agents connected to your ERP, IoT, documents and CRM.</a:t>
            </a:r>
            <a:endParaRPr lang="en-US" sz="1500" dirty="0"/>
          </a:p>
        </p:txBody>
      </p:sp>
      <p:sp>
        <p:nvSpPr>
          <p:cNvPr id="11" name="Text 5"/>
          <p:cNvSpPr txBox="1"/>
          <p:nvPr/>
        </p:nvSpPr>
        <p:spPr>
          <a:xfrm>
            <a:off x="1143000" y="7334402"/>
            <a:ext cx="190561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12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−80%</a:t>
            </a:r>
            <a:endParaRPr lang="en-US" sz="4200" dirty="0"/>
          </a:p>
        </p:txBody>
      </p:sp>
      <p:sp>
        <p:nvSpPr>
          <p:cNvPr id="12" name="Text 6"/>
          <p:cNvSpPr txBox="1"/>
          <p:nvPr/>
        </p:nvSpPr>
        <p:spPr>
          <a:xfrm>
            <a:off x="1143000" y="7944307"/>
            <a:ext cx="1905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2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Quote gen. time</a:t>
            </a:r>
            <a:endParaRPr lang="en-US" sz="800" dirty="0"/>
          </a:p>
        </p:txBody>
      </p:sp>
      <p:sp>
        <p:nvSpPr>
          <p:cNvPr id="13" name="Text 7"/>
          <p:cNvSpPr txBox="1"/>
          <p:nvPr/>
        </p:nvSpPr>
        <p:spPr>
          <a:xfrm>
            <a:off x="1143000" y="8115300"/>
            <a:ext cx="1905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2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COPEGAL</a:t>
            </a:r>
            <a:endParaRPr lang="en-US" sz="800" dirty="0"/>
          </a:p>
        </p:txBody>
      </p:sp>
      <p:sp>
        <p:nvSpPr>
          <p:cNvPr id="14" name="Text 8"/>
          <p:cNvSpPr txBox="1"/>
          <p:nvPr/>
        </p:nvSpPr>
        <p:spPr>
          <a:xfrm>
            <a:off x="3238805" y="7334402"/>
            <a:ext cx="190561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12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−65%</a:t>
            </a:r>
            <a:endParaRPr lang="en-US" sz="4200" dirty="0"/>
          </a:p>
        </p:txBody>
      </p:sp>
      <p:sp>
        <p:nvSpPr>
          <p:cNvPr id="15" name="Text 9"/>
          <p:cNvSpPr txBox="1"/>
          <p:nvPr/>
        </p:nvSpPr>
        <p:spPr>
          <a:xfrm>
            <a:off x="3238805" y="7944307"/>
            <a:ext cx="1905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2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mgmt.</a:t>
            </a:r>
            <a:endParaRPr lang="en-US" sz="800" dirty="0"/>
          </a:p>
        </p:txBody>
      </p:sp>
      <p:sp>
        <p:nvSpPr>
          <p:cNvPr id="16" name="Text 10"/>
          <p:cNvSpPr txBox="1"/>
          <p:nvPr/>
        </p:nvSpPr>
        <p:spPr>
          <a:xfrm>
            <a:off x="3238805" y="8115300"/>
            <a:ext cx="1905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2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RCFIL</a:t>
            </a:r>
            <a:endParaRPr lang="en-US" sz="800" dirty="0"/>
          </a:p>
        </p:txBody>
      </p:sp>
      <p:sp>
        <p:nvSpPr>
          <p:cNvPr id="17" name="Text 11"/>
          <p:cNvSpPr txBox="1"/>
          <p:nvPr/>
        </p:nvSpPr>
        <p:spPr>
          <a:xfrm>
            <a:off x="5333695" y="7334402"/>
            <a:ext cx="190561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12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−70%</a:t>
            </a:r>
            <a:endParaRPr lang="en-US" sz="4200" dirty="0"/>
          </a:p>
        </p:txBody>
      </p:sp>
      <p:sp>
        <p:nvSpPr>
          <p:cNvPr id="18" name="Text 12"/>
          <p:cNvSpPr txBox="1"/>
          <p:nvPr/>
        </p:nvSpPr>
        <p:spPr>
          <a:xfrm>
            <a:off x="5333695" y="7944307"/>
            <a:ext cx="1905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2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 prep.</a:t>
            </a:r>
            <a:endParaRPr lang="en-US" sz="800" dirty="0"/>
          </a:p>
        </p:txBody>
      </p:sp>
      <p:sp>
        <p:nvSpPr>
          <p:cNvPr id="19" name="Text 13"/>
          <p:cNvSpPr txBox="1"/>
          <p:nvPr/>
        </p:nvSpPr>
        <p:spPr>
          <a:xfrm>
            <a:off x="5333695" y="8115300"/>
            <a:ext cx="1905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2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FERRI</a:t>
            </a:r>
            <a:endParaRPr lang="en-US" sz="800" dirty="0"/>
          </a:p>
        </p:txBody>
      </p:sp>
      <p:sp>
        <p:nvSpPr>
          <p:cNvPr id="20" name="Text 14"/>
          <p:cNvSpPr txBox="1"/>
          <p:nvPr/>
        </p:nvSpPr>
        <p:spPr>
          <a:xfrm>
            <a:off x="7429500" y="7334402"/>
            <a:ext cx="190561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12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4200" dirty="0"/>
          </a:p>
        </p:txBody>
      </p:sp>
      <p:sp>
        <p:nvSpPr>
          <p:cNvPr id="21" name="Text 15"/>
          <p:cNvSpPr txBox="1"/>
          <p:nvPr/>
        </p:nvSpPr>
        <p:spPr>
          <a:xfrm>
            <a:off x="7429500" y="7944307"/>
            <a:ext cx="1905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2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Productised agents</a:t>
            </a:r>
            <a:endParaRPr lang="en-US" sz="800" dirty="0"/>
          </a:p>
        </p:txBody>
      </p:sp>
      <p:sp>
        <p:nvSpPr>
          <p:cNvPr id="22" name="Text 16"/>
          <p:cNvSpPr txBox="1"/>
          <p:nvPr/>
        </p:nvSpPr>
        <p:spPr>
          <a:xfrm>
            <a:off x="7429500" y="8115300"/>
            <a:ext cx="1905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2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NEXT SLIDE</a:t>
            </a:r>
            <a:endParaRPr lang="en-US" sz="800" dirty="0"/>
          </a:p>
        </p:txBody>
      </p:sp>
      <p:sp>
        <p:nvSpPr>
          <p:cNvPr id="23" name="Text 17"/>
          <p:cNvSpPr txBox="1"/>
          <p:nvPr/>
        </p:nvSpPr>
        <p:spPr>
          <a:xfrm>
            <a:off x="1143000" y="8762695"/>
            <a:ext cx="7810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98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1143000" y="9010498"/>
            <a:ext cx="1304849" cy="381305"/>
          </a:xfrm>
          <a:prstGeom prst="roundRect">
            <a:avLst>
              <a:gd name="adj" fmla="val 4988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1143000" y="9010498"/>
            <a:ext cx="1305763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Alerts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2497226" y="9010498"/>
            <a:ext cx="1362456" cy="381305"/>
          </a:xfrm>
          <a:prstGeom prst="roundRect">
            <a:avLst>
              <a:gd name="adj" fmla="val 4988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2497226" y="9010498"/>
            <a:ext cx="1362456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Tasks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907231" y="9010498"/>
            <a:ext cx="1123798" cy="381305"/>
          </a:xfrm>
          <a:prstGeom prst="roundRect">
            <a:avLst>
              <a:gd name="adj" fmla="val 4988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3907231" y="9010498"/>
            <a:ext cx="11247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NL Assistants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5084978" y="9010498"/>
            <a:ext cx="1695298" cy="381305"/>
          </a:xfrm>
          <a:prstGeom prst="roundRect">
            <a:avLst>
              <a:gd name="adj" fmla="val 4988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5084978" y="9010498"/>
            <a:ext cx="16962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ERP + CRM Integration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6831482" y="9010498"/>
            <a:ext cx="1123798" cy="381305"/>
          </a:xfrm>
          <a:prstGeom prst="roundRect">
            <a:avLst>
              <a:gd name="adj" fmla="val 4988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6831482" y="9010498"/>
            <a:ext cx="11247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Twin Updates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1143000" y="9391802"/>
            <a:ext cx="1352398" cy="381305"/>
          </a:xfrm>
          <a:prstGeom prst="roundRect">
            <a:avLst>
              <a:gd name="adj" fmla="val 49880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/>
          <p:nvPr/>
        </p:nvSpPr>
        <p:spPr>
          <a:xfrm>
            <a:off x="1143000" y="9391802"/>
            <a:ext cx="13533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50800" rIns="1143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Explainability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10001707" y="2286000"/>
            <a:ext cx="6858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5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Orchestrator architecture</a:t>
            </a:r>
            <a:endParaRPr lang="en-US" sz="900" dirty="0"/>
          </a:p>
        </p:txBody>
      </p:sp>
      <p:pic>
        <p:nvPicPr>
          <p:cNvPr id="37" name="Image 4" descr="gen-dedup-fa9332529c467e33e23fecdf4b57058a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810598" y="2667305"/>
            <a:ext cx="7239305" cy="7239305"/>
          </a:xfrm>
          <a:prstGeom prst="rect">
            <a:avLst/>
          </a:prstGeom>
        </p:spPr>
      </p:pic>
      <p:pic>
        <p:nvPicPr>
          <p:cNvPr id="39" name="Image 1" descr="gen-dedup-3fc9b6bd6bd01734c54b10a0f11af3f3.png">
            <a:extLst>
              <a:ext uri="{FF2B5EF4-FFF2-40B4-BE49-F238E27FC236}">
                <a16:creationId xmlns:a16="http://schemas.microsoft.com/office/drawing/2014/main" id="{F737D4F3-A311-80C0-B7B9-83F070F921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15bfef8bdeb5f3df44df7e375e5e6d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4572000"/>
            <a:ext cx="3905402" cy="2572207"/>
          </a:xfrm>
          <a:prstGeom prst="roundRect">
            <a:avLst>
              <a:gd name="adj" fmla="val 149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238598" y="4572000"/>
            <a:ext cx="3905402" cy="2572207"/>
          </a:xfrm>
          <a:prstGeom prst="roundRect">
            <a:avLst>
              <a:gd name="adj" fmla="val 149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334195" y="4572000"/>
            <a:ext cx="3905402" cy="2572207"/>
          </a:xfrm>
          <a:prstGeom prst="roundRect">
            <a:avLst>
              <a:gd name="adj" fmla="val 149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3430707" y="4572000"/>
            <a:ext cx="3715207" cy="2572207"/>
          </a:xfrm>
          <a:prstGeom prst="roundRect">
            <a:avLst>
              <a:gd name="adj" fmla="val 149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143000" y="7334402"/>
            <a:ext cx="3905402" cy="2572207"/>
          </a:xfrm>
          <a:prstGeom prst="roundRect">
            <a:avLst>
              <a:gd name="adj" fmla="val 149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238598" y="7334402"/>
            <a:ext cx="3905402" cy="2572207"/>
          </a:xfrm>
          <a:prstGeom prst="roundRect">
            <a:avLst>
              <a:gd name="adj" fmla="val 149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9334195" y="7334402"/>
            <a:ext cx="3905402" cy="2572207"/>
          </a:xfrm>
          <a:prstGeom prst="roundRect">
            <a:avLst>
              <a:gd name="adj" fmla="val 149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E6A81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3430707" y="7334402"/>
            <a:ext cx="3715207" cy="2572207"/>
          </a:xfrm>
          <a:prstGeom prst="roundRect">
            <a:avLst>
              <a:gd name="adj" fmla="val 1493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gen-dedup-07d4da1bf1910daef42c9babebc62b73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1143000" y="1904695"/>
            <a:ext cx="914400" cy="38405"/>
          </a:xfrm>
          <a:prstGeom prst="rect">
            <a:avLst/>
          </a:prstGeom>
        </p:spPr>
      </p:pic>
      <p:pic>
        <p:nvPicPr>
          <p:cNvPr id="13" name="Image 3" descr="gen-dedup-8a987ce91674202751c8a46ebcbe7c67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1143000" y="10049256"/>
            <a:ext cx="914400" cy="1920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4824253" y="914400"/>
            <a:ext cx="251185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AI · Suite · 21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1143000" y="2190902"/>
            <a:ext cx="9525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Agentive AI product suite</a:t>
            </a:r>
            <a:endParaRPr lang="en-US" sz="1100" dirty="0"/>
          </a:p>
        </p:txBody>
      </p:sp>
      <p:sp>
        <p:nvSpPr>
          <p:cNvPr id="16" name="Text 10"/>
          <p:cNvSpPr txBox="1"/>
          <p:nvPr/>
        </p:nvSpPr>
        <p:spPr>
          <a:xfrm>
            <a:off x="1143000" y="2619756"/>
            <a:ext cx="15240305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100" b="1" kern="0" spc="-15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Eight agents. </a:t>
            </a:r>
            <a:r>
              <a:rPr lang="en-US" sz="5100" b="1" kern="0" spc="-153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platform.</a:t>
            </a:r>
            <a:endParaRPr lang="en-US" sz="5100" dirty="0"/>
          </a:p>
        </p:txBody>
      </p:sp>
      <p:sp>
        <p:nvSpPr>
          <p:cNvPr id="17" name="Text 11"/>
          <p:cNvSpPr txBox="1"/>
          <p:nvPr/>
        </p:nvSpPr>
        <p:spPr>
          <a:xfrm>
            <a:off x="1143000" y="3715207"/>
            <a:ext cx="121158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Productised agents built from 30+ real deployments — integration-first, auditable, ready for your ERP, IoT, documents and CRM.</a:t>
            </a:r>
            <a:endParaRPr lang="en-US" sz="1300" dirty="0"/>
          </a:p>
        </p:txBody>
      </p:sp>
      <p:pic>
        <p:nvPicPr>
          <p:cNvPr id="18" name="Image 4" descr="gen-dedup-33c1109a22468ac1a6a7f164c28efc02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33195" y="4762195"/>
            <a:ext cx="495605" cy="4956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2000707" y="4809744"/>
            <a:ext cx="28575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C01</a:t>
            </a:r>
            <a:endParaRPr lang="en-US" sz="800" dirty="0"/>
          </a:p>
        </p:txBody>
      </p:sp>
      <p:sp>
        <p:nvSpPr>
          <p:cNvPr id="20" name="Text 13"/>
          <p:cNvSpPr txBox="1"/>
          <p:nvPr/>
        </p:nvSpPr>
        <p:spPr>
          <a:xfrm>
            <a:off x="2000707" y="4943246"/>
            <a:ext cx="2857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Email Operations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1333195" y="5572354"/>
            <a:ext cx="352501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email answered. Every action triggered. Reads intent, extracts data, queries ERP/CRM and drafts a contextual reply.</a:t>
            </a:r>
            <a:endParaRPr lang="en-US" sz="900" dirty="0"/>
          </a:p>
        </p:txBody>
      </p:sp>
      <p:sp>
        <p:nvSpPr>
          <p:cNvPr id="22" name="Text 15"/>
          <p:cNvSpPr txBox="1"/>
          <p:nvPr/>
        </p:nvSpPr>
        <p:spPr>
          <a:xfrm>
            <a:off x="1333195" y="6262726"/>
            <a:ext cx="35250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Multi-intent classification · Full audit trail</a:t>
            </a:r>
            <a:endParaRPr lang="en-US" sz="800" dirty="0"/>
          </a:p>
        </p:txBody>
      </p:sp>
      <p:pic>
        <p:nvPicPr>
          <p:cNvPr id="23" name="Image 5" descr="gen-dedup-a4b133b44fdf2da2e1d4de088fd35106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429707" y="4762195"/>
            <a:ext cx="495605" cy="495605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096305" y="4809744"/>
            <a:ext cx="28575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C02</a:t>
            </a:r>
            <a:endParaRPr lang="en-US" sz="800" dirty="0"/>
          </a:p>
        </p:txBody>
      </p:sp>
      <p:sp>
        <p:nvSpPr>
          <p:cNvPr id="25" name="Text 17"/>
          <p:cNvSpPr txBox="1"/>
          <p:nvPr/>
        </p:nvSpPr>
        <p:spPr>
          <a:xfrm>
            <a:off x="6096305" y="4943246"/>
            <a:ext cx="2857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Tender &amp; Offer Engine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5429707" y="5572354"/>
            <a:ext cx="352501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more tenders. In a fraction of the time. Analyses complex documentation, costs each line item, drafts the technical offer.</a:t>
            </a:r>
            <a:endParaRPr lang="en-US" sz="900" dirty="0"/>
          </a:p>
        </p:txBody>
      </p:sp>
      <p:sp>
        <p:nvSpPr>
          <p:cNvPr id="27" name="Text 19"/>
          <p:cNvSpPr txBox="1"/>
          <p:nvPr/>
        </p:nvSpPr>
        <p:spPr>
          <a:xfrm>
            <a:off x="5429707" y="6262726"/>
            <a:ext cx="35250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−50% prep time · 100% traceability</a:t>
            </a:r>
            <a:endParaRPr lang="en-US" sz="800" dirty="0"/>
          </a:p>
        </p:txBody>
      </p:sp>
      <p:pic>
        <p:nvPicPr>
          <p:cNvPr id="28" name="Image 6" descr="gen-dedup-a59d0fbcab35e418c029764ce0f765ee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525305" y="4762195"/>
            <a:ext cx="495605" cy="495605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0191902" y="4809744"/>
            <a:ext cx="28575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C03</a:t>
            </a:r>
            <a:endParaRPr lang="en-US" sz="800" dirty="0"/>
          </a:p>
        </p:txBody>
      </p:sp>
      <p:sp>
        <p:nvSpPr>
          <p:cNvPr id="30" name="Text 21"/>
          <p:cNvSpPr txBox="1"/>
          <p:nvPr/>
        </p:nvSpPr>
        <p:spPr>
          <a:xfrm>
            <a:off x="10191902" y="4943246"/>
            <a:ext cx="2857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Voice Support</a:t>
            </a:r>
            <a:endParaRPr lang="en-US" sz="1500" dirty="0"/>
          </a:p>
        </p:txBody>
      </p:sp>
      <p:sp>
        <p:nvSpPr>
          <p:cNvPr id="31" name="Text 22"/>
          <p:cNvSpPr txBox="1"/>
          <p:nvPr/>
        </p:nvSpPr>
        <p:spPr>
          <a:xfrm>
            <a:off x="9525305" y="5572354"/>
            <a:ext cx="352501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24/7 intelligent call handling. Seamlessly hands off to human agents. Structures incidents in real time — privacy-first.</a:t>
            </a:r>
            <a:endParaRPr lang="en-US" sz="900" dirty="0"/>
          </a:p>
        </p:txBody>
      </p:sp>
      <p:sp>
        <p:nvSpPr>
          <p:cNvPr id="32" name="Text 23"/>
          <p:cNvSpPr txBox="1"/>
          <p:nvPr/>
        </p:nvSpPr>
        <p:spPr>
          <a:xfrm>
            <a:off x="9525305" y="6262726"/>
            <a:ext cx="35250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audio stored · GDPR compliant</a:t>
            </a:r>
            <a:endParaRPr lang="en-US" sz="800" dirty="0"/>
          </a:p>
        </p:txBody>
      </p:sp>
      <p:pic>
        <p:nvPicPr>
          <p:cNvPr id="33" name="Image 7" descr="gen-dedup-966abe47cee3a977b2f7bacba5a6f8c3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3620902" y="4762195"/>
            <a:ext cx="495605" cy="495605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14287500" y="4809744"/>
            <a:ext cx="266730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C04</a:t>
            </a:r>
            <a:endParaRPr lang="en-US" sz="800" dirty="0"/>
          </a:p>
        </p:txBody>
      </p:sp>
      <p:sp>
        <p:nvSpPr>
          <p:cNvPr id="35" name="Text 25"/>
          <p:cNvSpPr txBox="1"/>
          <p:nvPr/>
        </p:nvSpPr>
        <p:spPr>
          <a:xfrm>
            <a:off x="14287500" y="4943246"/>
            <a:ext cx="2667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Sales Intelligence</a:t>
            </a:r>
            <a:endParaRPr lang="en-US" sz="1500" dirty="0"/>
          </a:p>
        </p:txBody>
      </p:sp>
      <p:sp>
        <p:nvSpPr>
          <p:cNvPr id="36" name="Text 26"/>
          <p:cNvSpPr txBox="1"/>
          <p:nvPr/>
        </p:nvSpPr>
        <p:spPr>
          <a:xfrm>
            <a:off x="13620902" y="5572354"/>
            <a:ext cx="333390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CRM, always up to date. Your pipeline, always enriched. Auto-logs meetings, scores leads, surfaces next-best actions.</a:t>
            </a:r>
            <a:endParaRPr lang="en-US" sz="900" dirty="0"/>
          </a:p>
        </p:txBody>
      </p:sp>
      <p:sp>
        <p:nvSpPr>
          <p:cNvPr id="37" name="Text 27"/>
          <p:cNvSpPr txBox="1"/>
          <p:nvPr/>
        </p:nvSpPr>
        <p:spPr>
          <a:xfrm>
            <a:off x="13620902" y="6262726"/>
            <a:ext cx="33339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HubSpot · Salesforce · Zoho</a:t>
            </a:r>
            <a:endParaRPr lang="en-US" sz="800" dirty="0"/>
          </a:p>
        </p:txBody>
      </p:sp>
      <p:pic>
        <p:nvPicPr>
          <p:cNvPr id="38" name="Image 8" descr="gen-dedup-a21395788153719b40a46cf4defbb669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333195" y="7524598"/>
            <a:ext cx="495605" cy="495605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2000707" y="7572146"/>
            <a:ext cx="28575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C05</a:t>
            </a:r>
            <a:endParaRPr lang="en-US" sz="800" dirty="0"/>
          </a:p>
        </p:txBody>
      </p:sp>
      <p:sp>
        <p:nvSpPr>
          <p:cNvPr id="40" name="Text 29"/>
          <p:cNvSpPr txBox="1"/>
          <p:nvPr/>
        </p:nvSpPr>
        <p:spPr>
          <a:xfrm>
            <a:off x="2000707" y="7705649"/>
            <a:ext cx="2857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Order Processing</a:t>
            </a:r>
            <a:endParaRPr lang="en-US" sz="1500" dirty="0"/>
          </a:p>
        </p:txBody>
      </p:sp>
      <p:sp>
        <p:nvSpPr>
          <p:cNvPr id="41" name="Text 30"/>
          <p:cNvSpPr txBox="1"/>
          <p:nvPr/>
        </p:nvSpPr>
        <p:spPr>
          <a:xfrm>
            <a:off x="1333195" y="8334756"/>
            <a:ext cx="35250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order email to ERP entry — fully automated. Reads the email, parses the SKUs, validates prices, posts to ERP.</a:t>
            </a:r>
            <a:endParaRPr lang="en-US" sz="900" dirty="0"/>
          </a:p>
        </p:txBody>
      </p:sp>
      <p:sp>
        <p:nvSpPr>
          <p:cNvPr id="42" name="Text 31"/>
          <p:cNvSpPr txBox="1"/>
          <p:nvPr/>
        </p:nvSpPr>
        <p:spPr>
          <a:xfrm>
            <a:off x="1333195" y="8839505"/>
            <a:ext cx="35250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 · Odoo · Dynamics · SAGE</a:t>
            </a:r>
            <a:endParaRPr lang="en-US" sz="800" dirty="0"/>
          </a:p>
        </p:txBody>
      </p:sp>
      <p:pic>
        <p:nvPicPr>
          <p:cNvPr id="43" name="Image 9" descr="gen-dedup-b29e40cf358f21d2b97355792db292f3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429707" y="7524598"/>
            <a:ext cx="495605" cy="495605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6096305" y="7572146"/>
            <a:ext cx="28575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C06</a:t>
            </a:r>
            <a:endParaRPr lang="en-US" sz="800" dirty="0"/>
          </a:p>
        </p:txBody>
      </p:sp>
      <p:sp>
        <p:nvSpPr>
          <p:cNvPr id="45" name="Text 33"/>
          <p:cNvSpPr txBox="1"/>
          <p:nvPr/>
        </p:nvSpPr>
        <p:spPr>
          <a:xfrm>
            <a:off x="6096305" y="7705649"/>
            <a:ext cx="2857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Delivery &amp; Docs</a:t>
            </a:r>
            <a:endParaRPr lang="en-US" sz="1500" dirty="0"/>
          </a:p>
        </p:txBody>
      </p:sp>
      <p:sp>
        <p:nvSpPr>
          <p:cNvPr id="46" name="Text 34"/>
          <p:cNvSpPr txBox="1"/>
          <p:nvPr/>
        </p:nvSpPr>
        <p:spPr>
          <a:xfrm>
            <a:off x="5429707" y="8334756"/>
            <a:ext cx="35250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 documents generated, sent and reconciled. CMRs, invoices, POs and delivery notes — end-to-end automated.</a:t>
            </a:r>
            <a:endParaRPr lang="en-US" sz="900" dirty="0"/>
          </a:p>
        </p:txBody>
      </p:sp>
      <p:sp>
        <p:nvSpPr>
          <p:cNvPr id="47" name="Text 35"/>
          <p:cNvSpPr txBox="1"/>
          <p:nvPr/>
        </p:nvSpPr>
        <p:spPr>
          <a:xfrm>
            <a:off x="5429707" y="8839505"/>
            <a:ext cx="35250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paperwork errors</a:t>
            </a:r>
            <a:endParaRPr lang="en-US" sz="800" dirty="0"/>
          </a:p>
        </p:txBody>
      </p:sp>
      <p:pic>
        <p:nvPicPr>
          <p:cNvPr id="48" name="Image 10" descr="gen-dedup-014fd30bb2932c7cd400bf4a30b17d9b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525305" y="7524598"/>
            <a:ext cx="495605" cy="495605"/>
          </a:xfrm>
          <a:prstGeom prst="rect">
            <a:avLst/>
          </a:prstGeom>
        </p:spPr>
      </p:pic>
      <p:sp>
        <p:nvSpPr>
          <p:cNvPr id="49" name="Text 36"/>
          <p:cNvSpPr txBox="1"/>
          <p:nvPr/>
        </p:nvSpPr>
        <p:spPr>
          <a:xfrm>
            <a:off x="10191902" y="7572146"/>
            <a:ext cx="28575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0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C07</a:t>
            </a:r>
            <a:endParaRPr lang="en-US" sz="800" dirty="0"/>
          </a:p>
        </p:txBody>
      </p:sp>
      <p:sp>
        <p:nvSpPr>
          <p:cNvPr id="50" name="Text 37"/>
          <p:cNvSpPr txBox="1"/>
          <p:nvPr/>
        </p:nvSpPr>
        <p:spPr>
          <a:xfrm>
            <a:off x="10191902" y="7705649"/>
            <a:ext cx="2857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Knowledge Assistant</a:t>
            </a:r>
            <a:endParaRPr lang="en-US" sz="1500" dirty="0"/>
          </a:p>
        </p:txBody>
      </p:sp>
      <p:sp>
        <p:nvSpPr>
          <p:cNvPr id="51" name="Text 38"/>
          <p:cNvSpPr txBox="1"/>
          <p:nvPr/>
        </p:nvSpPr>
        <p:spPr>
          <a:xfrm>
            <a:off x="9525305" y="8334756"/>
            <a:ext cx="352501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company documentation, instantly searchable. RAG + Knowledge Graph over specs, manuals, contracts and regulation.</a:t>
            </a:r>
            <a:endParaRPr lang="en-US" sz="900" dirty="0"/>
          </a:p>
        </p:txBody>
      </p:sp>
      <p:sp>
        <p:nvSpPr>
          <p:cNvPr id="52" name="Text 39"/>
          <p:cNvSpPr txBox="1"/>
          <p:nvPr/>
        </p:nvSpPr>
        <p:spPr>
          <a:xfrm>
            <a:off x="9525305" y="9025128"/>
            <a:ext cx="35250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Cited answers · Version-aware</a:t>
            </a:r>
            <a:endParaRPr lang="en-US" sz="800" dirty="0"/>
          </a:p>
        </p:txBody>
      </p:sp>
      <p:pic>
        <p:nvPicPr>
          <p:cNvPr id="53" name="Image 11" descr="gen-dedup-960796084a50128cd1163b0cdfc54280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3620902" y="7524598"/>
            <a:ext cx="495605" cy="495605"/>
          </a:xfrm>
          <a:prstGeom prst="rect">
            <a:avLst/>
          </a:prstGeom>
        </p:spPr>
      </p:pic>
      <p:sp>
        <p:nvSpPr>
          <p:cNvPr id="54" name="Text 40"/>
          <p:cNvSpPr txBox="1"/>
          <p:nvPr/>
        </p:nvSpPr>
        <p:spPr>
          <a:xfrm>
            <a:off x="14287500" y="7705649"/>
            <a:ext cx="2667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Incident &amp; Quality</a:t>
            </a:r>
            <a:endParaRPr lang="en-US" sz="1500" dirty="0"/>
          </a:p>
        </p:txBody>
      </p:sp>
      <p:sp>
        <p:nvSpPr>
          <p:cNvPr id="55" name="Text 41"/>
          <p:cNvSpPr txBox="1"/>
          <p:nvPr/>
        </p:nvSpPr>
        <p:spPr>
          <a:xfrm>
            <a:off x="14287500" y="7572146"/>
            <a:ext cx="266730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0" dirty="0">
                <a:solidFill>
                  <a:srgbClr val="0A0F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C08</a:t>
            </a:r>
            <a:endParaRPr lang="en-US" sz="800" dirty="0"/>
          </a:p>
        </p:txBody>
      </p:sp>
      <p:sp>
        <p:nvSpPr>
          <p:cNvPr id="56" name="Text 42"/>
          <p:cNvSpPr txBox="1"/>
          <p:nvPr/>
        </p:nvSpPr>
        <p:spPr>
          <a:xfrm>
            <a:off x="13620902" y="8334756"/>
            <a:ext cx="333390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A0F1E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incident captured, classified and resolved. Correlates operations data to detect anomalies before they escalate.</a:t>
            </a:r>
            <a:endParaRPr lang="en-US" sz="900" dirty="0"/>
          </a:p>
        </p:txBody>
      </p:sp>
      <p:sp>
        <p:nvSpPr>
          <p:cNvPr id="57" name="Text 43"/>
          <p:cNvSpPr txBox="1"/>
          <p:nvPr/>
        </p:nvSpPr>
        <p:spPr>
          <a:xfrm>
            <a:off x="13620902" y="9025128"/>
            <a:ext cx="333390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alerts · Root-cause</a:t>
            </a:r>
            <a:endParaRPr lang="en-US" sz="800" dirty="0"/>
          </a:p>
        </p:txBody>
      </p:sp>
      <p:pic>
        <p:nvPicPr>
          <p:cNvPr id="59" name="Image 1" descr="gen-dedup-3fc9b6bd6bd01734c54b10a0f11af3f3.png">
            <a:extLst>
              <a:ext uri="{FF2B5EF4-FFF2-40B4-BE49-F238E27FC236}">
                <a16:creationId xmlns:a16="http://schemas.microsoft.com/office/drawing/2014/main" id="{2B203C8E-D1A8-08C7-71E7-70E973468C1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B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7bb5c22f44993c7972e30dcaa90c14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9525305"/>
            <a:ext cx="16002000" cy="9144"/>
          </a:xfrm>
          <a:prstGeom prst="rect">
            <a:avLst/>
          </a:prstGeom>
        </p:spPr>
      </p:pic>
      <p:pic>
        <p:nvPicPr>
          <p:cNvPr id="4" name="Image 2" descr="gen-dedup-cfe366d51fe2f9f4b70992cbefe63dc2.png"/>
          <p:cNvPicPr>
            <a:picLocks noChangeAspect="1"/>
          </p:cNvPicPr>
          <p:nvPr/>
        </p:nvPicPr>
        <p:blipFill>
          <a:blip r:embed="rId4"/>
          <a:srcRect l="-396" r="-396"/>
          <a:stretch/>
        </p:blipFill>
        <p:spPr>
          <a:xfrm>
            <a:off x="8762695" y="3715207"/>
            <a:ext cx="19202" cy="3810305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1143000" y="3619195"/>
            <a:ext cx="7620610" cy="29343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0" b="1" kern="0" spc="-1050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1000" dirty="0"/>
          </a:p>
        </p:txBody>
      </p:sp>
      <p:sp>
        <p:nvSpPr>
          <p:cNvPr id="7" name="Text 2"/>
          <p:cNvSpPr txBox="1"/>
          <p:nvPr/>
        </p:nvSpPr>
        <p:spPr>
          <a:xfrm>
            <a:off x="1143000" y="6705295"/>
            <a:ext cx="7620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15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three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9239098" y="3810305"/>
            <a:ext cx="7905902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15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Flagship projects</a:t>
            </a:r>
            <a:endParaRPr lang="en-US" sz="1100" dirty="0"/>
          </a:p>
        </p:txBody>
      </p:sp>
      <p:sp>
        <p:nvSpPr>
          <p:cNvPr id="9" name="Text 4"/>
          <p:cNvSpPr txBox="1"/>
          <p:nvPr/>
        </p:nvSpPr>
        <p:spPr>
          <a:xfrm>
            <a:off x="9239098" y="4286707"/>
            <a:ext cx="7905902" cy="2200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200" b="1" kern="0" spc="-330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projects.</a:t>
            </a:r>
            <a:endParaRPr lang="en-US" sz="8200" dirty="0"/>
          </a:p>
          <a:p>
            <a:pPr marL="0" indent="0" algn="l">
              <a:buNone/>
            </a:pPr>
            <a:r>
              <a:rPr lang="en-US" sz="8200" b="1" kern="0" spc="-330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results.</a:t>
            </a:r>
            <a:endParaRPr lang="en-US" sz="8200" dirty="0"/>
          </a:p>
        </p:txBody>
      </p:sp>
      <p:sp>
        <p:nvSpPr>
          <p:cNvPr id="10" name="Text 5"/>
          <p:cNvSpPr txBox="1"/>
          <p:nvPr/>
        </p:nvSpPr>
        <p:spPr>
          <a:xfrm>
            <a:off x="9239098" y="7334402"/>
            <a:ext cx="7905902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0A0F1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Spain's flagship airport to warship digital factories — the projects that define what MTi means by mission-critical.</a:t>
            </a:r>
            <a:endParaRPr lang="en-US" sz="1900" dirty="0"/>
          </a:p>
        </p:txBody>
      </p:sp>
      <p:sp>
        <p:nvSpPr>
          <p:cNvPr id="11" name="Text 6"/>
          <p:cNvSpPr txBox="1"/>
          <p:nvPr/>
        </p:nvSpPr>
        <p:spPr>
          <a:xfrm>
            <a:off x="1143000" y="9715500"/>
            <a:ext cx="16002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46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AENA + Gibraltar · 24 Metro Barcelona · 25 TMB 5,000 Buses · 26 Hospitalet · 27 Navantia · 28 Smart City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7632B16C-4293-C1C3-894F-FCD23E895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822059" y="-66427"/>
            <a:ext cx="12941783" cy="10353427"/>
          </a:xfrm>
          <a:prstGeom prst="rect">
            <a:avLst/>
          </a:prstGeom>
        </p:spPr>
      </p:pic>
      <p:pic>
        <p:nvPicPr>
          <p:cNvPr id="2" name="Image 0" descr="gen-dedup-ca4b3cca3c0c1a0148bc755881c06f8b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9620402" y="7524598"/>
            <a:ext cx="7619695" cy="914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620402" y="8953805"/>
            <a:ext cx="7619695" cy="952805"/>
          </a:xfrm>
          <a:prstGeom prst="roundRect">
            <a:avLst>
              <a:gd name="adj" fmla="val 6046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2" descr="gen-dedup-a43992f080bfb9f614e2ce5ff45b2edb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0" y="5715000"/>
            <a:ext cx="9144000" cy="4572000"/>
          </a:xfrm>
          <a:prstGeom prst="rect">
            <a:avLst/>
          </a:prstGeom>
        </p:spPr>
      </p:pic>
      <p:pic>
        <p:nvPicPr>
          <p:cNvPr id="6" name="Image 3" descr="gen-dedup-07d4da1bf1910daef42c9babebc62b73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9620402" y="2095805"/>
            <a:ext cx="914400" cy="38405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761695" y="761695"/>
            <a:ext cx="3467405" cy="333756"/>
          </a:xfrm>
          <a:prstGeom prst="roundRect">
            <a:avLst>
              <a:gd name="adj" fmla="val 11507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2"/>
          <p:cNvSpPr txBox="1"/>
          <p:nvPr/>
        </p:nvSpPr>
        <p:spPr>
          <a:xfrm>
            <a:off x="761695" y="761695"/>
            <a:ext cx="3467405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01600" rIns="177800" bIns="10160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Flagship · Airports · Public sector</a:t>
            </a:r>
            <a:endParaRPr lang="en-US" sz="900" dirty="0"/>
          </a:p>
        </p:txBody>
      </p:sp>
      <p:sp>
        <p:nvSpPr>
          <p:cNvPr id="9" name="Text 3"/>
          <p:cNvSpPr txBox="1"/>
          <p:nvPr/>
        </p:nvSpPr>
        <p:spPr>
          <a:xfrm>
            <a:off x="761695" y="8001000"/>
            <a:ext cx="7620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3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 · Barcelona · Spain</a:t>
            </a:r>
            <a:endParaRPr lang="en-US" sz="900" dirty="0"/>
          </a:p>
        </p:txBody>
      </p:sp>
      <p:sp>
        <p:nvSpPr>
          <p:cNvPr id="10" name="Text 4"/>
          <p:cNvSpPr txBox="1"/>
          <p:nvPr/>
        </p:nvSpPr>
        <p:spPr>
          <a:xfrm>
            <a:off x="761695" y="8287207"/>
            <a:ext cx="7620610" cy="118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kern="0" spc="-8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Barcelona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kern="0" spc="-8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Prat · T1</a:t>
            </a:r>
            <a:endParaRPr lang="en-US" sz="4200" dirty="0"/>
          </a:p>
        </p:txBody>
      </p:sp>
      <p:sp>
        <p:nvSpPr>
          <p:cNvPr id="11" name="Text 5"/>
          <p:cNvSpPr txBox="1"/>
          <p:nvPr/>
        </p:nvSpPr>
        <p:spPr>
          <a:xfrm>
            <a:off x="15811805" y="914400"/>
            <a:ext cx="1905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· 23</a:t>
            </a:r>
            <a:endParaRPr lang="en-US" sz="900" dirty="0"/>
          </a:p>
        </p:txBody>
      </p:sp>
      <p:sp>
        <p:nvSpPr>
          <p:cNvPr id="12" name="Text 6"/>
          <p:cNvSpPr txBox="1"/>
          <p:nvPr/>
        </p:nvSpPr>
        <p:spPr>
          <a:xfrm>
            <a:off x="9620402" y="2381098"/>
            <a:ext cx="7620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15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· AENA · SIPA · Public tender</a:t>
            </a:r>
            <a:endParaRPr lang="en-US" sz="1100" dirty="0"/>
          </a:p>
        </p:txBody>
      </p:sp>
      <p:sp>
        <p:nvSpPr>
          <p:cNvPr id="13" name="Text 7"/>
          <p:cNvSpPr txBox="1"/>
          <p:nvPr/>
        </p:nvSpPr>
        <p:spPr>
          <a:xfrm>
            <a:off x="9620402" y="2857500"/>
            <a:ext cx="762061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700" b="1" kern="0" spc="-17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Spain's flagship</a:t>
            </a:r>
            <a:endParaRPr lang="en-US" sz="5700" dirty="0"/>
          </a:p>
          <a:p>
            <a:pPr marL="0" indent="0" algn="l">
              <a:buNone/>
            </a:pPr>
            <a:r>
              <a:rPr lang="en-US" sz="5700" b="1" kern="0" spc="-17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airport, seen</a:t>
            </a:r>
            <a:endParaRPr lang="en-US" sz="5700" dirty="0"/>
          </a:p>
          <a:p>
            <a:pPr marL="0" indent="0" algn="l">
              <a:buNone/>
            </a:pPr>
            <a:r>
              <a:rPr lang="en-US" sz="5700" b="1" kern="0" spc="-171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every angle.</a:t>
            </a:r>
            <a:endParaRPr lang="en-US" sz="5700" dirty="0"/>
          </a:p>
        </p:txBody>
      </p:sp>
      <p:sp>
        <p:nvSpPr>
          <p:cNvPr id="14" name="Text 8"/>
          <p:cNvSpPr txBox="1"/>
          <p:nvPr/>
        </p:nvSpPr>
        <p:spPr>
          <a:xfrm>
            <a:off x="9620402" y="5810098"/>
            <a:ext cx="7620610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Massive installation of </a:t>
            </a:r>
            <a:r>
              <a:rPr lang="en-US" sz="16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1,900 Bosch CCTV cameras</a:t>
            </a:r>
            <a:r>
              <a:rPr lang="en-US" sz="16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the SIPA information system and comprehensive Control Tower monitoring across the new El Prat T1 terminal.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9620402" y="7763256"/>
            <a:ext cx="2477110" cy="6766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4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1,900</a:t>
            </a:r>
            <a:endParaRPr lang="en-US" sz="4800" dirty="0"/>
          </a:p>
        </p:txBody>
      </p:sp>
      <p:sp>
        <p:nvSpPr>
          <p:cNvPr id="16" name="Text 10"/>
          <p:cNvSpPr txBox="1"/>
          <p:nvPr/>
        </p:nvSpPr>
        <p:spPr>
          <a:xfrm>
            <a:off x="9620402" y="8509406"/>
            <a:ext cx="2477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CCTV cameras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12191695" y="7763256"/>
            <a:ext cx="2477110" cy="6766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4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T1</a:t>
            </a:r>
            <a:endParaRPr lang="en-US" sz="4800" dirty="0"/>
          </a:p>
        </p:txBody>
      </p:sp>
      <p:sp>
        <p:nvSpPr>
          <p:cNvPr id="18" name="Text 12"/>
          <p:cNvSpPr txBox="1"/>
          <p:nvPr/>
        </p:nvSpPr>
        <p:spPr>
          <a:xfrm>
            <a:off x="12191695" y="8509406"/>
            <a:ext cx="2477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Terminal · new build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14763902" y="7763256"/>
            <a:ext cx="2477110" cy="6766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4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24/7</a:t>
            </a:r>
            <a:endParaRPr lang="en-US" sz="4800" dirty="0"/>
          </a:p>
        </p:txBody>
      </p:sp>
      <p:sp>
        <p:nvSpPr>
          <p:cNvPr id="20" name="Text 14"/>
          <p:cNvSpPr txBox="1"/>
          <p:nvPr/>
        </p:nvSpPr>
        <p:spPr>
          <a:xfrm>
            <a:off x="14763902" y="8509406"/>
            <a:ext cx="24771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tower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9905695" y="9144000"/>
            <a:ext cx="7049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Also delivered · United Kingdom</a:t>
            </a:r>
            <a:endParaRPr lang="en-US" sz="800" dirty="0"/>
          </a:p>
        </p:txBody>
      </p:sp>
      <p:sp>
        <p:nvSpPr>
          <p:cNvPr id="22" name="Text 16"/>
          <p:cNvSpPr txBox="1"/>
          <p:nvPr/>
        </p:nvSpPr>
        <p:spPr>
          <a:xfrm>
            <a:off x="9905695" y="9353398"/>
            <a:ext cx="704911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Gibraltar Airport — Iris biometric access · 126 readers · 16 biometric units.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2cc6f19a21a4096bbf6c4b93e3801f6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143000" y="9620402"/>
            <a:ext cx="7619695" cy="9144"/>
          </a:xfrm>
          <a:prstGeom prst="rect">
            <a:avLst/>
          </a:prstGeom>
        </p:spPr>
      </p:pic>
      <p:pic>
        <p:nvPicPr>
          <p:cNvPr id="3" name="Image 1" descr="gen-dedup-bea2f6ef959b61743356183bce4d053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9144000" cy="10287000"/>
          </a:xfrm>
          <a:prstGeom prst="rect">
            <a:avLst/>
          </a:prstGeom>
        </p:spPr>
      </p:pic>
      <p:pic>
        <p:nvPicPr>
          <p:cNvPr id="4" name="Image 2" descr="gen-dedup-8f3ef33a5206288ce1ef40f1331bb5e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44000" y="0"/>
            <a:ext cx="2286000" cy="10287000"/>
          </a:xfrm>
          <a:prstGeom prst="rect">
            <a:avLst/>
          </a:prstGeom>
        </p:spPr>
      </p:pic>
      <p:pic>
        <p:nvPicPr>
          <p:cNvPr id="6" name="Image 4" descr="gen-dedup-07d4da1bf1910daef42c9babebc62b73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1143000" y="2857500"/>
            <a:ext cx="914400" cy="38405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667805" y="914400"/>
            <a:ext cx="2095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· 24</a:t>
            </a:r>
            <a:endParaRPr lang="en-US" sz="900" dirty="0"/>
          </a:p>
        </p:txBody>
      </p:sp>
      <p:sp>
        <p:nvSpPr>
          <p:cNvPr id="8" name="Shape 1"/>
          <p:cNvSpPr/>
          <p:nvPr/>
        </p:nvSpPr>
        <p:spPr>
          <a:xfrm>
            <a:off x="1143000" y="2095805"/>
            <a:ext cx="3219602" cy="333756"/>
          </a:xfrm>
          <a:prstGeom prst="roundRect">
            <a:avLst>
              <a:gd name="adj" fmla="val 11507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2"/>
          <p:cNvSpPr txBox="1"/>
          <p:nvPr/>
        </p:nvSpPr>
        <p:spPr>
          <a:xfrm>
            <a:off x="1143000" y="2095805"/>
            <a:ext cx="3219602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01600" rIns="177800" bIns="10160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Flagship · Metro · Public sector</a:t>
            </a:r>
            <a:endParaRPr lang="en-US" sz="900" dirty="0"/>
          </a:p>
        </p:txBody>
      </p:sp>
      <p:sp>
        <p:nvSpPr>
          <p:cNvPr id="10" name="Text 3"/>
          <p:cNvSpPr txBox="1"/>
          <p:nvPr/>
        </p:nvSpPr>
        <p:spPr>
          <a:xfrm>
            <a:off x="1143000" y="3143707"/>
            <a:ext cx="7620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· TMB · Barcelona</a:t>
            </a:r>
            <a:endParaRPr lang="en-US" sz="1100" dirty="0"/>
          </a:p>
        </p:txBody>
      </p:sp>
      <p:sp>
        <p:nvSpPr>
          <p:cNvPr id="11" name="Text 4"/>
          <p:cNvSpPr txBox="1"/>
          <p:nvPr/>
        </p:nvSpPr>
        <p:spPr>
          <a:xfrm>
            <a:off x="1143000" y="3715207"/>
            <a:ext cx="8639629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0" b="1" kern="0" spc="-2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Metro CCTV -</a:t>
            </a:r>
            <a:endParaRPr lang="en-US" sz="7500" dirty="0"/>
          </a:p>
          <a:p>
            <a:pPr marL="0" indent="0" algn="l">
              <a:buNone/>
            </a:pPr>
            <a:r>
              <a:rPr lang="en-US" sz="7500" b="1" kern="0" spc="-2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entire</a:t>
            </a:r>
            <a:r>
              <a:rPr lang="en-US" sz="7500" dirty="0"/>
              <a:t> </a:t>
            </a:r>
            <a:r>
              <a:rPr lang="en-US" sz="7500" b="1" kern="0" spc="-22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</a:t>
            </a:r>
            <a:endParaRPr lang="en-US" sz="7500" dirty="0"/>
          </a:p>
          <a:p>
            <a:pPr marL="0" indent="0" algn="l">
              <a:buNone/>
            </a:pPr>
            <a:r>
              <a:rPr lang="en-US" sz="7500" b="1" kern="0" spc="-22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watched.</a:t>
            </a:r>
            <a:endParaRPr lang="en-US" sz="7500" dirty="0"/>
          </a:p>
        </p:txBody>
      </p:sp>
      <p:sp>
        <p:nvSpPr>
          <p:cNvPr id="12" name="Text 5"/>
          <p:cNvSpPr txBox="1"/>
          <p:nvPr/>
        </p:nvSpPr>
        <p:spPr>
          <a:xfrm>
            <a:off x="1143000" y="8096098"/>
            <a:ext cx="7810805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engineering, development and customisation of the </a:t>
            </a:r>
            <a:r>
              <a:rPr lang="en-US" sz="1500" b="1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VMS visualisation software</a:t>
            </a: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recording and CCTV control applications for the fully-automatic </a:t>
            </a:r>
            <a:r>
              <a:rPr lang="en-US" sz="1500" b="1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Metro Line 9</a:t>
            </a: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plus continuous service on L9/L10 and thousands of IP cameras since 2005.</a:t>
            </a:r>
            <a:endParaRPr lang="en-US" sz="1500" dirty="0"/>
          </a:p>
        </p:txBody>
      </p:sp>
      <p:sp>
        <p:nvSpPr>
          <p:cNvPr id="13" name="Text 6"/>
          <p:cNvSpPr txBox="1"/>
          <p:nvPr/>
        </p:nvSpPr>
        <p:spPr>
          <a:xfrm>
            <a:off x="1143000" y="9858146"/>
            <a:ext cx="7810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7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Since 2005 · SLA critical 24/7 · L9 · L10 · Full network integration</a:t>
            </a:r>
            <a:endParaRPr lang="en-US" sz="900" dirty="0"/>
          </a:p>
        </p:txBody>
      </p:sp>
      <p:pic>
        <p:nvPicPr>
          <p:cNvPr id="15" name="Image 1" descr="gen-dedup-3fc9b6bd6bd01734c54b10a0f11af3f3.png">
            <a:extLst>
              <a:ext uri="{FF2B5EF4-FFF2-40B4-BE49-F238E27FC236}">
                <a16:creationId xmlns:a16="http://schemas.microsoft.com/office/drawing/2014/main" id="{1A6F295C-1A70-66C3-E6FC-039C0ACA1A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b93679cbe9f69b6fe3597d87874bb1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533781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287000" y="5810098"/>
            <a:ext cx="6858000" cy="4095598"/>
          </a:xfrm>
          <a:prstGeom prst="roundRect">
            <a:avLst>
              <a:gd name="adj" fmla="val 1853"/>
            </a:avLst>
          </a:prstGeom>
          <a:solidFill>
            <a:srgbClr val="FFFFFF"/>
          </a:solidFill>
          <a:ln w="12700">
            <a:solidFill>
              <a:srgbClr val="0A0F1E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1" descr="gen-dedup-b2807140d46e37516e66025e0f7eecf0.png"/>
          <p:cNvPicPr>
            <a:picLocks noChangeAspect="1"/>
          </p:cNvPicPr>
          <p:nvPr/>
        </p:nvPicPr>
        <p:blipFill>
          <a:blip r:embed="rId4"/>
          <a:srcRect l="-3" r="-3"/>
          <a:stretch/>
        </p:blipFill>
        <p:spPr>
          <a:xfrm>
            <a:off x="0" y="0"/>
            <a:ext cx="18288000" cy="5333695"/>
          </a:xfrm>
          <a:prstGeom prst="rect">
            <a:avLst/>
          </a:prstGeom>
        </p:spPr>
      </p:pic>
      <p:pic>
        <p:nvPicPr>
          <p:cNvPr id="5" name="Image 2" descr="gen-dedup-07d4da1bf1910daef42c9babebc62b73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1143000" y="5810098"/>
            <a:ext cx="914400" cy="38405"/>
          </a:xfrm>
          <a:prstGeom prst="rect">
            <a:avLst/>
          </a:prstGeom>
        </p:spPr>
      </p:pic>
      <p:pic>
        <p:nvPicPr>
          <p:cNvPr id="6" name="Image 3" descr="gen-dedup-a43b98b5c3ba884a6915492debe29a4e.png"/>
          <p:cNvPicPr>
            <a:picLocks noChangeAspect="1"/>
          </p:cNvPicPr>
          <p:nvPr/>
        </p:nvPicPr>
        <p:blipFill>
          <a:blip r:embed="rId6"/>
          <a:srcRect t="-420" b="-420"/>
          <a:stretch/>
        </p:blipFill>
        <p:spPr>
          <a:xfrm>
            <a:off x="10287000" y="5810098"/>
            <a:ext cx="761695" cy="38405"/>
          </a:xfrm>
          <a:prstGeom prst="rect">
            <a:avLst/>
          </a:prstGeom>
        </p:spPr>
      </p:pic>
      <p:sp>
        <p:nvSpPr>
          <p:cNvPr id="8" name="Text 1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34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· 25</a:t>
            </a:r>
            <a:endParaRPr lang="en-US" sz="900" dirty="0"/>
          </a:p>
        </p:txBody>
      </p:sp>
      <p:sp>
        <p:nvSpPr>
          <p:cNvPr id="9" name="Shape 2"/>
          <p:cNvSpPr/>
          <p:nvPr/>
        </p:nvSpPr>
        <p:spPr>
          <a:xfrm>
            <a:off x="1143000" y="2095805"/>
            <a:ext cx="3514954" cy="333756"/>
          </a:xfrm>
          <a:prstGeom prst="roundRect">
            <a:avLst>
              <a:gd name="adj" fmla="val 11507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3"/>
          <p:cNvSpPr txBox="1"/>
          <p:nvPr/>
        </p:nvSpPr>
        <p:spPr>
          <a:xfrm>
            <a:off x="1143000" y="2095805"/>
            <a:ext cx="3514954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01600" rIns="177800" bIns="10160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Flagship · Bus fleet · Public sector</a:t>
            </a:r>
            <a:endParaRPr lang="en-US" sz="900" dirty="0"/>
          </a:p>
        </p:txBody>
      </p:sp>
      <p:sp>
        <p:nvSpPr>
          <p:cNvPr id="11" name="Text 4"/>
          <p:cNvSpPr txBox="1"/>
          <p:nvPr/>
        </p:nvSpPr>
        <p:spPr>
          <a:xfrm>
            <a:off x="1143000" y="2762402"/>
            <a:ext cx="14287500" cy="2200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200" b="1" kern="0" spc="-28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5,000 buses.</a:t>
            </a:r>
            <a:endParaRPr lang="en-US" sz="8200" dirty="0"/>
          </a:p>
          <a:p>
            <a:pPr marL="0" indent="0" algn="l">
              <a:buNone/>
            </a:pPr>
            <a:r>
              <a:rPr lang="en-US" sz="8200" b="1" kern="0" spc="-289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integrated fleet.</a:t>
            </a:r>
            <a:endParaRPr lang="en-US" sz="8200" dirty="0"/>
          </a:p>
        </p:txBody>
      </p:sp>
      <p:sp>
        <p:nvSpPr>
          <p:cNvPr id="12" name="Text 5"/>
          <p:cNvSpPr txBox="1"/>
          <p:nvPr/>
        </p:nvSpPr>
        <p:spPr>
          <a:xfrm>
            <a:off x="1143000" y="6096305"/>
            <a:ext cx="85725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15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· TMB · Onboard systems</a:t>
            </a:r>
            <a:endParaRPr lang="en-US" sz="1100" dirty="0"/>
          </a:p>
        </p:txBody>
      </p:sp>
      <p:sp>
        <p:nvSpPr>
          <p:cNvPr id="13" name="Text 6"/>
          <p:cNvSpPr txBox="1"/>
          <p:nvPr/>
        </p:nvSpPr>
        <p:spPr>
          <a:xfrm>
            <a:off x="1143000" y="6572707"/>
            <a:ext cx="8572500" cy="1743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43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Installation &amp; management of onboard CCTV, PIS and ticketing across TMB's entire bus fleet — mainly at Zona Franca, Triangle, Horta and Ponent depots.</a:t>
            </a:r>
            <a:endParaRPr lang="en-US" sz="2800" dirty="0"/>
          </a:p>
        </p:txBody>
      </p:sp>
      <p:sp>
        <p:nvSpPr>
          <p:cNvPr id="14" name="Text 7"/>
          <p:cNvSpPr txBox="1"/>
          <p:nvPr/>
        </p:nvSpPr>
        <p:spPr>
          <a:xfrm>
            <a:off x="1143000" y="8858707"/>
            <a:ext cx="85725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EN50155-certified dome cameras · Full-cabin coverage · GDPR-compliant privacy masking · Turnkey installation across every depot.</a:t>
            </a:r>
            <a:endParaRPr lang="en-US" sz="1400" dirty="0"/>
          </a:p>
        </p:txBody>
      </p:sp>
      <p:sp>
        <p:nvSpPr>
          <p:cNvPr id="15" name="Text 8"/>
          <p:cNvSpPr txBox="1"/>
          <p:nvPr/>
        </p:nvSpPr>
        <p:spPr>
          <a:xfrm>
            <a:off x="10668305" y="6096305"/>
            <a:ext cx="6096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3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scope</a:t>
            </a:r>
            <a:endParaRPr lang="en-US" sz="900" dirty="0"/>
          </a:p>
        </p:txBody>
      </p:sp>
      <p:sp>
        <p:nvSpPr>
          <p:cNvPr id="16" name="Text 9"/>
          <p:cNvSpPr txBox="1"/>
          <p:nvPr/>
        </p:nvSpPr>
        <p:spPr>
          <a:xfrm>
            <a:off x="10668305" y="6667805"/>
            <a:ext cx="28575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6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5,000</a:t>
            </a:r>
            <a:endParaRPr lang="en-US" sz="5400" dirty="0"/>
          </a:p>
        </p:txBody>
      </p:sp>
      <p:sp>
        <p:nvSpPr>
          <p:cNvPr id="17" name="Text 10"/>
          <p:cNvSpPr txBox="1"/>
          <p:nvPr/>
        </p:nvSpPr>
        <p:spPr>
          <a:xfrm>
            <a:off x="10668305" y="7498080"/>
            <a:ext cx="2857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Buses equipped</a:t>
            </a:r>
            <a:endParaRPr lang="en-US" sz="900" dirty="0"/>
          </a:p>
        </p:txBody>
      </p:sp>
      <p:sp>
        <p:nvSpPr>
          <p:cNvPr id="18" name="Text 11"/>
          <p:cNvSpPr txBox="1"/>
          <p:nvPr/>
        </p:nvSpPr>
        <p:spPr>
          <a:xfrm>
            <a:off x="13906195" y="6667805"/>
            <a:ext cx="28575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6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5400" dirty="0"/>
          </a:p>
        </p:txBody>
      </p:sp>
      <p:sp>
        <p:nvSpPr>
          <p:cNvPr id="19" name="Text 12"/>
          <p:cNvSpPr txBox="1"/>
          <p:nvPr/>
        </p:nvSpPr>
        <p:spPr>
          <a:xfrm>
            <a:off x="13906195" y="7498080"/>
            <a:ext cx="2857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Depots · Barcelona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10668305" y="8191195"/>
            <a:ext cx="2857500" cy="5623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126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50155</a:t>
            </a:r>
            <a:endParaRPr lang="en-US" sz="4200" dirty="0"/>
          </a:p>
        </p:txBody>
      </p:sp>
      <p:sp>
        <p:nvSpPr>
          <p:cNvPr id="21" name="Text 14"/>
          <p:cNvSpPr txBox="1"/>
          <p:nvPr/>
        </p:nvSpPr>
        <p:spPr>
          <a:xfrm>
            <a:off x="10668305" y="8885225"/>
            <a:ext cx="2857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Rail-grade certification</a:t>
            </a:r>
            <a:endParaRPr lang="en-US" sz="900" dirty="0"/>
          </a:p>
        </p:txBody>
      </p:sp>
      <p:sp>
        <p:nvSpPr>
          <p:cNvPr id="22" name="Text 15"/>
          <p:cNvSpPr txBox="1"/>
          <p:nvPr/>
        </p:nvSpPr>
        <p:spPr>
          <a:xfrm>
            <a:off x="13906195" y="8191195"/>
            <a:ext cx="2857500" cy="762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-16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r>
              <a:rPr lang="en-US" sz="5400" b="1" kern="0" spc="-16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5400" dirty="0"/>
          </a:p>
        </p:txBody>
      </p:sp>
      <p:sp>
        <p:nvSpPr>
          <p:cNvPr id="23" name="Text 16"/>
          <p:cNvSpPr txBox="1"/>
          <p:nvPr/>
        </p:nvSpPr>
        <p:spPr>
          <a:xfrm>
            <a:off x="13906195" y="9022385"/>
            <a:ext cx="28575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GDPR compliance</a:t>
            </a:r>
            <a:endParaRPr lang="en-US" sz="900" dirty="0"/>
          </a:p>
        </p:txBody>
      </p:sp>
      <p:pic>
        <p:nvPicPr>
          <p:cNvPr id="25" name="Image 1" descr="gen-dedup-3fc9b6bd6bd01734c54b10a0f11af3f3.png">
            <a:extLst>
              <a:ext uri="{FF2B5EF4-FFF2-40B4-BE49-F238E27FC236}">
                <a16:creationId xmlns:a16="http://schemas.microsoft.com/office/drawing/2014/main" id="{E65D77E6-FDE8-FA65-214B-ECDE7CB9BC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0658335E-F138-119E-BA24-8029AEB2E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1"/>
            <a:ext cx="18288000" cy="10287000"/>
          </a:xfrm>
          <a:prstGeom prst="rect">
            <a:avLst/>
          </a:prstGeom>
        </p:spPr>
      </p:pic>
      <p:pic>
        <p:nvPicPr>
          <p:cNvPr id="2" name="Image 0" descr="gen-dedup-f829e00a10a897d32e50f219e78c54ae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8953805"/>
            <a:ext cx="7810805" cy="9144"/>
          </a:xfrm>
          <a:prstGeom prst="rect">
            <a:avLst/>
          </a:prstGeom>
        </p:spPr>
      </p:pic>
      <p:pic>
        <p:nvPicPr>
          <p:cNvPr id="4" name="Image 2" descr="gen-dedup-30d657f764af7006db6bcd4d19007204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44000" y="0"/>
            <a:ext cx="2286000" cy="10287000"/>
          </a:xfrm>
          <a:prstGeom prst="rect">
            <a:avLst/>
          </a:prstGeom>
        </p:spPr>
      </p:pic>
      <p:pic>
        <p:nvPicPr>
          <p:cNvPr id="6" name="Image 4" descr="gen-dedup-07d4da1bf1910daef42c9babebc62b73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1143000" y="2857500"/>
            <a:ext cx="914400" cy="38405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667805" y="914400"/>
            <a:ext cx="2095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· 26</a:t>
            </a:r>
            <a:endParaRPr lang="en-US" sz="900" dirty="0"/>
          </a:p>
        </p:txBody>
      </p:sp>
      <p:sp>
        <p:nvSpPr>
          <p:cNvPr id="8" name="Shape 1"/>
          <p:cNvSpPr/>
          <p:nvPr/>
        </p:nvSpPr>
        <p:spPr>
          <a:xfrm>
            <a:off x="1143000" y="2095805"/>
            <a:ext cx="3552444" cy="333756"/>
          </a:xfrm>
          <a:prstGeom prst="roundRect">
            <a:avLst>
              <a:gd name="adj" fmla="val 11507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2"/>
          <p:cNvSpPr txBox="1"/>
          <p:nvPr/>
        </p:nvSpPr>
        <p:spPr>
          <a:xfrm>
            <a:off x="1143000" y="2095805"/>
            <a:ext cx="3553358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01600" rIns="177800" bIns="10160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Flagship · Smart City · City Council</a:t>
            </a:r>
            <a:endParaRPr lang="en-US" sz="900" dirty="0"/>
          </a:p>
        </p:txBody>
      </p:sp>
      <p:sp>
        <p:nvSpPr>
          <p:cNvPr id="10" name="Text 3"/>
          <p:cNvSpPr txBox="1"/>
          <p:nvPr/>
        </p:nvSpPr>
        <p:spPr>
          <a:xfrm>
            <a:off x="1143000" y="3143707"/>
            <a:ext cx="7620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15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· L'Hospitalet de Llobregat · Spain</a:t>
            </a:r>
            <a:endParaRPr lang="en-US" sz="1100" dirty="0"/>
          </a:p>
        </p:txBody>
      </p:sp>
      <p:sp>
        <p:nvSpPr>
          <p:cNvPr id="11" name="Text 4"/>
          <p:cNvSpPr txBox="1"/>
          <p:nvPr/>
        </p:nvSpPr>
        <p:spPr>
          <a:xfrm>
            <a:off x="1143000" y="3715207"/>
            <a:ext cx="7810805" cy="2572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600" b="1" kern="0" spc="-198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</a:t>
            </a:r>
            <a:endParaRPr lang="en-US" sz="6600" dirty="0"/>
          </a:p>
          <a:p>
            <a:pPr marL="0" indent="0" algn="l">
              <a:buNone/>
            </a:pPr>
            <a:r>
              <a:rPr lang="en-US" sz="6600" b="1" kern="0" spc="-198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automation, </a:t>
            </a:r>
            <a:endParaRPr lang="en-US" sz="6600" dirty="0"/>
          </a:p>
          <a:p>
            <a:pPr marL="0" indent="0" algn="l">
              <a:buNone/>
            </a:pPr>
            <a:r>
              <a:rPr lang="en-US" sz="6600" b="1" kern="0" spc="-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city-scale.</a:t>
            </a:r>
            <a:endParaRPr lang="en-US" sz="6600" dirty="0"/>
          </a:p>
        </p:txBody>
      </p:sp>
      <p:sp>
        <p:nvSpPr>
          <p:cNvPr id="12" name="Text 5"/>
          <p:cNvSpPr txBox="1"/>
          <p:nvPr/>
        </p:nvSpPr>
        <p:spPr>
          <a:xfrm>
            <a:off x="1143000" y="7144207"/>
            <a:ext cx="7810805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MTI deployed </a:t>
            </a:r>
            <a:r>
              <a:rPr lang="en-US" sz="16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157 metering boxes</a:t>
            </a:r>
            <a:r>
              <a:rPr lang="en-US" sz="16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centralising real-time data from more than </a:t>
            </a:r>
            <a:r>
              <a:rPr lang="en-US" sz="16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data sources</a:t>
            </a:r>
            <a:r>
              <a:rPr lang="en-US" sz="16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optimise building management and advance smart-city sustainability in Hospitalet.</a:t>
            </a:r>
            <a:endParaRPr lang="en-US" sz="1600" dirty="0"/>
          </a:p>
        </p:txBody>
      </p:sp>
      <p:sp>
        <p:nvSpPr>
          <p:cNvPr id="13" name="Text 6"/>
          <p:cNvSpPr txBox="1"/>
          <p:nvPr/>
        </p:nvSpPr>
        <p:spPr>
          <a:xfrm>
            <a:off x="1143000" y="9239098"/>
            <a:ext cx="1905610" cy="590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126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157</a:t>
            </a:r>
            <a:endParaRPr lang="en-US" sz="4200" dirty="0"/>
          </a:p>
        </p:txBody>
      </p:sp>
      <p:sp>
        <p:nvSpPr>
          <p:cNvPr id="14" name="Text 7"/>
          <p:cNvSpPr txBox="1"/>
          <p:nvPr/>
        </p:nvSpPr>
        <p:spPr>
          <a:xfrm>
            <a:off x="1143000" y="9882835"/>
            <a:ext cx="1905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6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Metering boxes</a:t>
            </a:r>
            <a:endParaRPr lang="en-US" sz="800" dirty="0"/>
          </a:p>
        </p:txBody>
      </p:sp>
      <p:sp>
        <p:nvSpPr>
          <p:cNvPr id="15" name="Text 8"/>
          <p:cNvSpPr txBox="1"/>
          <p:nvPr/>
        </p:nvSpPr>
        <p:spPr>
          <a:xfrm>
            <a:off x="3429000" y="9239098"/>
            <a:ext cx="1905610" cy="590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126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r>
              <a:rPr lang="en-US" sz="4200" b="1" kern="0" spc="-12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en-US" sz="4200" dirty="0"/>
          </a:p>
        </p:txBody>
      </p:sp>
      <p:sp>
        <p:nvSpPr>
          <p:cNvPr id="16" name="Text 9"/>
          <p:cNvSpPr txBox="1"/>
          <p:nvPr/>
        </p:nvSpPr>
        <p:spPr>
          <a:xfrm>
            <a:off x="3429000" y="9882835"/>
            <a:ext cx="1905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6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sources</a:t>
            </a:r>
            <a:endParaRPr lang="en-US" sz="800" dirty="0"/>
          </a:p>
        </p:txBody>
      </p:sp>
      <p:sp>
        <p:nvSpPr>
          <p:cNvPr id="17" name="Text 10"/>
          <p:cNvSpPr txBox="1"/>
          <p:nvPr/>
        </p:nvSpPr>
        <p:spPr>
          <a:xfrm>
            <a:off x="5715000" y="9239098"/>
            <a:ext cx="3238805" cy="590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126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</a:t>
            </a:r>
            <a:endParaRPr lang="en-US" sz="4200" dirty="0"/>
          </a:p>
        </p:txBody>
      </p:sp>
      <p:sp>
        <p:nvSpPr>
          <p:cNvPr id="18" name="Text 11"/>
          <p:cNvSpPr txBox="1"/>
          <p:nvPr/>
        </p:nvSpPr>
        <p:spPr>
          <a:xfrm>
            <a:off x="5715000" y="9882835"/>
            <a:ext cx="32388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6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Realtime · in production</a:t>
            </a:r>
            <a:endParaRPr lang="en-US" sz="800" dirty="0"/>
          </a:p>
        </p:txBody>
      </p:sp>
      <p:pic>
        <p:nvPicPr>
          <p:cNvPr id="24" name="Image 1" descr="gen-dedup-3fc9b6bd6bd01734c54b10a0f11af3f3.png">
            <a:extLst>
              <a:ext uri="{FF2B5EF4-FFF2-40B4-BE49-F238E27FC236}">
                <a16:creationId xmlns:a16="http://schemas.microsoft.com/office/drawing/2014/main" id="{5C7E1C00-C93F-DD2C-9642-E6940D1148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2cc6f19a21a4096bbf6c4b93e3801f6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25305" y="9525305"/>
            <a:ext cx="7619695" cy="9144"/>
          </a:xfrm>
          <a:prstGeom prst="rect">
            <a:avLst/>
          </a:prstGeom>
        </p:spPr>
      </p:pic>
      <p:pic>
        <p:nvPicPr>
          <p:cNvPr id="3" name="Image 1" descr="gen-dedup-ba749bb3bc97a0950182e7e3a3782ba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4" name="Image 2" descr="gen-dedup-04987a27944eb899f3453c61cc401707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239305" y="0"/>
            <a:ext cx="2286000" cy="10287000"/>
          </a:xfrm>
          <a:prstGeom prst="rect">
            <a:avLst/>
          </a:prstGeom>
        </p:spPr>
      </p:pic>
      <p:pic>
        <p:nvPicPr>
          <p:cNvPr id="5" name="Image 3" descr="gen-dedup-07d4da1bf1910daef42c9babebc62b73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9525305" y="2857500"/>
            <a:ext cx="914400" cy="38405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9525305" y="914400"/>
            <a:ext cx="7620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· 27 · MTi Group</a:t>
            </a:r>
            <a:endParaRPr lang="en-US" sz="900" dirty="0"/>
          </a:p>
        </p:txBody>
      </p:sp>
      <p:sp>
        <p:nvSpPr>
          <p:cNvPr id="7" name="Shape 1"/>
          <p:cNvSpPr/>
          <p:nvPr/>
        </p:nvSpPr>
        <p:spPr>
          <a:xfrm>
            <a:off x="9525305" y="2095805"/>
            <a:ext cx="4009644" cy="333756"/>
          </a:xfrm>
          <a:prstGeom prst="roundRect">
            <a:avLst>
              <a:gd name="adj" fmla="val 11507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2"/>
          <p:cNvSpPr txBox="1"/>
          <p:nvPr/>
        </p:nvSpPr>
        <p:spPr>
          <a:xfrm>
            <a:off x="9525305" y="2095805"/>
            <a:ext cx="4010558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77800" tIns="101600" rIns="177800" bIns="10160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Flagship · Naval &amp; Defence · State-owned</a:t>
            </a:r>
            <a:endParaRPr lang="en-US" sz="900" dirty="0"/>
          </a:p>
        </p:txBody>
      </p:sp>
      <p:sp>
        <p:nvSpPr>
          <p:cNvPr id="9" name="Text 3"/>
          <p:cNvSpPr txBox="1"/>
          <p:nvPr/>
        </p:nvSpPr>
        <p:spPr>
          <a:xfrm>
            <a:off x="9525305" y="3143707"/>
            <a:ext cx="7620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· Navantia · Warship yards</a:t>
            </a:r>
            <a:endParaRPr lang="en-US" sz="1100" dirty="0"/>
          </a:p>
        </p:txBody>
      </p:sp>
      <p:sp>
        <p:nvSpPr>
          <p:cNvPr id="10" name="Text 4"/>
          <p:cNvSpPr txBox="1"/>
          <p:nvPr/>
        </p:nvSpPr>
        <p:spPr>
          <a:xfrm>
            <a:off x="9525305" y="3715207"/>
            <a:ext cx="8097012" cy="2686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00" b="1" kern="0" spc="-20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digital</a:t>
            </a:r>
            <a:endParaRPr lang="en-US" sz="6900" dirty="0"/>
          </a:p>
          <a:p>
            <a:pPr marL="0" indent="0" algn="l">
              <a:buNone/>
            </a:pPr>
            <a:r>
              <a:rPr lang="en-US" sz="6900" b="1" kern="0" spc="-20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factory for</a:t>
            </a:r>
            <a:endParaRPr lang="en-US" sz="6900" dirty="0"/>
          </a:p>
          <a:p>
            <a:pPr marL="0" indent="0" algn="l">
              <a:buNone/>
            </a:pPr>
            <a:r>
              <a:rPr lang="en-US" sz="6900" b="1" kern="0" spc="-207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warships.</a:t>
            </a:r>
            <a:endParaRPr lang="en-US" sz="6900" dirty="0"/>
          </a:p>
        </p:txBody>
      </p:sp>
      <p:sp>
        <p:nvSpPr>
          <p:cNvPr id="11" name="Text 5"/>
          <p:cNvSpPr txBox="1"/>
          <p:nvPr/>
        </p:nvSpPr>
        <p:spPr>
          <a:xfrm>
            <a:off x="9525305" y="7524598"/>
            <a:ext cx="7810805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Digital-factory transformation of Navantia's warship operation — over 80 machines connected, integrated with SCADA, PLCs and IoT sensors under one operational Digital Twin, certified by Dell NativeEdge.</a:t>
            </a:r>
            <a:endParaRPr lang="en-US" sz="1600" dirty="0"/>
          </a:p>
        </p:txBody>
      </p:sp>
      <p:sp>
        <p:nvSpPr>
          <p:cNvPr id="12" name="Text 6"/>
          <p:cNvSpPr txBox="1"/>
          <p:nvPr/>
        </p:nvSpPr>
        <p:spPr>
          <a:xfrm>
            <a:off x="9525305" y="9810598"/>
            <a:ext cx="7810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7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Twin · SCADA integration · thethings.io · Industry 4.0</a:t>
            </a:r>
            <a:endParaRPr lang="en-US" sz="900" dirty="0"/>
          </a:p>
        </p:txBody>
      </p:sp>
      <p:sp>
        <p:nvSpPr>
          <p:cNvPr id="13" name="Text 7"/>
          <p:cNvSpPr txBox="1"/>
          <p:nvPr/>
        </p:nvSpPr>
        <p:spPr>
          <a:xfrm>
            <a:off x="761695" y="761695"/>
            <a:ext cx="5715000" cy="23052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0" b="1" kern="0" spc="-825" dirty="0">
                <a:solidFill>
                  <a:srgbClr val="FFFFFF">
                    <a:alpha val="14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6500" dirty="0"/>
          </a:p>
        </p:txBody>
      </p:sp>
      <p:pic>
        <p:nvPicPr>
          <p:cNvPr id="15" name="Image 1" descr="gen-dedup-3fc9b6bd6bd01734c54b10a0f11af3f3.png">
            <a:extLst>
              <a:ext uri="{FF2B5EF4-FFF2-40B4-BE49-F238E27FC236}">
                <a16:creationId xmlns:a16="http://schemas.microsoft.com/office/drawing/2014/main" id="{AD384D16-5846-14A1-5171-385FE29F5E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4000500"/>
            <a:ext cx="3905402" cy="5524805"/>
          </a:xfrm>
          <a:prstGeom prst="roundRect">
            <a:avLst>
              <a:gd name="adj" fmla="val 492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238598" y="4000500"/>
            <a:ext cx="3905402" cy="5524805"/>
          </a:xfrm>
          <a:prstGeom prst="roundRect">
            <a:avLst>
              <a:gd name="adj" fmla="val 492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334195" y="4000500"/>
            <a:ext cx="3905402" cy="5524805"/>
          </a:xfrm>
          <a:prstGeom prst="roundRect">
            <a:avLst>
              <a:gd name="adj" fmla="val 492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430707" y="4305910"/>
            <a:ext cx="3715207" cy="5219395"/>
          </a:xfrm>
          <a:prstGeom prst="roundRect">
            <a:avLst>
              <a:gd name="adj" fmla="val 517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gen-dedup-99bbb7e9961e561d4982b2495723878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000500"/>
            <a:ext cx="3907912" cy="2667305"/>
          </a:xfrm>
          <a:prstGeom prst="rect">
            <a:avLst/>
          </a:prstGeom>
        </p:spPr>
      </p:pic>
      <p:pic>
        <p:nvPicPr>
          <p:cNvPr id="7" name="Image 1" descr="gen-dedup-c720a4cf53ca83fd299eab912e3e907f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598" y="4000500"/>
            <a:ext cx="3905402" cy="2668692"/>
          </a:xfrm>
          <a:prstGeom prst="rect">
            <a:avLst/>
          </a:prstGeom>
        </p:spPr>
      </p:pic>
      <p:pic>
        <p:nvPicPr>
          <p:cNvPr id="8" name="Image 2" descr="gen-dedup-939181c988cc1919772166110fc612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4195" y="4000500"/>
            <a:ext cx="3905402" cy="2667827"/>
          </a:xfrm>
          <a:prstGeom prst="rect">
            <a:avLst/>
          </a:prstGeom>
        </p:spPr>
      </p:pic>
      <p:pic>
        <p:nvPicPr>
          <p:cNvPr id="10" name="Image 4" descr="gen-dedup-8863a35cebb1b739c6039d293cbd483d.png"/>
          <p:cNvPicPr>
            <a:picLocks noChangeAspect="1"/>
          </p:cNvPicPr>
          <p:nvPr/>
        </p:nvPicPr>
        <p:blipFill>
          <a:blip r:embed="rId6"/>
          <a:srcRect t="-38" b="-38"/>
          <a:stretch/>
        </p:blipFill>
        <p:spPr>
          <a:xfrm>
            <a:off x="1143000" y="6286500"/>
            <a:ext cx="3905402" cy="381305"/>
          </a:xfrm>
          <a:prstGeom prst="rect">
            <a:avLst/>
          </a:prstGeom>
        </p:spPr>
      </p:pic>
      <p:pic>
        <p:nvPicPr>
          <p:cNvPr id="11" name="Image 5" descr="gen-dedup-8863a35cebb1b739c6039d293cbd483d.png"/>
          <p:cNvPicPr>
            <a:picLocks noChangeAspect="1"/>
          </p:cNvPicPr>
          <p:nvPr/>
        </p:nvPicPr>
        <p:blipFill>
          <a:blip r:embed="rId6"/>
          <a:srcRect t="-38" b="-38"/>
          <a:stretch/>
        </p:blipFill>
        <p:spPr>
          <a:xfrm>
            <a:off x="5238598" y="6286500"/>
            <a:ext cx="3905402" cy="381305"/>
          </a:xfrm>
          <a:prstGeom prst="rect">
            <a:avLst/>
          </a:prstGeom>
        </p:spPr>
      </p:pic>
      <p:pic>
        <p:nvPicPr>
          <p:cNvPr id="12" name="Image 6" descr="gen-dedup-8863a35cebb1b739c6039d293cbd483d.png"/>
          <p:cNvPicPr>
            <a:picLocks noChangeAspect="1"/>
          </p:cNvPicPr>
          <p:nvPr/>
        </p:nvPicPr>
        <p:blipFill>
          <a:blip r:embed="rId6"/>
          <a:srcRect t="-38" b="-38"/>
          <a:stretch/>
        </p:blipFill>
        <p:spPr>
          <a:xfrm>
            <a:off x="9334195" y="6286500"/>
            <a:ext cx="3905402" cy="381305"/>
          </a:xfrm>
          <a:prstGeom prst="rect">
            <a:avLst/>
          </a:prstGeom>
        </p:spPr>
      </p:pic>
      <p:pic>
        <p:nvPicPr>
          <p:cNvPr id="14" name="Image 8" descr="gen-dedup-07d4da1bf1910daef42c9babebc62b73.png"/>
          <p:cNvPicPr>
            <a:picLocks noChangeAspect="1"/>
          </p:cNvPicPr>
          <p:nvPr/>
        </p:nvPicPr>
        <p:blipFill>
          <a:blip r:embed="rId7"/>
          <a:srcRect t="-400" b="-400"/>
          <a:stretch/>
        </p:blipFill>
        <p:spPr>
          <a:xfrm>
            <a:off x="1143000" y="1904695"/>
            <a:ext cx="914400" cy="38405"/>
          </a:xfrm>
          <a:prstGeom prst="rect">
            <a:avLst/>
          </a:prstGeom>
        </p:spPr>
      </p:pic>
      <p:sp>
        <p:nvSpPr>
          <p:cNvPr id="15" name="Text 4"/>
          <p:cNvSpPr txBox="1"/>
          <p:nvPr/>
        </p:nvSpPr>
        <p:spPr>
          <a:xfrm>
            <a:off x="1333195" y="6381598"/>
            <a:ext cx="35250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Saudi Arabia · Sovereign</a:t>
            </a:r>
            <a:endParaRPr lang="en-US" sz="800" dirty="0"/>
          </a:p>
        </p:txBody>
      </p:sp>
      <p:sp>
        <p:nvSpPr>
          <p:cNvPr id="16" name="Text 5"/>
          <p:cNvSpPr txBox="1"/>
          <p:nvPr/>
        </p:nvSpPr>
        <p:spPr>
          <a:xfrm>
            <a:off x="5429707" y="6381598"/>
            <a:ext cx="35250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Qatar · Municipal</a:t>
            </a:r>
            <a:endParaRPr lang="en-US" sz="800" dirty="0"/>
          </a:p>
        </p:txBody>
      </p:sp>
      <p:sp>
        <p:nvSpPr>
          <p:cNvPr id="17" name="Text 6"/>
          <p:cNvSpPr txBox="1"/>
          <p:nvPr/>
        </p:nvSpPr>
        <p:spPr>
          <a:xfrm>
            <a:off x="9525305" y="6381598"/>
            <a:ext cx="35250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 · Public Univ.</a:t>
            </a:r>
            <a:endParaRPr lang="en-US" sz="800" dirty="0"/>
          </a:p>
        </p:txBody>
      </p:sp>
      <p:pic>
        <p:nvPicPr>
          <p:cNvPr id="20" name="Image 10" descr="gen-dedup-8a987ce91674202751c8a46ebcbe7c67.png"/>
          <p:cNvPicPr>
            <a:picLocks noChangeAspect="1"/>
          </p:cNvPicPr>
          <p:nvPr/>
        </p:nvPicPr>
        <p:blipFill>
          <a:blip r:embed="rId8"/>
          <a:srcRect t="-400" b="-400"/>
          <a:stretch/>
        </p:blipFill>
        <p:spPr>
          <a:xfrm>
            <a:off x="1143000" y="9715500"/>
            <a:ext cx="914400" cy="19202"/>
          </a:xfrm>
          <a:prstGeom prst="rect">
            <a:avLst/>
          </a:prstGeom>
        </p:spPr>
      </p:pic>
      <p:sp>
        <p:nvSpPr>
          <p:cNvPr id="21" name="Text 8"/>
          <p:cNvSpPr txBox="1"/>
          <p:nvPr/>
        </p:nvSpPr>
        <p:spPr>
          <a:xfrm>
            <a:off x="15049195" y="914400"/>
            <a:ext cx="2286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Projects · 28</a:t>
            </a:r>
            <a:endParaRPr lang="en-US" sz="900" dirty="0"/>
          </a:p>
        </p:txBody>
      </p:sp>
      <p:sp>
        <p:nvSpPr>
          <p:cNvPr id="22" name="Text 9"/>
          <p:cNvSpPr txBox="1"/>
          <p:nvPr/>
        </p:nvSpPr>
        <p:spPr>
          <a:xfrm>
            <a:off x="1143000" y="2190902"/>
            <a:ext cx="9525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flagship deployments</a:t>
            </a:r>
            <a:endParaRPr lang="en-US" sz="1100" dirty="0"/>
          </a:p>
        </p:txBody>
      </p:sp>
      <p:sp>
        <p:nvSpPr>
          <p:cNvPr id="23" name="Text 10"/>
          <p:cNvSpPr txBox="1"/>
          <p:nvPr/>
        </p:nvSpPr>
        <p:spPr>
          <a:xfrm>
            <a:off x="1143000" y="2619756"/>
            <a:ext cx="142875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100" b="1" kern="0" spc="-153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cities </a:t>
            </a:r>
            <a:r>
              <a:rPr lang="en-US" sz="5100" b="1" kern="0" spc="-153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production.</a:t>
            </a:r>
            <a:endParaRPr lang="en-US" sz="5100" dirty="0"/>
          </a:p>
        </p:txBody>
      </p:sp>
      <p:sp>
        <p:nvSpPr>
          <p:cNvPr id="24" name="Text 11"/>
          <p:cNvSpPr txBox="1"/>
          <p:nvPr/>
        </p:nvSpPr>
        <p:spPr>
          <a:xfrm>
            <a:off x="1333195" y="6858000"/>
            <a:ext cx="352501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4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KAFD Smart District</a:t>
            </a:r>
            <a:endParaRPr lang="en-US" sz="2100" dirty="0"/>
          </a:p>
        </p:txBody>
      </p:sp>
      <p:sp>
        <p:nvSpPr>
          <p:cNvPr id="25" name="Text 12"/>
          <p:cNvSpPr txBox="1"/>
          <p:nvPr/>
        </p:nvSpPr>
        <p:spPr>
          <a:xfrm>
            <a:off x="1333195" y="7295998"/>
            <a:ext cx="352501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160-hectare flagship district. Digital backbone integrating BMS, security, ITS, GIS and citizen apps under a single command layer.</a:t>
            </a:r>
            <a:endParaRPr lang="en-US" sz="1000" dirty="0"/>
          </a:p>
        </p:txBody>
      </p:sp>
      <p:sp>
        <p:nvSpPr>
          <p:cNvPr id="26" name="Text 13"/>
          <p:cNvSpPr txBox="1"/>
          <p:nvPr/>
        </p:nvSpPr>
        <p:spPr>
          <a:xfrm>
            <a:off x="1333195" y="8106156"/>
            <a:ext cx="35250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49" dirty="0">
                <a:solidFill>
                  <a:srgbClr val="0A0F1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160 ha · Hypervisor · IoT · District</a:t>
            </a:r>
            <a:endParaRPr lang="en-US" sz="800" dirty="0"/>
          </a:p>
        </p:txBody>
      </p:sp>
      <p:sp>
        <p:nvSpPr>
          <p:cNvPr id="27" name="Text 14"/>
          <p:cNvSpPr txBox="1"/>
          <p:nvPr/>
        </p:nvSpPr>
        <p:spPr>
          <a:xfrm>
            <a:off x="5429707" y="6858000"/>
            <a:ext cx="352501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4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Waste Mgmt.</a:t>
            </a:r>
            <a:endParaRPr lang="en-US" sz="2100" dirty="0"/>
          </a:p>
        </p:txBody>
      </p:sp>
      <p:sp>
        <p:nvSpPr>
          <p:cNvPr id="28" name="Text 15"/>
          <p:cNvSpPr txBox="1"/>
          <p:nvPr/>
        </p:nvSpPr>
        <p:spPr>
          <a:xfrm>
            <a:off x="5429707" y="7295998"/>
            <a:ext cx="352501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 platform: RFID bins, GPS route control and municipal integration. Modular rollout across key districts of the metro area.</a:t>
            </a:r>
            <a:endParaRPr lang="en-US" sz="1000" dirty="0"/>
          </a:p>
        </p:txBody>
      </p:sp>
      <p:sp>
        <p:nvSpPr>
          <p:cNvPr id="29" name="Text 16"/>
          <p:cNvSpPr txBox="1"/>
          <p:nvPr/>
        </p:nvSpPr>
        <p:spPr>
          <a:xfrm>
            <a:off x="5429707" y="8106156"/>
            <a:ext cx="35250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49" dirty="0">
                <a:solidFill>
                  <a:srgbClr val="0A0F1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RFID · GPS · Multi-district</a:t>
            </a:r>
            <a:endParaRPr lang="en-US" sz="800" dirty="0"/>
          </a:p>
        </p:txBody>
      </p:sp>
      <p:sp>
        <p:nvSpPr>
          <p:cNvPr id="30" name="Text 17"/>
          <p:cNvSpPr txBox="1"/>
          <p:nvPr/>
        </p:nvSpPr>
        <p:spPr>
          <a:xfrm>
            <a:off x="9525305" y="6858000"/>
            <a:ext cx="3960266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42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NSU Florida · Living Lab</a:t>
            </a:r>
            <a:endParaRPr lang="en-US" sz="2100" dirty="0"/>
          </a:p>
        </p:txBody>
      </p:sp>
      <p:sp>
        <p:nvSpPr>
          <p:cNvPr id="31" name="Text 18"/>
          <p:cNvSpPr txBox="1"/>
          <p:nvPr/>
        </p:nvSpPr>
        <p:spPr>
          <a:xfrm>
            <a:off x="9525305" y="7295998"/>
            <a:ext cx="352501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Nova Southeastern University Living Lab — environmental sensing, mobility flows and community analytics for tomorrow's cities.</a:t>
            </a:r>
            <a:endParaRPr lang="en-US" sz="1000" dirty="0"/>
          </a:p>
        </p:txBody>
      </p:sp>
      <p:sp>
        <p:nvSpPr>
          <p:cNvPr id="32" name="Text 19"/>
          <p:cNvSpPr txBox="1"/>
          <p:nvPr/>
        </p:nvSpPr>
        <p:spPr>
          <a:xfrm>
            <a:off x="9525305" y="8106156"/>
            <a:ext cx="35250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49" dirty="0">
                <a:solidFill>
                  <a:srgbClr val="0A0F1E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thethings.io · R&amp;D · Campus</a:t>
            </a:r>
            <a:endParaRPr lang="en-US" sz="800" dirty="0"/>
          </a:p>
        </p:txBody>
      </p:sp>
      <p:sp>
        <p:nvSpPr>
          <p:cNvPr id="33" name="Text 20"/>
          <p:cNvSpPr txBox="1"/>
          <p:nvPr/>
        </p:nvSpPr>
        <p:spPr>
          <a:xfrm>
            <a:off x="13620902" y="6858000"/>
            <a:ext cx="352501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AQI</a:t>
            </a:r>
            <a:endParaRPr lang="en-US" sz="2100" dirty="0"/>
          </a:p>
        </p:txBody>
      </p:sp>
      <p:sp>
        <p:nvSpPr>
          <p:cNvPr id="34" name="Text 21"/>
          <p:cNvSpPr txBox="1"/>
          <p:nvPr/>
        </p:nvSpPr>
        <p:spPr>
          <a:xfrm>
            <a:off x="13620902" y="7295998"/>
            <a:ext cx="3525012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of CO, NO₂, PM2.5 and PM10 sensors giving local authorities live data-driven public-health decisions.</a:t>
            </a:r>
            <a:endParaRPr lang="en-US" sz="1000" dirty="0"/>
          </a:p>
        </p:txBody>
      </p:sp>
      <p:sp>
        <p:nvSpPr>
          <p:cNvPr id="35" name="Text 22"/>
          <p:cNvSpPr txBox="1"/>
          <p:nvPr/>
        </p:nvSpPr>
        <p:spPr>
          <a:xfrm>
            <a:off x="13620902" y="8106156"/>
            <a:ext cx="35250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49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thethings.io · Alerting · IoT</a:t>
            </a:r>
            <a:endParaRPr lang="en-US" sz="800" dirty="0"/>
          </a:p>
        </p:txBody>
      </p:sp>
      <p:sp>
        <p:nvSpPr>
          <p:cNvPr id="36" name="Text 23"/>
          <p:cNvSpPr txBox="1"/>
          <p:nvPr/>
        </p:nvSpPr>
        <p:spPr>
          <a:xfrm>
            <a:off x="2190902" y="9667951"/>
            <a:ext cx="142875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1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continents · Public tenders · Long-term SLAs · </a:t>
            </a:r>
            <a:r>
              <a:rPr lang="en-US" sz="900" b="1" kern="0" spc="215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integrated MTi stack</a:t>
            </a:r>
            <a:endParaRPr lang="en-US" sz="9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490428B2-EED2-C598-B8F2-A1A762381F6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43502"/>
          <a:stretch>
            <a:fillRect/>
          </a:stretch>
        </p:blipFill>
        <p:spPr>
          <a:xfrm>
            <a:off x="13430707" y="3995471"/>
            <a:ext cx="3715207" cy="2667305"/>
          </a:xfrm>
          <a:prstGeom prst="rect">
            <a:avLst/>
          </a:prstGeom>
        </p:spPr>
      </p:pic>
      <p:sp>
        <p:nvSpPr>
          <p:cNvPr id="19" name="Text 7"/>
          <p:cNvSpPr txBox="1"/>
          <p:nvPr/>
        </p:nvSpPr>
        <p:spPr>
          <a:xfrm>
            <a:off x="13620902" y="6381598"/>
            <a:ext cx="35250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82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Malaysia · Environmental</a:t>
            </a:r>
            <a:endParaRPr lang="en-US" sz="800" dirty="0"/>
          </a:p>
        </p:txBody>
      </p:sp>
      <p:pic>
        <p:nvPicPr>
          <p:cNvPr id="40" name="Image 1" descr="gen-dedup-3fc9b6bd6bd01734c54b10a0f11af3f3.png">
            <a:extLst>
              <a:ext uri="{FF2B5EF4-FFF2-40B4-BE49-F238E27FC236}">
                <a16:creationId xmlns:a16="http://schemas.microsoft.com/office/drawing/2014/main" id="{250297CF-C165-95B3-9B94-8F52BFFD9D2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4667098"/>
            <a:ext cx="3238805" cy="5238598"/>
          </a:xfrm>
          <a:prstGeom prst="roundRect">
            <a:avLst>
              <a:gd name="adj" fmla="val 2343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0" y="4667098"/>
            <a:ext cx="3238805" cy="5238598"/>
          </a:xfrm>
          <a:prstGeom prst="roundRect">
            <a:avLst>
              <a:gd name="adj" fmla="val 2343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01000" y="4667098"/>
            <a:ext cx="3238805" cy="5238598"/>
          </a:xfrm>
          <a:prstGeom prst="roundRect">
            <a:avLst>
              <a:gd name="adj" fmla="val 2343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430000" y="4667098"/>
            <a:ext cx="3238805" cy="5238598"/>
          </a:xfrm>
          <a:prstGeom prst="roundRect">
            <a:avLst>
              <a:gd name="adj" fmla="val 2343"/>
            </a:avLst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4859000" y="4667098"/>
            <a:ext cx="3238805" cy="5238598"/>
          </a:xfrm>
          <a:prstGeom prst="roundRect">
            <a:avLst>
              <a:gd name="adj" fmla="val 2343"/>
            </a:avLst>
          </a:prstGeom>
          <a:solidFill>
            <a:srgbClr val="0A0F1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gen-dedup-07d4da1bf1910daef42c9babebc62b73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2095805"/>
            <a:ext cx="914400" cy="3840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429207" y="4953305"/>
            <a:ext cx="533095" cy="533095"/>
          </a:xfrm>
          <a:prstGeom prst="roundRect">
            <a:avLst>
              <a:gd name="adj" fmla="val 21441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gen-dedup-1eacaf7a8c601fb3ca4f6adf4b4f192c.png"/>
          <p:cNvPicPr>
            <a:picLocks noChangeAspect="1"/>
          </p:cNvPicPr>
          <p:nvPr/>
        </p:nvPicPr>
        <p:blipFill>
          <a:blip r:embed="rId4"/>
          <a:srcRect t="-360" b="-360"/>
          <a:stretch/>
        </p:blipFill>
        <p:spPr>
          <a:xfrm>
            <a:off x="1429207" y="7429500"/>
            <a:ext cx="381305" cy="19202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858207" y="4953305"/>
            <a:ext cx="533095" cy="533095"/>
          </a:xfrm>
          <a:prstGeom prst="roundRect">
            <a:avLst>
              <a:gd name="adj" fmla="val 21441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3" descr="gen-dedup-1eacaf7a8c601fb3ca4f6adf4b4f192c.png"/>
          <p:cNvPicPr>
            <a:picLocks noChangeAspect="1"/>
          </p:cNvPicPr>
          <p:nvPr/>
        </p:nvPicPr>
        <p:blipFill>
          <a:blip r:embed="rId4"/>
          <a:srcRect t="-360" b="-360"/>
          <a:stretch/>
        </p:blipFill>
        <p:spPr>
          <a:xfrm>
            <a:off x="4858207" y="7429500"/>
            <a:ext cx="381305" cy="19202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8287207" y="4953305"/>
            <a:ext cx="533095" cy="533095"/>
          </a:xfrm>
          <a:prstGeom prst="roundRect">
            <a:avLst>
              <a:gd name="adj" fmla="val 21441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4" descr="gen-dedup-1eacaf7a8c601fb3ca4f6adf4b4f192c.png"/>
          <p:cNvPicPr>
            <a:picLocks noChangeAspect="1"/>
          </p:cNvPicPr>
          <p:nvPr/>
        </p:nvPicPr>
        <p:blipFill>
          <a:blip r:embed="rId4"/>
          <a:srcRect t="-360" b="-360"/>
          <a:stretch/>
        </p:blipFill>
        <p:spPr>
          <a:xfrm>
            <a:off x="8287207" y="7429500"/>
            <a:ext cx="381305" cy="19202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11716207" y="4953305"/>
            <a:ext cx="533095" cy="533095"/>
          </a:xfrm>
          <a:prstGeom prst="roundRect">
            <a:avLst>
              <a:gd name="adj" fmla="val 21441"/>
            </a:avLst>
          </a:prstGeom>
          <a:solidFill>
            <a:srgbClr val="E6A817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5" descr="gen-dedup-1eacaf7a8c601fb3ca4f6adf4b4f192c.png"/>
          <p:cNvPicPr>
            <a:picLocks noChangeAspect="1"/>
          </p:cNvPicPr>
          <p:nvPr/>
        </p:nvPicPr>
        <p:blipFill>
          <a:blip r:embed="rId4"/>
          <a:srcRect t="-360" b="-360"/>
          <a:stretch/>
        </p:blipFill>
        <p:spPr>
          <a:xfrm>
            <a:off x="11716207" y="7429500"/>
            <a:ext cx="381305" cy="19202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15145207" y="4953305"/>
            <a:ext cx="533095" cy="533095"/>
          </a:xfrm>
          <a:prstGeom prst="roundRect">
            <a:avLst>
              <a:gd name="adj" fmla="val 21441"/>
            </a:avLst>
          </a:prstGeom>
          <a:solidFill>
            <a:srgbClr val="E6A817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6" descr="gen-dedup-1eacaf7a8c601fb3ca4f6adf4b4f192c.png"/>
          <p:cNvPicPr>
            <a:picLocks noChangeAspect="1"/>
          </p:cNvPicPr>
          <p:nvPr/>
        </p:nvPicPr>
        <p:blipFill>
          <a:blip r:embed="rId4"/>
          <a:srcRect t="-360" b="-360"/>
          <a:stretch/>
        </p:blipFill>
        <p:spPr>
          <a:xfrm>
            <a:off x="15145207" y="7429500"/>
            <a:ext cx="381305" cy="19202"/>
          </a:xfrm>
          <a:prstGeom prst="rect">
            <a:avLst/>
          </a:prstGeom>
        </p:spPr>
      </p:pic>
      <p:pic>
        <p:nvPicPr>
          <p:cNvPr id="19" name="Image 7" descr="gen-dedup-234799be8546f41e02d0706fc7729f37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561795" y="5086807"/>
            <a:ext cx="267005" cy="267005"/>
          </a:xfrm>
          <a:prstGeom prst="rect">
            <a:avLst/>
          </a:prstGeom>
        </p:spPr>
      </p:pic>
      <p:pic>
        <p:nvPicPr>
          <p:cNvPr id="20" name="Image 8" descr="gen-dedup-7ea00355541005d9fd7c2fb99e828232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990795" y="5086807"/>
            <a:ext cx="267005" cy="267005"/>
          </a:xfrm>
          <a:prstGeom prst="rect">
            <a:avLst/>
          </a:prstGeom>
        </p:spPr>
      </p:pic>
      <p:pic>
        <p:nvPicPr>
          <p:cNvPr id="21" name="Image 9" descr="gen-dedup-ac60820cb1c9a9c07fbd33f72426cd02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419795" y="5086807"/>
            <a:ext cx="267005" cy="267005"/>
          </a:xfrm>
          <a:prstGeom prst="rect">
            <a:avLst/>
          </a:prstGeom>
        </p:spPr>
      </p:pic>
      <p:pic>
        <p:nvPicPr>
          <p:cNvPr id="22" name="Image 10" descr="gen-dedup-31765b7d1db5e5fb995cf49a4cb2d702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1848795" y="5086807"/>
            <a:ext cx="267005" cy="267005"/>
          </a:xfrm>
          <a:prstGeom prst="rect">
            <a:avLst/>
          </a:prstGeom>
        </p:spPr>
      </p:pic>
      <p:pic>
        <p:nvPicPr>
          <p:cNvPr id="23" name="Image 11" descr="gen-dedup-f6b214d427cc6729544c7659a08d3978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5277795" y="5086807"/>
            <a:ext cx="267005" cy="267005"/>
          </a:xfrm>
          <a:prstGeom prst="rect">
            <a:avLst/>
          </a:prstGeom>
        </p:spPr>
      </p:pic>
      <p:sp>
        <p:nvSpPr>
          <p:cNvPr id="24" name="Text 10"/>
          <p:cNvSpPr txBox="1"/>
          <p:nvPr/>
        </p:nvSpPr>
        <p:spPr>
          <a:xfrm>
            <a:off x="14931238" y="914400"/>
            <a:ext cx="240487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3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proposition · 29</a:t>
            </a:r>
            <a:endParaRPr lang="en-US" sz="900" dirty="0"/>
          </a:p>
        </p:txBody>
      </p:sp>
      <p:sp>
        <p:nvSpPr>
          <p:cNvPr id="25" name="Text 11"/>
          <p:cNvSpPr txBox="1"/>
          <p:nvPr/>
        </p:nvSpPr>
        <p:spPr>
          <a:xfrm>
            <a:off x="1143000" y="2381098"/>
            <a:ext cx="7620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15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choose MTi</a:t>
            </a:r>
            <a:endParaRPr lang="en-US" sz="1100" dirty="0"/>
          </a:p>
        </p:txBody>
      </p:sp>
      <p:sp>
        <p:nvSpPr>
          <p:cNvPr id="26" name="Text 12"/>
          <p:cNvSpPr txBox="1"/>
          <p:nvPr/>
        </p:nvSpPr>
        <p:spPr>
          <a:xfrm>
            <a:off x="1143000" y="2857500"/>
            <a:ext cx="15621610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6600" b="1" kern="0" spc="-198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reasons partners </a:t>
            </a:r>
            <a:r>
              <a:rPr lang="en-US" sz="6600" b="1" kern="0" spc="-198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us.</a:t>
            </a:r>
            <a:endParaRPr lang="en-US" sz="6600" dirty="0"/>
          </a:p>
        </p:txBody>
      </p:sp>
      <p:sp>
        <p:nvSpPr>
          <p:cNvPr id="27" name="Text 13"/>
          <p:cNvSpPr txBox="1"/>
          <p:nvPr/>
        </p:nvSpPr>
        <p:spPr>
          <a:xfrm>
            <a:off x="1429207" y="5715000"/>
            <a:ext cx="2667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9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00" dirty="0"/>
          </a:p>
        </p:txBody>
      </p:sp>
      <p:sp>
        <p:nvSpPr>
          <p:cNvPr id="28" name="Text 14"/>
          <p:cNvSpPr txBox="1"/>
          <p:nvPr/>
        </p:nvSpPr>
        <p:spPr>
          <a:xfrm>
            <a:off x="1429207" y="6010351"/>
            <a:ext cx="26673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Multi-Brand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Installation</a:t>
            </a:r>
            <a:endParaRPr lang="en-US" sz="2200" dirty="0"/>
          </a:p>
        </p:txBody>
      </p:sp>
      <p:sp>
        <p:nvSpPr>
          <p:cNvPr id="29" name="Text 15"/>
          <p:cNvSpPr txBox="1"/>
          <p:nvPr/>
        </p:nvSpPr>
        <p:spPr>
          <a:xfrm>
            <a:off x="1429207" y="7619695"/>
            <a:ext cx="266730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Experts in hardware from diverse manufacturers with no brand dependency.</a:t>
            </a:r>
            <a:endParaRPr lang="en-US" sz="1100" dirty="0"/>
          </a:p>
        </p:txBody>
      </p:sp>
      <p:sp>
        <p:nvSpPr>
          <p:cNvPr id="30" name="Text 16"/>
          <p:cNvSpPr txBox="1"/>
          <p:nvPr/>
        </p:nvSpPr>
        <p:spPr>
          <a:xfrm>
            <a:off x="1429207" y="8432597"/>
            <a:ext cx="2667305" cy="671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800" b="1" kern="0" spc="12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Tech Independence</a:t>
            </a:r>
            <a:endParaRPr lang="en-US" sz="8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800" b="1" kern="0" spc="12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Certified Assembly</a:t>
            </a:r>
            <a:endParaRPr lang="en-US" sz="8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800" b="1" kern="0" spc="12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Mixed Fleet Adaptation</a:t>
            </a:r>
            <a:endParaRPr lang="en-US" sz="800" dirty="0"/>
          </a:p>
        </p:txBody>
      </p:sp>
      <p:sp>
        <p:nvSpPr>
          <p:cNvPr id="31" name="Text 17"/>
          <p:cNvSpPr txBox="1"/>
          <p:nvPr/>
        </p:nvSpPr>
        <p:spPr>
          <a:xfrm>
            <a:off x="4858207" y="5715000"/>
            <a:ext cx="2667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9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00" dirty="0"/>
          </a:p>
        </p:txBody>
      </p:sp>
      <p:sp>
        <p:nvSpPr>
          <p:cNvPr id="32" name="Text 18"/>
          <p:cNvSpPr txBox="1"/>
          <p:nvPr/>
        </p:nvSpPr>
        <p:spPr>
          <a:xfrm>
            <a:off x="4858207" y="6010351"/>
            <a:ext cx="26673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ITxPT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Expertise</a:t>
            </a:r>
            <a:endParaRPr lang="en-US" sz="2200" dirty="0"/>
          </a:p>
        </p:txBody>
      </p:sp>
      <p:sp>
        <p:nvSpPr>
          <p:cNvPr id="33" name="Text 19"/>
          <p:cNvSpPr txBox="1"/>
          <p:nvPr/>
        </p:nvSpPr>
        <p:spPr>
          <a:xfrm>
            <a:off x="4858207" y="7619695"/>
            <a:ext cx="26673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mastery of standards for open and scalable architecture.</a:t>
            </a:r>
            <a:endParaRPr lang="en-US" sz="1100" dirty="0"/>
          </a:p>
        </p:txBody>
      </p:sp>
      <p:sp>
        <p:nvSpPr>
          <p:cNvPr id="34" name="Text 20"/>
          <p:cNvSpPr txBox="1"/>
          <p:nvPr/>
        </p:nvSpPr>
        <p:spPr>
          <a:xfrm>
            <a:off x="4858207" y="8211312"/>
            <a:ext cx="2667305" cy="671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800" b="1" kern="0" spc="12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Data Bus Integration</a:t>
            </a:r>
            <a:endParaRPr lang="en-US" sz="8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800" b="1" kern="0" spc="12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Protocol Auditing</a:t>
            </a:r>
            <a:endParaRPr lang="en-US" sz="8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800" b="1" kern="0" spc="12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System Homologation</a:t>
            </a:r>
            <a:endParaRPr lang="en-US" sz="800" dirty="0"/>
          </a:p>
        </p:txBody>
      </p:sp>
      <p:sp>
        <p:nvSpPr>
          <p:cNvPr id="35" name="Text 21"/>
          <p:cNvSpPr txBox="1"/>
          <p:nvPr/>
        </p:nvSpPr>
        <p:spPr>
          <a:xfrm>
            <a:off x="8287207" y="5715000"/>
            <a:ext cx="2667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9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00" dirty="0"/>
          </a:p>
        </p:txBody>
      </p:sp>
      <p:sp>
        <p:nvSpPr>
          <p:cNvPr id="36" name="Text 22"/>
          <p:cNvSpPr txBox="1"/>
          <p:nvPr/>
        </p:nvSpPr>
        <p:spPr>
          <a:xfrm>
            <a:off x="8287207" y="6010351"/>
            <a:ext cx="26673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Management</a:t>
            </a:r>
            <a:endParaRPr lang="en-US" sz="2200" dirty="0"/>
          </a:p>
        </p:txBody>
      </p:sp>
      <p:sp>
        <p:nvSpPr>
          <p:cNvPr id="37" name="Text 23"/>
          <p:cNvSpPr txBox="1"/>
          <p:nvPr/>
        </p:nvSpPr>
        <p:spPr>
          <a:xfrm>
            <a:off x="8287207" y="7619695"/>
            <a:ext cx="26673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coordination of complex deployments in large fleets.</a:t>
            </a:r>
            <a:endParaRPr lang="en-US" sz="1100" dirty="0"/>
          </a:p>
        </p:txBody>
      </p:sp>
      <p:sp>
        <p:nvSpPr>
          <p:cNvPr id="38" name="Text 24"/>
          <p:cNvSpPr txBox="1"/>
          <p:nvPr/>
        </p:nvSpPr>
        <p:spPr>
          <a:xfrm>
            <a:off x="8287207" y="8211312"/>
            <a:ext cx="2667305" cy="671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800" b="1" kern="0" spc="12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Installation Logistics</a:t>
            </a:r>
            <a:endParaRPr lang="en-US" sz="8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800" b="1" kern="0" spc="12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Minimized Downtime</a:t>
            </a:r>
            <a:endParaRPr lang="en-US" sz="8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800" b="1" kern="0" spc="12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QA Quality Control</a:t>
            </a:r>
            <a:endParaRPr lang="en-US" sz="800" dirty="0"/>
          </a:p>
        </p:txBody>
      </p:sp>
      <p:sp>
        <p:nvSpPr>
          <p:cNvPr id="39" name="Text 25"/>
          <p:cNvSpPr txBox="1"/>
          <p:nvPr/>
        </p:nvSpPr>
        <p:spPr>
          <a:xfrm>
            <a:off x="11716207" y="5715000"/>
            <a:ext cx="2667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9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00" dirty="0"/>
          </a:p>
        </p:txBody>
      </p:sp>
      <p:sp>
        <p:nvSpPr>
          <p:cNvPr id="40" name="Text 26"/>
          <p:cNvSpPr txBox="1"/>
          <p:nvPr/>
        </p:nvSpPr>
        <p:spPr>
          <a:xfrm>
            <a:off x="11716207" y="6010351"/>
            <a:ext cx="26673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Post-Sale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</a:t>
            </a:r>
            <a:endParaRPr lang="en-US" sz="2200" dirty="0"/>
          </a:p>
        </p:txBody>
      </p:sp>
      <p:sp>
        <p:nvSpPr>
          <p:cNvPr id="41" name="Text 27"/>
          <p:cNvSpPr txBox="1"/>
          <p:nvPr/>
        </p:nvSpPr>
        <p:spPr>
          <a:xfrm>
            <a:off x="11716207" y="7619695"/>
            <a:ext cx="26673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F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accompaniment after installation and commissioning.</a:t>
            </a:r>
            <a:endParaRPr lang="en-US" sz="1100" dirty="0"/>
          </a:p>
        </p:txBody>
      </p:sp>
      <p:sp>
        <p:nvSpPr>
          <p:cNvPr id="42" name="Text 28"/>
          <p:cNvSpPr txBox="1"/>
          <p:nvPr/>
        </p:nvSpPr>
        <p:spPr>
          <a:xfrm>
            <a:off x="11716207" y="8211312"/>
            <a:ext cx="2667305" cy="671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800" b="1" kern="0" spc="12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Preventive Maintenance</a:t>
            </a:r>
            <a:endParaRPr lang="en-US" sz="8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800" b="1" kern="0" spc="12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Warranty Management</a:t>
            </a:r>
            <a:endParaRPr lang="en-US" sz="8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800" b="1" kern="0" spc="12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OTA Updates</a:t>
            </a:r>
            <a:endParaRPr lang="en-US" sz="800" dirty="0"/>
          </a:p>
        </p:txBody>
      </p:sp>
      <p:sp>
        <p:nvSpPr>
          <p:cNvPr id="43" name="Text 29"/>
          <p:cNvSpPr txBox="1"/>
          <p:nvPr/>
        </p:nvSpPr>
        <p:spPr>
          <a:xfrm>
            <a:off x="15145207" y="5715000"/>
            <a:ext cx="2667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9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000" dirty="0"/>
          </a:p>
        </p:txBody>
      </p:sp>
      <p:sp>
        <p:nvSpPr>
          <p:cNvPr id="44" name="Text 30"/>
          <p:cNvSpPr txBox="1"/>
          <p:nvPr/>
        </p:nvSpPr>
        <p:spPr>
          <a:xfrm>
            <a:off x="15145207" y="6010351"/>
            <a:ext cx="2667305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Heterogeneous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Systems</a:t>
            </a:r>
            <a:endParaRPr lang="en-US" sz="2200" dirty="0"/>
          </a:p>
        </p:txBody>
      </p:sp>
      <p:sp>
        <p:nvSpPr>
          <p:cNvPr id="45" name="Text 31"/>
          <p:cNvSpPr txBox="1"/>
          <p:nvPr/>
        </p:nvSpPr>
        <p:spPr>
          <a:xfrm>
            <a:off x="15145207" y="7619695"/>
            <a:ext cx="26673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unify diverse technologies into a coherent operational solution.</a:t>
            </a:r>
            <a:endParaRPr lang="en-US" sz="1100" dirty="0"/>
          </a:p>
        </p:txBody>
      </p:sp>
      <p:sp>
        <p:nvSpPr>
          <p:cNvPr id="46" name="Text 32"/>
          <p:cNvSpPr txBox="1"/>
          <p:nvPr/>
        </p:nvSpPr>
        <p:spPr>
          <a:xfrm>
            <a:off x="15145207" y="8211312"/>
            <a:ext cx="2667305" cy="671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800" b="1" kern="0" spc="12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Real Interoperability</a:t>
            </a:r>
            <a:endParaRPr lang="en-US" sz="8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800" b="1" kern="0" spc="12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Custom Configuration</a:t>
            </a:r>
            <a:endParaRPr lang="en-US" sz="8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800" b="1" kern="0" spc="124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Turnkey Solution</a:t>
            </a:r>
            <a:endParaRPr lang="en-US" sz="800" dirty="0"/>
          </a:p>
        </p:txBody>
      </p:sp>
      <p:pic>
        <p:nvPicPr>
          <p:cNvPr id="48" name="Image 1" descr="gen-dedup-3fc9b6bd6bd01734c54b10a0f11af3f3.png">
            <a:extLst>
              <a:ext uri="{FF2B5EF4-FFF2-40B4-BE49-F238E27FC236}">
                <a16:creationId xmlns:a16="http://schemas.microsoft.com/office/drawing/2014/main" id="{111FAC89-096D-796F-EFFA-C928D580FD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-51216"/>
            <a:ext cx="2137229" cy="151060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61f9734a0e7740dd7b6a97160301849f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1473232738e87a88a640e54005ce6f59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1143000" y="9525305"/>
            <a:ext cx="16002000" cy="9144"/>
          </a:xfrm>
          <a:prstGeom prst="rect">
            <a:avLst/>
          </a:prstGeom>
        </p:spPr>
      </p:pic>
      <p:pic>
        <p:nvPicPr>
          <p:cNvPr id="4" name="Image 2" descr="gen-dedup-7a2a113a3fccb2823621159021d0947c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1811305" y="3238805"/>
            <a:ext cx="5333695" cy="4667098"/>
          </a:xfrm>
          <a:prstGeom prst="roundRect">
            <a:avLst>
              <a:gd name="adj" fmla="val 2449"/>
            </a:avLst>
          </a:prstGeom>
          <a:solidFill>
            <a:srgbClr val="E6A8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3" descr="gen-dedup-7ed7bb912f7c94ef41a7d56085217d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761695"/>
            <a:ext cx="1724511" cy="1218895"/>
          </a:xfrm>
          <a:prstGeom prst="rect">
            <a:avLst/>
          </a:prstGeom>
        </p:spPr>
      </p:pic>
      <p:pic>
        <p:nvPicPr>
          <p:cNvPr id="7" name="Image 4" descr="gen-dedup-07d4da1bf1910daef42c9babebc62b73.png"/>
          <p:cNvPicPr>
            <a:picLocks noChangeAspect="1"/>
          </p:cNvPicPr>
          <p:nvPr/>
        </p:nvPicPr>
        <p:blipFill>
          <a:blip r:embed="rId7"/>
          <a:srcRect t="-400" b="-400"/>
          <a:stretch/>
        </p:blipFill>
        <p:spPr>
          <a:xfrm>
            <a:off x="1143000" y="2190903"/>
            <a:ext cx="914400" cy="38405"/>
          </a:xfrm>
          <a:prstGeom prst="rect">
            <a:avLst/>
          </a:prstGeom>
        </p:spPr>
      </p:pic>
      <p:sp>
        <p:nvSpPr>
          <p:cNvPr id="8" name="Shape 1"/>
          <p:cNvSpPr/>
          <p:nvPr/>
        </p:nvSpPr>
        <p:spPr>
          <a:xfrm>
            <a:off x="12191695" y="4238244"/>
            <a:ext cx="304495" cy="304495"/>
          </a:xfrm>
          <a:prstGeom prst="roundRect">
            <a:avLst>
              <a:gd name="adj" fmla="val 24925"/>
            </a:avLst>
          </a:prstGeom>
          <a:solidFill>
            <a:srgbClr val="0A0F1E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5" descr="gen-dedup-2af54001c3e361a51d5e514c28114ac9.png"/>
          <p:cNvPicPr>
            <a:picLocks noChangeAspect="1"/>
          </p:cNvPicPr>
          <p:nvPr/>
        </p:nvPicPr>
        <p:blipFill>
          <a:blip r:embed="rId8"/>
          <a:srcRect l="-2083" r="-2083"/>
          <a:stretch/>
        </p:blipFill>
        <p:spPr>
          <a:xfrm>
            <a:off x="12191695" y="5286146"/>
            <a:ext cx="4572000" cy="9144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12191695" y="5572354"/>
            <a:ext cx="304495" cy="304495"/>
          </a:xfrm>
          <a:prstGeom prst="roundRect">
            <a:avLst>
              <a:gd name="adj" fmla="val 24925"/>
            </a:avLst>
          </a:prstGeom>
          <a:solidFill>
            <a:srgbClr val="0A0F1E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6" descr="gen-dedup-2af54001c3e361a51d5e514c28114ac9.png"/>
          <p:cNvPicPr>
            <a:picLocks noChangeAspect="1"/>
          </p:cNvPicPr>
          <p:nvPr/>
        </p:nvPicPr>
        <p:blipFill>
          <a:blip r:embed="rId8"/>
          <a:srcRect l="-2083" r="-2083"/>
          <a:stretch/>
        </p:blipFill>
        <p:spPr>
          <a:xfrm>
            <a:off x="12191695" y="6620256"/>
            <a:ext cx="4572000" cy="9144"/>
          </a:xfrm>
          <a:prstGeom prst="rect">
            <a:avLst/>
          </a:prstGeom>
        </p:spPr>
      </p:pic>
      <p:sp>
        <p:nvSpPr>
          <p:cNvPr id="12" name="Shape 3"/>
          <p:cNvSpPr/>
          <p:nvPr/>
        </p:nvSpPr>
        <p:spPr>
          <a:xfrm>
            <a:off x="12191695" y="6905549"/>
            <a:ext cx="304495" cy="304495"/>
          </a:xfrm>
          <a:prstGeom prst="roundRect">
            <a:avLst>
              <a:gd name="adj" fmla="val 24925"/>
            </a:avLst>
          </a:prstGeom>
          <a:solidFill>
            <a:srgbClr val="0A0F1E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7" descr="gen-dedup-c19660bcd7d0192efc68ca7056818b6a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2268505" y="4315054"/>
            <a:ext cx="152705" cy="152705"/>
          </a:xfrm>
          <a:prstGeom prst="rect">
            <a:avLst/>
          </a:prstGeom>
        </p:spPr>
      </p:pic>
      <p:pic>
        <p:nvPicPr>
          <p:cNvPr id="14" name="Image 8" descr="gen-dedup-d537c10d6c6d38848af6bff3692a8f3f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2268505" y="5648249"/>
            <a:ext cx="152705" cy="152705"/>
          </a:xfrm>
          <a:prstGeom prst="rect">
            <a:avLst/>
          </a:prstGeom>
        </p:spPr>
      </p:pic>
      <p:pic>
        <p:nvPicPr>
          <p:cNvPr id="15" name="Image 9" descr="gen-dedup-0ad0a6edb223b7d09671a156f9bca339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2268505" y="6981444"/>
            <a:ext cx="152705" cy="152705"/>
          </a:xfrm>
          <a:prstGeom prst="rect">
            <a:avLst/>
          </a:prstGeom>
        </p:spPr>
      </p:pic>
      <p:sp>
        <p:nvSpPr>
          <p:cNvPr id="16" name="Text 4"/>
          <p:cNvSpPr txBox="1"/>
          <p:nvPr/>
        </p:nvSpPr>
        <p:spPr>
          <a:xfrm>
            <a:off x="15240305" y="914400"/>
            <a:ext cx="2095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234" dirty="0">
                <a:solidFill>
                  <a:srgbClr val="FFFFFF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Let's talk · 30</a:t>
            </a:r>
            <a:endParaRPr lang="en-US" sz="900" dirty="0"/>
          </a:p>
        </p:txBody>
      </p:sp>
      <p:sp>
        <p:nvSpPr>
          <p:cNvPr id="17" name="Text 5"/>
          <p:cNvSpPr txBox="1"/>
          <p:nvPr/>
        </p:nvSpPr>
        <p:spPr>
          <a:xfrm>
            <a:off x="1143000" y="2476196"/>
            <a:ext cx="7620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15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 when you are</a:t>
            </a:r>
            <a:endParaRPr lang="en-US" sz="1100" dirty="0"/>
          </a:p>
        </p:txBody>
      </p:sp>
      <p:sp>
        <p:nvSpPr>
          <p:cNvPr id="18" name="Text 6"/>
          <p:cNvSpPr txBox="1"/>
          <p:nvPr/>
        </p:nvSpPr>
        <p:spPr>
          <a:xfrm>
            <a:off x="1143000" y="3047696"/>
            <a:ext cx="14287500" cy="3963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900" kern="0" spc="-34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Let's build</a:t>
            </a:r>
            <a:endParaRPr lang="en-US" sz="9900" dirty="0"/>
          </a:p>
          <a:p>
            <a:pPr marL="0" indent="0" algn="l">
              <a:buNone/>
            </a:pPr>
            <a:r>
              <a:rPr lang="en-US" sz="9900" kern="0" spc="-34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9900" b="1" kern="0" spc="-34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one</a:t>
            </a:r>
            <a:endParaRPr lang="en-US" sz="9900" dirty="0"/>
          </a:p>
          <a:p>
            <a:pPr marL="0" indent="0" algn="l">
              <a:buNone/>
            </a:pPr>
            <a:r>
              <a:rPr lang="en-US" sz="9900" b="1" kern="0" spc="-34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together.</a:t>
            </a:r>
            <a:endParaRPr lang="en-US" sz="9900" dirty="0"/>
          </a:p>
        </p:txBody>
      </p:sp>
      <p:sp>
        <p:nvSpPr>
          <p:cNvPr id="19" name="Text 7"/>
          <p:cNvSpPr txBox="1"/>
          <p:nvPr/>
        </p:nvSpPr>
        <p:spPr>
          <a:xfrm>
            <a:off x="1143000" y="7524598"/>
            <a:ext cx="95253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>
                    <a:alpha val="7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Tell us your challenge. We'll show you how MTi can solve it — with real technology, real integrations and measurable results from day one.</a:t>
            </a:r>
            <a:endParaRPr lang="en-US" sz="1800" dirty="0"/>
          </a:p>
        </p:txBody>
      </p:sp>
      <p:sp>
        <p:nvSpPr>
          <p:cNvPr id="20" name="Text 8"/>
          <p:cNvSpPr txBox="1"/>
          <p:nvPr/>
        </p:nvSpPr>
        <p:spPr>
          <a:xfrm>
            <a:off x="12191695" y="3619195"/>
            <a:ext cx="4572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94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in touch</a:t>
            </a:r>
            <a:endParaRPr lang="en-US" sz="1000" dirty="0"/>
          </a:p>
        </p:txBody>
      </p:sp>
      <p:sp>
        <p:nvSpPr>
          <p:cNvPr id="21" name="Text 9"/>
          <p:cNvSpPr txBox="1"/>
          <p:nvPr/>
        </p:nvSpPr>
        <p:spPr>
          <a:xfrm>
            <a:off x="12668098" y="4238244"/>
            <a:ext cx="4191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0A0F1E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900" dirty="0"/>
          </a:p>
        </p:txBody>
      </p:sp>
      <p:sp>
        <p:nvSpPr>
          <p:cNvPr id="22" name="Text 10"/>
          <p:cNvSpPr txBox="1"/>
          <p:nvPr/>
        </p:nvSpPr>
        <p:spPr>
          <a:xfrm>
            <a:off x="12668098" y="4419295"/>
            <a:ext cx="4191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info@mingothings.com</a:t>
            </a:r>
            <a:endParaRPr lang="en-US" sz="1900" dirty="0"/>
          </a:p>
        </p:txBody>
      </p:sp>
      <p:sp>
        <p:nvSpPr>
          <p:cNvPr id="23" name="Text 11"/>
          <p:cNvSpPr txBox="1"/>
          <p:nvPr/>
        </p:nvSpPr>
        <p:spPr>
          <a:xfrm>
            <a:off x="12668098" y="5572354"/>
            <a:ext cx="4191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0A0F1E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</a:t>
            </a:r>
            <a:endParaRPr lang="en-US" sz="900" dirty="0"/>
          </a:p>
        </p:txBody>
      </p:sp>
      <p:sp>
        <p:nvSpPr>
          <p:cNvPr id="24" name="Text 12"/>
          <p:cNvSpPr txBox="1"/>
          <p:nvPr/>
        </p:nvSpPr>
        <p:spPr>
          <a:xfrm>
            <a:off x="12668098" y="5753405"/>
            <a:ext cx="4191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+34 934 860 961</a:t>
            </a:r>
            <a:endParaRPr lang="en-US" sz="1900" dirty="0"/>
          </a:p>
        </p:txBody>
      </p:sp>
      <p:sp>
        <p:nvSpPr>
          <p:cNvPr id="25" name="Text 13"/>
          <p:cNvSpPr txBox="1"/>
          <p:nvPr/>
        </p:nvSpPr>
        <p:spPr>
          <a:xfrm>
            <a:off x="12668098" y="6905549"/>
            <a:ext cx="4191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98" dirty="0">
                <a:solidFill>
                  <a:srgbClr val="0A0F1E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</a:t>
            </a:r>
            <a:endParaRPr lang="en-US" sz="900" dirty="0"/>
          </a:p>
        </p:txBody>
      </p:sp>
      <p:sp>
        <p:nvSpPr>
          <p:cNvPr id="26" name="Text 14"/>
          <p:cNvSpPr txBox="1"/>
          <p:nvPr/>
        </p:nvSpPr>
        <p:spPr>
          <a:xfrm>
            <a:off x="12668098" y="7086600"/>
            <a:ext cx="4191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A0F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www.mingothings.com</a:t>
            </a:r>
            <a:endParaRPr lang="en-US" sz="1900" dirty="0"/>
          </a:p>
        </p:txBody>
      </p:sp>
      <p:sp>
        <p:nvSpPr>
          <p:cNvPr id="27" name="Text 15"/>
          <p:cNvSpPr txBox="1"/>
          <p:nvPr/>
        </p:nvSpPr>
        <p:spPr>
          <a:xfrm>
            <a:off x="12191695" y="7524598"/>
            <a:ext cx="4572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A0F1E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HQ · Barcelona, Spain · +7 hubs globally</a:t>
            </a:r>
            <a:endParaRPr lang="en-US" sz="1000" dirty="0"/>
          </a:p>
        </p:txBody>
      </p:sp>
      <p:sp>
        <p:nvSpPr>
          <p:cNvPr id="28" name="Text 16"/>
          <p:cNvSpPr txBox="1"/>
          <p:nvPr/>
        </p:nvSpPr>
        <p:spPr>
          <a:xfrm>
            <a:off x="1143000" y="9810598"/>
            <a:ext cx="11430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76" dirty="0">
                <a:solidFill>
                  <a:srgbClr val="FFFFFF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© 2026 MTi Group — Mingothings S.L. · All rights reserved · ISO 9001 certified</a:t>
            </a:r>
            <a:endParaRPr lang="en-US" sz="900" dirty="0"/>
          </a:p>
        </p:txBody>
      </p:sp>
      <p:sp>
        <p:nvSpPr>
          <p:cNvPr id="29" name="Text 17"/>
          <p:cNvSpPr txBox="1"/>
          <p:nvPr/>
        </p:nvSpPr>
        <p:spPr>
          <a:xfrm>
            <a:off x="15716707" y="9810598"/>
            <a:ext cx="14292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76" dirty="0">
                <a:solidFill>
                  <a:srgbClr val="E6A8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9046</TotalTime>
  <Words>3595</Words>
  <Application>Microsoft Office PowerPoint</Application>
  <PresentationFormat>Custom</PresentationFormat>
  <Paragraphs>627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Daniel Alonso Hernández</cp:lastModifiedBy>
  <cp:revision>3</cp:revision>
  <dcterms:created xsi:type="dcterms:W3CDTF">2026-07-06T08:31:41Z</dcterms:created>
  <dcterms:modified xsi:type="dcterms:W3CDTF">2026-09-15T15:13:45Z</dcterms:modified>
</cp:coreProperties>
</file>